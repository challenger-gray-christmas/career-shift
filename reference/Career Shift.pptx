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theme/theme2.xml" ContentType="application/vnd.openxmlformats-officedocument.theme+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slideLayouts/slideLayout217.xml" ContentType="application/vnd.openxmlformats-officedocument.presentationml.slideLayout+xml"/>
  <Override PartName="/ppt/slideLayouts/slideLayout218.xml" ContentType="application/vnd.openxmlformats-officedocument.presentationml.slideLayout+xml"/>
  <Override PartName="/ppt/slideLayouts/slideLayout219.xml" ContentType="application/vnd.openxmlformats-officedocument.presentationml.slideLayout+xml"/>
  <Override PartName="/ppt/slideLayouts/slideLayout220.xml" ContentType="application/vnd.openxmlformats-officedocument.presentationml.slideLayout+xml"/>
  <Override PartName="/ppt/slideLayouts/slideLayout221.xml" ContentType="application/vnd.openxmlformats-officedocument.presentationml.slideLayout+xml"/>
  <Override PartName="/ppt/theme/theme3.xml" ContentType="application/vnd.openxmlformats-officedocument.theme+xml"/>
  <Override PartName="/ppt/slideLayouts/slideLayout222.xml" ContentType="application/vnd.openxmlformats-officedocument.presentationml.slideLayout+xml"/>
  <Override PartName="/ppt/slideLayouts/slideLayout223.xml" ContentType="application/vnd.openxmlformats-officedocument.presentationml.slideLayout+xml"/>
  <Override PartName="/ppt/slideLayouts/slideLayout224.xml" ContentType="application/vnd.openxmlformats-officedocument.presentationml.slideLayout+xml"/>
  <Override PartName="/ppt/slideLayouts/slideLayout225.xml" ContentType="application/vnd.openxmlformats-officedocument.presentationml.slideLayout+xml"/>
  <Override PartName="/ppt/slideLayouts/slideLayout226.xml" ContentType="application/vnd.openxmlformats-officedocument.presentationml.slideLayout+xml"/>
  <Override PartName="/ppt/slideLayouts/slideLayout227.xml" ContentType="application/vnd.openxmlformats-officedocument.presentationml.slideLayout+xml"/>
  <Override PartName="/ppt/slideLayouts/slideLayout228.xml" ContentType="application/vnd.openxmlformats-officedocument.presentationml.slideLayout+xml"/>
  <Override PartName="/ppt/slideLayouts/slideLayout229.xml" ContentType="application/vnd.openxmlformats-officedocument.presentationml.slideLayout+xml"/>
  <Override PartName="/ppt/slideLayouts/slideLayout230.xml" ContentType="application/vnd.openxmlformats-officedocument.presentationml.slideLayout+xml"/>
  <Override PartName="/ppt/slideLayouts/slideLayout231.xml" ContentType="application/vnd.openxmlformats-officedocument.presentationml.slideLayout+xml"/>
  <Override PartName="/ppt/slideLayouts/slideLayout232.xml" ContentType="application/vnd.openxmlformats-officedocument.presentationml.slideLayout+xml"/>
  <Override PartName="/ppt/slideLayouts/slideLayout233.xml" ContentType="application/vnd.openxmlformats-officedocument.presentationml.slideLayout+xml"/>
  <Override PartName="/ppt/slideLayouts/slideLayout234.xml" ContentType="application/vnd.openxmlformats-officedocument.presentationml.slideLayout+xml"/>
  <Override PartName="/ppt/slideLayouts/slideLayout235.xml" ContentType="application/vnd.openxmlformats-officedocument.presentationml.slideLayout+xml"/>
  <Override PartName="/ppt/slideLayouts/slideLayout236.xml" ContentType="application/vnd.openxmlformats-officedocument.presentationml.slideLayout+xml"/>
  <Override PartName="/ppt/slideLayouts/slideLayout237.xml" ContentType="application/vnd.openxmlformats-officedocument.presentationml.slideLayout+xml"/>
  <Override PartName="/ppt/theme/theme4.xml" ContentType="application/vnd.openxmlformats-officedocument.theme+xml"/>
  <Override PartName="/ppt/slideLayouts/slideLayout238.xml" ContentType="application/vnd.openxmlformats-officedocument.presentationml.slideLayout+xml"/>
  <Override PartName="/ppt/slideLayouts/slideLayout239.xml" ContentType="application/vnd.openxmlformats-officedocument.presentationml.slideLayout+xml"/>
  <Override PartName="/ppt/slideLayouts/slideLayout240.xml" ContentType="application/vnd.openxmlformats-officedocument.presentationml.slideLayout+xml"/>
  <Override PartName="/ppt/slideLayouts/slideLayout241.xml" ContentType="application/vnd.openxmlformats-officedocument.presentationml.slideLayout+xml"/>
  <Override PartName="/ppt/slideLayouts/slideLayout242.xml" ContentType="application/vnd.openxmlformats-officedocument.presentationml.slideLayout+xml"/>
  <Override PartName="/ppt/slideLayouts/slideLayout243.xml" ContentType="application/vnd.openxmlformats-officedocument.presentationml.slideLayout+xml"/>
  <Override PartName="/ppt/slideLayouts/slideLayout244.xml" ContentType="application/vnd.openxmlformats-officedocument.presentationml.slideLayout+xml"/>
  <Override PartName="/ppt/slideLayouts/slideLayout245.xml" ContentType="application/vnd.openxmlformats-officedocument.presentationml.slideLayout+xml"/>
  <Override PartName="/ppt/slideLayouts/slideLayout246.xml" ContentType="application/vnd.openxmlformats-officedocument.presentationml.slideLayout+xml"/>
  <Override PartName="/ppt/slideLayouts/slideLayout247.xml" ContentType="application/vnd.openxmlformats-officedocument.presentationml.slideLayout+xml"/>
  <Override PartName="/ppt/slideLayouts/slideLayout248.xml" ContentType="application/vnd.openxmlformats-officedocument.presentationml.slideLayout+xml"/>
  <Override PartName="/ppt/slideLayouts/slideLayout249.xml" ContentType="application/vnd.openxmlformats-officedocument.presentationml.slideLayout+xml"/>
  <Override PartName="/ppt/slideLayouts/slideLayout250.xml" ContentType="application/vnd.openxmlformats-officedocument.presentationml.slideLayout+xml"/>
  <Override PartName="/ppt/slideLayouts/slideLayout251.xml" ContentType="application/vnd.openxmlformats-officedocument.presentationml.slideLayout+xml"/>
  <Override PartName="/ppt/slideLayouts/slideLayout252.xml" ContentType="application/vnd.openxmlformats-officedocument.presentationml.slideLayout+xml"/>
  <Override PartName="/ppt/slideLayouts/slideLayout253.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850" r:id="rId4"/>
    <p:sldMasterId id="2147484006" r:id="rId5"/>
    <p:sldMasterId id="2147484080" r:id="rId6"/>
    <p:sldMasterId id="2147484192" r:id="rId7"/>
    <p:sldMasterId id="2147484248" r:id="rId8"/>
  </p:sldMasterIdLst>
  <p:notesMasterIdLst>
    <p:notesMasterId r:id="rId28"/>
  </p:notesMasterIdLst>
  <p:handoutMasterIdLst>
    <p:handoutMasterId r:id="rId29"/>
  </p:handoutMasterIdLst>
  <p:sldIdLst>
    <p:sldId id="258" r:id="rId9"/>
    <p:sldId id="2147481248" r:id="rId10"/>
    <p:sldId id="281" r:id="rId11"/>
    <p:sldId id="333" r:id="rId12"/>
    <p:sldId id="2147481285" r:id="rId13"/>
    <p:sldId id="2147481299" r:id="rId14"/>
    <p:sldId id="2147481300" r:id="rId15"/>
    <p:sldId id="2147481301" r:id="rId16"/>
    <p:sldId id="2147481302" r:id="rId17"/>
    <p:sldId id="2147481303" r:id="rId18"/>
    <p:sldId id="2147481304" r:id="rId19"/>
    <p:sldId id="2147481282" r:id="rId20"/>
    <p:sldId id="2147481308" r:id="rId21"/>
    <p:sldId id="2147481309" r:id="rId22"/>
    <p:sldId id="2147481310" r:id="rId23"/>
    <p:sldId id="2147481305" r:id="rId24"/>
    <p:sldId id="2147481306" r:id="rId25"/>
    <p:sldId id="2147481307" r:id="rId26"/>
    <p:sldId id="2147481311" r:id="rId27"/>
  </p:sldIdLst>
  <p:sldSz cx="9144000" cy="5143500" type="screen16x9"/>
  <p:notesSz cx="6858000" cy="9144000"/>
  <p:defaultTextStyle>
    <a:defPPr marL="0" marR="0" indent="0" algn="l" defTabSz="342900" rtl="0" fontAlgn="auto" latinLnBrk="1" hangingPunct="0">
      <a:lnSpc>
        <a:spcPct val="100000"/>
      </a:lnSpc>
      <a:spcBef>
        <a:spcPts val="0"/>
      </a:spcBef>
      <a:spcAft>
        <a:spcPts val="0"/>
      </a:spcAft>
      <a:buClrTx/>
      <a:buSzTx/>
      <a:buFontTx/>
      <a:buNone/>
      <a:tabLst/>
      <a:defRPr kumimoji="0" sz="675" b="0" i="0" u="none" strike="noStrike" cap="none" spc="0" normalizeH="0" baseline="0">
        <a:ln>
          <a:noFill/>
        </a:ln>
        <a:solidFill>
          <a:srgbClr val="000000"/>
        </a:solidFill>
        <a:effectLst/>
        <a:uFillTx/>
      </a:defRPr>
    </a:defPPr>
    <a:lvl1pPr marL="0" marR="0" indent="0" algn="l" defTabSz="219075" rtl="0" fontAlgn="auto" latinLnBrk="0" hangingPunct="0">
      <a:lnSpc>
        <a:spcPct val="100000"/>
      </a:lnSpc>
      <a:spcBef>
        <a:spcPts val="900"/>
      </a:spcBef>
      <a:spcAft>
        <a:spcPts val="0"/>
      </a:spcAft>
      <a:buClrTx/>
      <a:buSzTx/>
      <a:buFontTx/>
      <a:buNone/>
      <a:tabLst/>
      <a:defRPr kumimoji="0" sz="1125" b="0" i="0" u="none" strike="noStrike" cap="none" spc="0" normalizeH="0" baseline="0">
        <a:ln>
          <a:noFill/>
        </a:ln>
        <a:solidFill>
          <a:srgbClr val="53585F"/>
        </a:solidFill>
        <a:effectLst/>
        <a:uFillTx/>
        <a:latin typeface="Lora Regular"/>
        <a:ea typeface="Lora Regular"/>
        <a:cs typeface="Lora Regular"/>
        <a:sym typeface="Lora Regular"/>
      </a:defRPr>
    </a:lvl1pPr>
    <a:lvl2pPr marL="0" marR="0" indent="171450" algn="l" defTabSz="219075" rtl="0" fontAlgn="auto" latinLnBrk="0" hangingPunct="0">
      <a:lnSpc>
        <a:spcPct val="100000"/>
      </a:lnSpc>
      <a:spcBef>
        <a:spcPts val="900"/>
      </a:spcBef>
      <a:spcAft>
        <a:spcPts val="0"/>
      </a:spcAft>
      <a:buClrTx/>
      <a:buSzTx/>
      <a:buFontTx/>
      <a:buNone/>
      <a:tabLst/>
      <a:defRPr kumimoji="0" sz="1125" b="0" i="0" u="none" strike="noStrike" cap="none" spc="0" normalizeH="0" baseline="0">
        <a:ln>
          <a:noFill/>
        </a:ln>
        <a:solidFill>
          <a:srgbClr val="53585F"/>
        </a:solidFill>
        <a:effectLst/>
        <a:uFillTx/>
        <a:latin typeface="Lora Regular"/>
        <a:ea typeface="Lora Regular"/>
        <a:cs typeface="Lora Regular"/>
        <a:sym typeface="Lora Regular"/>
      </a:defRPr>
    </a:lvl2pPr>
    <a:lvl3pPr marL="0" marR="0" indent="342900" algn="l" defTabSz="219075" rtl="0" fontAlgn="auto" latinLnBrk="0" hangingPunct="0">
      <a:lnSpc>
        <a:spcPct val="100000"/>
      </a:lnSpc>
      <a:spcBef>
        <a:spcPts val="900"/>
      </a:spcBef>
      <a:spcAft>
        <a:spcPts val="0"/>
      </a:spcAft>
      <a:buClrTx/>
      <a:buSzTx/>
      <a:buFontTx/>
      <a:buNone/>
      <a:tabLst/>
      <a:defRPr kumimoji="0" sz="1125" b="0" i="0" u="none" strike="noStrike" cap="none" spc="0" normalizeH="0" baseline="0">
        <a:ln>
          <a:noFill/>
        </a:ln>
        <a:solidFill>
          <a:srgbClr val="53585F"/>
        </a:solidFill>
        <a:effectLst/>
        <a:uFillTx/>
        <a:latin typeface="Lora Regular"/>
        <a:ea typeface="Lora Regular"/>
        <a:cs typeface="Lora Regular"/>
        <a:sym typeface="Lora Regular"/>
      </a:defRPr>
    </a:lvl3pPr>
    <a:lvl4pPr marL="0" marR="0" indent="514350" algn="l" defTabSz="219075" rtl="0" fontAlgn="auto" latinLnBrk="0" hangingPunct="0">
      <a:lnSpc>
        <a:spcPct val="100000"/>
      </a:lnSpc>
      <a:spcBef>
        <a:spcPts val="900"/>
      </a:spcBef>
      <a:spcAft>
        <a:spcPts val="0"/>
      </a:spcAft>
      <a:buClrTx/>
      <a:buSzTx/>
      <a:buFontTx/>
      <a:buNone/>
      <a:tabLst/>
      <a:defRPr kumimoji="0" sz="1125" b="0" i="0" u="none" strike="noStrike" cap="none" spc="0" normalizeH="0" baseline="0">
        <a:ln>
          <a:noFill/>
        </a:ln>
        <a:solidFill>
          <a:srgbClr val="53585F"/>
        </a:solidFill>
        <a:effectLst/>
        <a:uFillTx/>
        <a:latin typeface="Lora Regular"/>
        <a:ea typeface="Lora Regular"/>
        <a:cs typeface="Lora Regular"/>
        <a:sym typeface="Lora Regular"/>
      </a:defRPr>
    </a:lvl4pPr>
    <a:lvl5pPr marL="0" marR="0" indent="685800" algn="l" defTabSz="219075" rtl="0" fontAlgn="auto" latinLnBrk="0" hangingPunct="0">
      <a:lnSpc>
        <a:spcPct val="100000"/>
      </a:lnSpc>
      <a:spcBef>
        <a:spcPts val="900"/>
      </a:spcBef>
      <a:spcAft>
        <a:spcPts val="0"/>
      </a:spcAft>
      <a:buClrTx/>
      <a:buSzTx/>
      <a:buFontTx/>
      <a:buNone/>
      <a:tabLst/>
      <a:defRPr kumimoji="0" sz="1125" b="0" i="0" u="none" strike="noStrike" cap="none" spc="0" normalizeH="0" baseline="0">
        <a:ln>
          <a:noFill/>
        </a:ln>
        <a:solidFill>
          <a:srgbClr val="53585F"/>
        </a:solidFill>
        <a:effectLst/>
        <a:uFillTx/>
        <a:latin typeface="Lora Regular"/>
        <a:ea typeface="Lora Regular"/>
        <a:cs typeface="Lora Regular"/>
        <a:sym typeface="Lora Regular"/>
      </a:defRPr>
    </a:lvl5pPr>
    <a:lvl6pPr marL="0" marR="0" indent="857250" algn="l" defTabSz="219075" rtl="0" fontAlgn="auto" latinLnBrk="0" hangingPunct="0">
      <a:lnSpc>
        <a:spcPct val="100000"/>
      </a:lnSpc>
      <a:spcBef>
        <a:spcPts val="900"/>
      </a:spcBef>
      <a:spcAft>
        <a:spcPts val="0"/>
      </a:spcAft>
      <a:buClrTx/>
      <a:buSzTx/>
      <a:buFontTx/>
      <a:buNone/>
      <a:tabLst/>
      <a:defRPr kumimoji="0" sz="1125" b="0" i="0" u="none" strike="noStrike" cap="none" spc="0" normalizeH="0" baseline="0">
        <a:ln>
          <a:noFill/>
        </a:ln>
        <a:solidFill>
          <a:srgbClr val="53585F"/>
        </a:solidFill>
        <a:effectLst/>
        <a:uFillTx/>
        <a:latin typeface="Lora Regular"/>
        <a:ea typeface="Lora Regular"/>
        <a:cs typeface="Lora Regular"/>
        <a:sym typeface="Lora Regular"/>
      </a:defRPr>
    </a:lvl6pPr>
    <a:lvl7pPr marL="0" marR="0" indent="1028700" algn="l" defTabSz="219075" rtl="0" fontAlgn="auto" latinLnBrk="0" hangingPunct="0">
      <a:lnSpc>
        <a:spcPct val="100000"/>
      </a:lnSpc>
      <a:spcBef>
        <a:spcPts val="900"/>
      </a:spcBef>
      <a:spcAft>
        <a:spcPts val="0"/>
      </a:spcAft>
      <a:buClrTx/>
      <a:buSzTx/>
      <a:buFontTx/>
      <a:buNone/>
      <a:tabLst/>
      <a:defRPr kumimoji="0" sz="1125" b="0" i="0" u="none" strike="noStrike" cap="none" spc="0" normalizeH="0" baseline="0">
        <a:ln>
          <a:noFill/>
        </a:ln>
        <a:solidFill>
          <a:srgbClr val="53585F"/>
        </a:solidFill>
        <a:effectLst/>
        <a:uFillTx/>
        <a:latin typeface="Lora Regular"/>
        <a:ea typeface="Lora Regular"/>
        <a:cs typeface="Lora Regular"/>
        <a:sym typeface="Lora Regular"/>
      </a:defRPr>
    </a:lvl7pPr>
    <a:lvl8pPr marL="0" marR="0" indent="1200150" algn="l" defTabSz="219075" rtl="0" fontAlgn="auto" latinLnBrk="0" hangingPunct="0">
      <a:lnSpc>
        <a:spcPct val="100000"/>
      </a:lnSpc>
      <a:spcBef>
        <a:spcPts val="900"/>
      </a:spcBef>
      <a:spcAft>
        <a:spcPts val="0"/>
      </a:spcAft>
      <a:buClrTx/>
      <a:buSzTx/>
      <a:buFontTx/>
      <a:buNone/>
      <a:tabLst/>
      <a:defRPr kumimoji="0" sz="1125" b="0" i="0" u="none" strike="noStrike" cap="none" spc="0" normalizeH="0" baseline="0">
        <a:ln>
          <a:noFill/>
        </a:ln>
        <a:solidFill>
          <a:srgbClr val="53585F"/>
        </a:solidFill>
        <a:effectLst/>
        <a:uFillTx/>
        <a:latin typeface="Lora Regular"/>
        <a:ea typeface="Lora Regular"/>
        <a:cs typeface="Lora Regular"/>
        <a:sym typeface="Lora Regular"/>
      </a:defRPr>
    </a:lvl8pPr>
    <a:lvl9pPr marL="0" marR="0" indent="1371600" algn="l" defTabSz="219075" rtl="0" fontAlgn="auto" latinLnBrk="0" hangingPunct="0">
      <a:lnSpc>
        <a:spcPct val="100000"/>
      </a:lnSpc>
      <a:spcBef>
        <a:spcPts val="900"/>
      </a:spcBef>
      <a:spcAft>
        <a:spcPts val="0"/>
      </a:spcAft>
      <a:buClrTx/>
      <a:buSzTx/>
      <a:buFontTx/>
      <a:buNone/>
      <a:tabLst/>
      <a:defRPr kumimoji="0" sz="1125" b="0" i="0" u="none" strike="noStrike" cap="none" spc="0" normalizeH="0" baseline="0">
        <a:ln>
          <a:noFill/>
        </a:ln>
        <a:solidFill>
          <a:srgbClr val="53585F"/>
        </a:solidFill>
        <a:effectLst/>
        <a:uFillTx/>
        <a:latin typeface="Lora Regular"/>
        <a:ea typeface="Lora Regular"/>
        <a:cs typeface="Lora Regular"/>
        <a:sym typeface="Lora Regular"/>
      </a:defRPr>
    </a:lvl9pPr>
  </p:defaultTextStyle>
  <p:extLst>
    <p:ext uri="{EFAFB233-063F-42B5-8137-9DF3F51BA10A}">
      <p15:sldGuideLst xmlns:p15="http://schemas.microsoft.com/office/powerpoint/2012/main">
        <p15:guide id="1" orient="horz" pos="3060" userDrawn="1">
          <p15:clr>
            <a:srgbClr val="A4A3A4"/>
          </p15:clr>
        </p15:guide>
        <p15:guide id="2" pos="342" userDrawn="1">
          <p15:clr>
            <a:srgbClr val="A4A3A4"/>
          </p15:clr>
        </p15:guide>
        <p15:guide id="3" pos="5574" userDrawn="1">
          <p15:clr>
            <a:srgbClr val="A4A3A4"/>
          </p15:clr>
        </p15:guide>
        <p15:guide id="4" pos="3600" userDrawn="1">
          <p15:clr>
            <a:srgbClr val="A4A3A4"/>
          </p15:clr>
        </p15:guide>
        <p15:guide id="5" orient="horz" pos="1188" userDrawn="1">
          <p15:clr>
            <a:srgbClr val="A4A3A4"/>
          </p15:clr>
        </p15:guide>
        <p15:guide id="6" orient="horz" pos="138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0A21D1C-481C-42E6-5763-D6D473DBA526}" name="Matt McCloskey" initials="MM" userId="S::MattMcCloskey@challengergray.com::eeb20105-d598-47a2-b1b0-56f92e7d6576" providerId="AD"/>
  <p188:author id="{D4F2613B-2F8C-A2A6-BCF2-D7C6B63EC5CC}" name="Christian Patlan" initials="CP" userId="S::ChristianPatlan@challengergray.com::d2b02802-d305-42b7-ad28-626d0ec42dd8" providerId="AD"/>
  <p188:author id="{D0CB9C3B-986E-1BCD-8D91-0288D404503A}" name="Karla Monson" initials="KM" userId="S::KarlaMonson@challengergray.com::9ed06ef5-45dd-4d3c-a573-70a2a7ca90e6" providerId="AD"/>
  <p188:author id="{DCB4E54C-36DA-B8F5-ED1B-2F93079A5174}" name="Trey Suddeth" initials="TS" userId="S::trey.suddeth@simon-kucher.com::57d5b911-55d0-4184-ac66-deb2db2d8c09" providerId="AD"/>
  <p188:author id="{2813684D-33BA-3288-0B20-C6365F9EC842}" name="Ameera Seetahal" initials="AS" userId="S::Ameera.Seetahal@simon-kucher.com::ce1ee10c-3fbd-4d3f-ac5b-aa4d0f202648" providerId="AD"/>
  <p188:author id="{CDFD6DE3-22DA-E111-20C6-9CE79BA694EE}" name="karlamonson@challengergray.com" initials="ka" userId="S::urn:spo:guest#karlamonson@challengergray.com::"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0" name="Ciona Lee" initials="CL" lastIdx="5" clrIdx="0"/>
  <p:cmAuthor id="1" name="Jennifer Higgins" initials="JH" lastIdx="1" clrIdx="1">
    <p:extLst>
      <p:ext uri="{19B8F6BF-5375-455C-9EA6-DF929625EA0E}">
        <p15:presenceInfo xmlns:p15="http://schemas.microsoft.com/office/powerpoint/2012/main" userId="S::JH00939970@TechMahindra.com::ea1d00a2-0d6f-471b-9df9-9f2e47ff23c0" providerId="AD"/>
      </p:ext>
    </p:extLst>
  </p:cmAuthor>
  <p:cmAuthor id="2" name="Angela Castaldi" initials="AC" lastIdx="2" clrIdx="2">
    <p:extLst>
      <p:ext uri="{19B8F6BF-5375-455C-9EA6-DF929625EA0E}">
        <p15:presenceInfo xmlns:p15="http://schemas.microsoft.com/office/powerpoint/2012/main" userId="S::Angela.Castaldi@simon-kucher.com::0731a379-e77f-4b3f-880d-03adb14c5a3d"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E2440"/>
    <a:srgbClr val="383838"/>
    <a:srgbClr val="383836"/>
    <a:srgbClr val="3B3B39"/>
    <a:srgbClr val="00227F"/>
    <a:srgbClr val="F4E8DC"/>
    <a:srgbClr val="7F7F7F"/>
    <a:srgbClr val="113D66"/>
    <a:srgbClr val="FDEDF4"/>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87328A7-E069-4728-B594-11B46AD8C5F2}" v="2617" dt="2025-12-19T14:18:17.577"/>
  </p1510:revLst>
</p1510:revInfo>
</file>

<file path=ppt/tableStyles.xml><?xml version="1.0" encoding="utf-8"?>
<a:tblStyleLst xmlns:a="http://schemas.openxmlformats.org/drawingml/2006/main" def="{5940675A-B579-460E-94D1-54222C63F5DA}">
  <a:tblStyle styleId="{4C3C2611-4C71-4FC5-86AE-919BDF0F9419}" styleName="">
    <a:tblBg/>
    <a:wholeTbl>
      <a:tcTxStyle b="off" i="off">
        <a:font>
          <a:latin typeface="Proxima Nova"/>
          <a:ea typeface="Proxima Nova"/>
          <a:cs typeface="Proxima Nova"/>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a:tcStyle>
        <a:tcBdr/>
        <a:fill>
          <a:solidFill>
            <a:srgbClr val="EAEAEA"/>
          </a:solidFill>
        </a:fill>
      </a:tcStyle>
    </a:band2H>
    <a:firstCol>
      <a:tcTxStyle b="on" i="off">
        <a:font>
          <a:latin typeface="Proxima Nova"/>
          <a:ea typeface="Proxima Nova"/>
          <a:cs typeface="Proxima Nova"/>
        </a:font>
        <a:srgbClr val="4CA5D2"/>
      </a:tcTxStyle>
      <a:tcStyle>
        <a:tcBdr>
          <a:left>
            <a:ln w="12700" cap="flat">
              <a:noFill/>
              <a:miter lim="400000"/>
            </a:ln>
          </a:left>
          <a:right>
            <a:ln w="50800" cap="flat">
              <a:solidFill>
                <a:srgbClr val="03A8D6"/>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ff" i="off">
        <a:font>
          <a:latin typeface="Proxima Nova Medium"/>
          <a:ea typeface="Proxima Nova Medium"/>
          <a:cs typeface="Proxima Nova Medium"/>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50800" cap="flat">
              <a:solidFill>
                <a:srgbClr val="0BA8D6"/>
              </a:solidFill>
              <a:prstDash val="solid"/>
              <a:miter lim="400000"/>
            </a:ln>
          </a:top>
          <a:bottom>
            <a:ln w="12700" cap="flat">
              <a:noFill/>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
          <a:latin typeface="Proxima Nova"/>
          <a:ea typeface="Proxima Nova"/>
          <a:cs typeface="Proxima Nova"/>
        </a:font>
        <a:srgbClr val="4CA5D2"/>
      </a:tcTxStyle>
      <a:tcStyle>
        <a:tcBdr>
          <a:left>
            <a:ln w="12700" cap="flat">
              <a:solidFill>
                <a:srgbClr val="000000"/>
              </a:solidFill>
              <a:prstDash val="solid"/>
              <a:miter lim="400000"/>
            </a:ln>
          </a:left>
          <a:right>
            <a:ln w="12700" cap="flat">
              <a:solidFill>
                <a:srgbClr val="000000"/>
              </a:solidFill>
              <a:prstDash val="solid"/>
              <a:miter lim="400000"/>
            </a:ln>
          </a:right>
          <a:top>
            <a:ln w="12700" cap="flat">
              <a:noFill/>
              <a:miter lim="400000"/>
            </a:ln>
          </a:top>
          <a:bottom>
            <a:ln w="50800" cap="flat">
              <a:solidFill>
                <a:srgbClr val="03A8D6"/>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
          <a:latin typeface="Proxima Nova"/>
          <a:ea typeface="Proxima Nova"/>
          <a:cs typeface="Proxima Nova"/>
        </a:font>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12700" cap="flat">
              <a:solidFill>
                <a:srgbClr val="B8B8B8"/>
              </a:solidFill>
              <a:prstDash val="solid"/>
              <a:miter lim="400000"/>
            </a:ln>
          </a:top>
          <a:bottom>
            <a:ln w="12700" cap="flat">
              <a:solidFill>
                <a:srgbClr val="B8B8B8"/>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FFFFFF"/>
          </a:solidFill>
        </a:fill>
      </a:tcStyle>
    </a:wholeTbl>
    <a:band2H>
      <a:tcTxStyle/>
      <a:tcStyle>
        <a:tcBdr/>
        <a:fill>
          <a:solidFill>
            <a:srgbClr val="EAEAEA"/>
          </a:solidFill>
        </a:fill>
      </a:tcStyle>
    </a:band2H>
    <a:firstCol>
      <a:tcTxStyle b="off" i="off">
        <a:font>
          <a:latin typeface="Proxima Nova Medium"/>
          <a:ea typeface="Proxima Nova Medium"/>
          <a:cs typeface="Proxima Nova Medium"/>
        </a:font>
        <a:srgbClr val="000000"/>
      </a:tcTxStyle>
      <a:tcStyle>
        <a:tcBdr>
          <a:left>
            <a:ln w="12700" cap="flat">
              <a:noFill/>
              <a:miter lim="400000"/>
            </a:ln>
          </a:left>
          <a:right>
            <a:ln w="25400" cap="flat">
              <a:solidFill>
                <a:srgbClr val="008ABA"/>
              </a:solidFill>
              <a:prstDash val="solid"/>
              <a:miter lim="400000"/>
            </a:ln>
          </a:right>
          <a:top>
            <a:ln w="12700" cap="flat">
              <a:solidFill>
                <a:srgbClr val="B8B8B8"/>
              </a:solidFill>
              <a:prstDash val="solid"/>
              <a:miter lim="400000"/>
            </a:ln>
          </a:top>
          <a:bottom>
            <a:ln w="12700" cap="flat">
              <a:solidFill>
                <a:srgbClr val="B8B8B8"/>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FFFFFF"/>
          </a:solidFill>
        </a:fill>
      </a:tcStyle>
    </a:firstCol>
    <a:lastRow>
      <a:tcTxStyle b="off" i="off">
        <a:font>
          <a:latin typeface="Proxima Nova Medium"/>
          <a:ea typeface="Proxima Nova Medium"/>
          <a:cs typeface="Proxima Nova Medium"/>
        </a:font>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25400" cap="flat">
              <a:solidFill>
                <a:srgbClr val="008ABA"/>
              </a:solidFill>
              <a:prstDash val="solid"/>
              <a:miter lim="400000"/>
            </a:ln>
          </a:top>
          <a:bottom>
            <a:ln w="12700" cap="flat">
              <a:noFill/>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FFFFFF"/>
          </a:solidFill>
        </a:fill>
      </a:tcStyle>
    </a:lastRow>
    <a:firstRow>
      <a:tcTxStyle b="on" i="off">
        <a:font>
          <a:latin typeface="Proxima Nova"/>
          <a:ea typeface="Proxima Nova"/>
          <a:cs typeface="Proxima Nova"/>
        </a:font>
        <a:srgbClr val="000000"/>
      </a:tcTxStyle>
      <a:tcStyle>
        <a:tcBdr>
          <a:left>
            <a:ln w="12700" cap="flat">
              <a:solidFill>
                <a:srgbClr val="FFFFFF"/>
              </a:solidFill>
              <a:prstDash val="solid"/>
              <a:miter lim="400000"/>
            </a:ln>
          </a:left>
          <a:right>
            <a:ln w="12700" cap="flat">
              <a:solidFill>
                <a:srgbClr val="FFFFFF"/>
              </a:solidFill>
              <a:prstDash val="solid"/>
              <a:miter lim="400000"/>
            </a:ln>
          </a:right>
          <a:top>
            <a:ln w="12700" cap="flat">
              <a:noFill/>
              <a:miter lim="400000"/>
            </a:ln>
          </a:top>
          <a:bottom>
            <a:ln w="12700" cap="flat">
              <a:noFill/>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5ADEFF"/>
          </a:solidFill>
        </a:fill>
      </a:tcStyle>
    </a:firstRow>
  </a:tblStyle>
  <a:tblStyle styleId="{EEE7283C-3CF3-47DC-8721-378D4A62B228}" styleName="">
    <a:tblBg/>
    <a:wholeTbl>
      <a:tcTxStyle b="off" i="off">
        <a:font>
          <a:latin typeface="Proxima Nova"/>
          <a:ea typeface="Proxima Nova"/>
          <a:cs typeface="Proxima Nova"/>
        </a:font>
        <a:srgbClr val="000000"/>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rgbClr val="FFFFFF"/>
          </a:solidFill>
        </a:fill>
      </a:tcStyle>
    </a:wholeTbl>
    <a:band2H>
      <a:tcTxStyle/>
      <a:tcStyle>
        <a:tcBdr/>
        <a:fill>
          <a:solidFill>
            <a:srgbClr val="EAEAEB"/>
          </a:solidFill>
        </a:fill>
      </a:tcStyle>
    </a:band2H>
    <a:firstCol>
      <a:tcTxStyle b="off" i="off">
        <a:font>
          <a:latin typeface="Proxima Nova Medium"/>
          <a:ea typeface="Proxima Nova Medium"/>
          <a:cs typeface="Proxima Nova Medium"/>
        </a:font>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chemeClr val="accent2">
              <a:hueOff val="390196"/>
              <a:satOff val="16169"/>
              <a:lumOff val="-19584"/>
            </a:schemeClr>
          </a:solidFill>
        </a:fill>
      </a:tcStyle>
    </a:firstCol>
    <a:lastRow>
      <a:tcTxStyle b="off" i="off">
        <a:font>
          <a:latin typeface="Proxima Nova"/>
          <a:ea typeface="Proxima Nova"/>
          <a:cs typeface="Proxima Nova"/>
        </a:font>
        <a:srgbClr val="000000"/>
      </a:tcTxStyle>
      <a:tcStyle>
        <a:tcBdr>
          <a:left>
            <a:ln w="12700" cap="flat">
              <a:solidFill>
                <a:srgbClr val="606060"/>
              </a:solidFill>
              <a:prstDash val="solid"/>
              <a:miter lim="400000"/>
            </a:ln>
          </a:left>
          <a:right>
            <a:ln w="12700" cap="flat">
              <a:solidFill>
                <a:srgbClr val="606060"/>
              </a:solidFill>
              <a:prstDash val="solid"/>
              <a:miter lim="400000"/>
            </a:ln>
          </a:right>
          <a:top>
            <a:ln w="254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rgbClr val="FFFFFF"/>
          </a:solidFill>
        </a:fill>
      </a:tcStyle>
    </a:lastRow>
    <a:firstRow>
      <a:tcTxStyle b="off" i="off">
        <a:font>
          <a:latin typeface="Proxima Nova Medium"/>
          <a:ea typeface="Proxima Nova Medium"/>
          <a:cs typeface="Proxima Nova Medium"/>
        </a:font>
        <a:srgbClr val="FFFFFF"/>
      </a:tcTxStyle>
      <a:tcStyle>
        <a:tcBdr>
          <a:left>
            <a:ln w="12700" cap="flat">
              <a:solidFill>
                <a:srgbClr val="929292"/>
              </a:solidFill>
              <a:prstDash val="solid"/>
              <a:miter lim="400000"/>
            </a:ln>
          </a:left>
          <a:right>
            <a:ln w="12700" cap="flat">
              <a:solidFill>
                <a:srgbClr val="929292"/>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929292"/>
              </a:solidFill>
              <a:prstDash val="solid"/>
              <a:miter lim="400000"/>
            </a:ln>
          </a:insideH>
          <a:insideV>
            <a:ln w="12700" cap="flat">
              <a:solidFill>
                <a:srgbClr val="929292"/>
              </a:solidFill>
              <a:prstDash val="solid"/>
              <a:miter lim="400000"/>
            </a:ln>
          </a:insideV>
        </a:tcBdr>
        <a:fill>
          <a:solidFill>
            <a:schemeClr val="accent2">
              <a:hueOff val="312616"/>
              <a:satOff val="21048"/>
              <a:lumOff val="-29411"/>
            </a:schemeClr>
          </a:solidFill>
        </a:fill>
      </a:tcStyle>
    </a:firstRow>
  </a:tblStyle>
  <a:tblStyle styleId="{CF821DB8-F4EB-4A41-A1BA-3FCAFE7338EE}" styleName="">
    <a:tblBg/>
    <a:wholeTbl>
      <a:tcTxStyle b="off" i="off">
        <a:font>
          <a:latin typeface="Proxima Nova"/>
          <a:ea typeface="Proxima Nova"/>
          <a:cs typeface="Proxima Nova"/>
        </a:font>
        <a:srgbClr val="000000"/>
      </a:tcTxStyle>
      <a:tcStyle>
        <a:tcBdr>
          <a:left>
            <a:ln w="12700" cap="flat">
              <a:solidFill>
                <a:srgbClr val="5D5D5D"/>
              </a:solidFill>
              <a:custDash>
                <a:ds d="200000" sp="200000"/>
              </a:custDash>
              <a:miter lim="400000"/>
            </a:ln>
          </a:left>
          <a:right>
            <a:ln w="12700" cap="flat">
              <a:solidFill>
                <a:srgbClr val="5D5D5D"/>
              </a:solidFill>
              <a:custDash>
                <a:ds d="200000" sp="200000"/>
              </a:custDash>
              <a:miter lim="400000"/>
            </a:ln>
          </a:right>
          <a:top>
            <a:ln w="12700" cap="flat">
              <a:solidFill>
                <a:srgbClr val="5D5D5D"/>
              </a:solidFill>
              <a:custDash>
                <a:ds d="200000" sp="200000"/>
              </a:custDash>
              <a:miter lim="400000"/>
            </a:ln>
          </a:top>
          <a:bottom>
            <a:ln w="12700" cap="flat">
              <a:solidFill>
                <a:srgbClr val="5D5D5D"/>
              </a:solidFill>
              <a:custDash>
                <a:ds d="200000" sp="200000"/>
              </a:custDash>
              <a:miter lim="400000"/>
            </a:ln>
          </a:bottom>
          <a:insideH>
            <a:ln w="12700" cap="flat">
              <a:solidFill>
                <a:srgbClr val="5D5D5D"/>
              </a:solidFill>
              <a:custDash>
                <a:ds d="200000" sp="200000"/>
              </a:custDash>
              <a:miter lim="400000"/>
            </a:ln>
          </a:insideH>
          <a:insideV>
            <a:ln w="12700" cap="flat">
              <a:solidFill>
                <a:srgbClr val="5D5D5D"/>
              </a:solidFill>
              <a:custDash>
                <a:ds d="200000" sp="200000"/>
              </a:custDash>
              <a:miter lim="400000"/>
            </a:ln>
          </a:insideV>
        </a:tcBdr>
        <a:fill>
          <a:solidFill>
            <a:srgbClr val="FAF7E9"/>
          </a:solidFill>
        </a:fill>
      </a:tcStyle>
    </a:wholeTbl>
    <a:band2H>
      <a:tcTxStyle/>
      <a:tcStyle>
        <a:tcBdr/>
        <a:fill>
          <a:solidFill>
            <a:srgbClr val="EDEADD"/>
          </a:solidFill>
        </a:fill>
      </a:tcStyle>
    </a:band2H>
    <a:firstCol>
      <a:tcTxStyle b="off" i="off">
        <a:font>
          <a:latin typeface="Proxima Nova Medium"/>
          <a:ea typeface="Proxima Nova Medium"/>
          <a:cs typeface="Proxima Nova Medium"/>
        </a:font>
        <a:srgbClr val="000000"/>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FD238"/>
          </a:solidFill>
        </a:fill>
      </a:tcStyle>
    </a:firstCol>
    <a:lastRow>
      <a:tcTxStyle b="off" i="off">
        <a:font>
          <a:latin typeface="Proxima Nova Medium"/>
          <a:ea typeface="Proxima Nova Medium"/>
          <a:cs typeface="Proxima Nova Medium"/>
        </a:font>
        <a:srgbClr val="000000"/>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9F7EA"/>
          </a:solidFill>
        </a:fill>
      </a:tcStyle>
    </a:lastRow>
    <a:firstRow>
      <a:tcTxStyle b="off" i="off">
        <a:font>
          <a:latin typeface="Proxima Nova Medium"/>
          <a:ea typeface="Proxima Nova Medium"/>
          <a:cs typeface="Proxima Nova Medium"/>
        </a:font>
        <a:srgbClr val="000000"/>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F9A00"/>
          </a:solidFill>
        </a:fill>
      </a:tcStyle>
    </a:firstRow>
  </a:tblStyle>
  <a:tblStyle styleId="{33BA23B1-9221-436E-865A-0063620EA4FD}" styleName="">
    <a:tblBg/>
    <a:wholeTbl>
      <a:tcTxStyle b="off" i="off">
        <a:font>
          <a:latin typeface="Proxima Nova"/>
          <a:ea typeface="Proxima Nova"/>
          <a:cs typeface="Proxima Nova"/>
        </a:font>
        <a:srgbClr val="000000"/>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FFFFFF"/>
          </a:solidFill>
        </a:fill>
      </a:tcStyle>
    </a:wholeTbl>
    <a:band2H>
      <a:tcTxStyle/>
      <a:tcStyle>
        <a:tcBdr/>
        <a:fill>
          <a:solidFill>
            <a:srgbClr val="EBEBEB"/>
          </a:solidFill>
        </a:fill>
      </a:tcStyle>
    </a:band2H>
    <a:firstCol>
      <a:tcTxStyle b="on" i="off">
        <a:font>
          <a:latin typeface="Proxima Nova"/>
          <a:ea typeface="Proxima Nova"/>
          <a:cs typeface="Proxima Nova"/>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chemeClr val="accent6">
              <a:hueOff val="-219922"/>
              <a:satOff val="-56679"/>
              <a:lumOff val="-26479"/>
            </a:schemeClr>
          </a:solidFill>
        </a:fill>
      </a:tcStyle>
    </a:firstCol>
    <a:lastRow>
      <a:tcTxStyle b="off" i="off">
        <a:font>
          <a:latin typeface="Proxima Nova Medium"/>
          <a:ea typeface="Proxima Nova Medium"/>
          <a:cs typeface="Proxima Nova Medium"/>
        </a:font>
        <a:srgbClr val="000000"/>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EAEBEB"/>
          </a:solidFill>
        </a:fill>
      </a:tcStyle>
    </a:lastRow>
    <a:firstRow>
      <a:tcTxStyle b="on" i="off">
        <a:font>
          <a:latin typeface="Proxima Nova"/>
          <a:ea typeface="Proxima Nova"/>
          <a:cs typeface="Proxima Nova"/>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chemeClr val="accent6">
              <a:hueOff val="-228106"/>
              <a:satOff val="-38633"/>
              <a:lumOff val="-17889"/>
            </a:schemeClr>
          </a:solidFill>
        </a:fill>
      </a:tcStyle>
    </a:firstRow>
  </a:tblStyle>
  <a:tblStyle styleId="{2708684C-4D16-4618-839F-0558EEFCDFE6}" styleName="">
    <a:tblBg/>
    <a:wholeTbl>
      <a:tcTxStyle b="off" i="off">
        <a:font>
          <a:latin typeface="Proxima Nova"/>
          <a:ea typeface="Proxima Nova"/>
          <a:cs typeface="Proxima Nova"/>
        </a:font>
        <a:srgbClr val="000000"/>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D5D5D5"/>
          </a:solidFill>
        </a:fill>
      </a:tcStyle>
    </a:wholeTbl>
    <a:band2H>
      <a:tcTxStyle/>
      <a:tcStyle>
        <a:tcBdr/>
        <a:fill>
          <a:solidFill>
            <a:srgbClr val="BBBBBB"/>
          </a:solidFill>
        </a:fill>
      </a:tcStyle>
    </a:band2H>
    <a:firstCol>
      <a:tcTxStyle b="on" i="off">
        <a:font>
          <a:latin typeface="Proxima Nova"/>
          <a:ea typeface="Proxima Nova"/>
          <a:cs typeface="Proxima Nova"/>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5E5E5E"/>
          </a:solidFill>
        </a:fill>
      </a:tcStyle>
    </a:firstCol>
    <a:lastRow>
      <a:tcTxStyle b="on" i="off">
        <a:font>
          <a:latin typeface="Proxima Nova"/>
          <a:ea typeface="Proxima Nova"/>
          <a:cs typeface="Proxima Nova"/>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929292"/>
          </a:solidFill>
        </a:fill>
      </a:tcStyle>
    </a:lastRow>
    <a:firstRow>
      <a:tcTxStyle b="on" i="off">
        <a:font>
          <a:latin typeface="Proxima Nova"/>
          <a:ea typeface="Proxima Nova"/>
          <a:cs typeface="Proxima Nova"/>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92929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126" d="100"/>
          <a:sy n="126" d="100"/>
        </p:scale>
        <p:origin x="128" y="96"/>
      </p:cViewPr>
      <p:guideLst>
        <p:guide orient="horz" pos="3060"/>
        <p:guide pos="342"/>
        <p:guide pos="5574"/>
        <p:guide pos="3600"/>
        <p:guide orient="horz" pos="1188"/>
        <p:guide orient="horz" pos="138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5.xml"/><Relationship Id="rId18" Type="http://schemas.openxmlformats.org/officeDocument/2006/relationships/slide" Target="slides/slide10.xml"/><Relationship Id="rId26" Type="http://schemas.openxmlformats.org/officeDocument/2006/relationships/slide" Target="slides/slide18.xml"/><Relationship Id="rId21" Type="http://schemas.openxmlformats.org/officeDocument/2006/relationships/slide" Target="slides/slide13.xml"/><Relationship Id="rId34" Type="http://schemas.openxmlformats.org/officeDocument/2006/relationships/tableStyles" Target="tableStyles.xml"/><Relationship Id="rId7" Type="http://schemas.openxmlformats.org/officeDocument/2006/relationships/slideMaster" Target="slideMasters/slideMaster4.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slide" Target="slides/slide17.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8.xml"/><Relationship Id="rId20" Type="http://schemas.openxmlformats.org/officeDocument/2006/relationships/slide" Target="slides/slide12.xml"/><Relationship Id="rId29"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3.xml"/><Relationship Id="rId24" Type="http://schemas.openxmlformats.org/officeDocument/2006/relationships/slide" Target="slides/slide16.xml"/><Relationship Id="rId32" Type="http://schemas.openxmlformats.org/officeDocument/2006/relationships/viewProps" Target="viewProps.xml"/><Relationship Id="rId37" Type="http://schemas.microsoft.com/office/2018/10/relationships/authors" Target="authors.xml"/><Relationship Id="rId5" Type="http://schemas.openxmlformats.org/officeDocument/2006/relationships/slideMaster" Target="slideMasters/slideMaster2.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notesMaster" Target="notesMasters/notesMaster1.xml"/><Relationship Id="rId36" Type="http://schemas.microsoft.com/office/2015/10/relationships/revisionInfo" Target="revisionInfo.xml"/><Relationship Id="rId10" Type="http://schemas.openxmlformats.org/officeDocument/2006/relationships/slide" Target="slides/slide2.xml"/><Relationship Id="rId19" Type="http://schemas.openxmlformats.org/officeDocument/2006/relationships/slide" Target="slides/slide11.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slide" Target="slides/slide19.xml"/><Relationship Id="rId30" Type="http://schemas.openxmlformats.org/officeDocument/2006/relationships/commentAuthors" Target="commentAuthors.xml"/><Relationship Id="rId35" Type="http://schemas.microsoft.com/office/2016/11/relationships/changesInfo" Target="changesInfos/changesInfo1.xml"/><Relationship Id="rId8" Type="http://schemas.openxmlformats.org/officeDocument/2006/relationships/slideMaster" Target="slideMasters/slideMaster5.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ulie Katz" userId="0813b9f5-dfa2-45f4-a239-fe45c071c160" providerId="ADAL" clId="{8AA167E6-478D-4D4B-A4CF-D648AE31770F}"/>
    <pc:docChg chg="undo custSel addSld delSld modSld sldOrd delMainMaster">
      <pc:chgData name="Julie Katz" userId="0813b9f5-dfa2-45f4-a239-fe45c071c160" providerId="ADAL" clId="{8AA167E6-478D-4D4B-A4CF-D648AE31770F}" dt="2025-12-19T14:19:03.111" v="5101" actId="47"/>
      <pc:docMkLst>
        <pc:docMk/>
      </pc:docMkLst>
      <pc:sldChg chg="delSp modSp mod">
        <pc:chgData name="Julie Katz" userId="0813b9f5-dfa2-45f4-a239-fe45c071c160" providerId="ADAL" clId="{8AA167E6-478D-4D4B-A4CF-D648AE31770F}" dt="2025-12-12T18:54:53.704" v="43" actId="20577"/>
        <pc:sldMkLst>
          <pc:docMk/>
          <pc:sldMk cId="0" sldId="258"/>
        </pc:sldMkLst>
        <pc:spChg chg="mod">
          <ac:chgData name="Julie Katz" userId="0813b9f5-dfa2-45f4-a239-fe45c071c160" providerId="ADAL" clId="{8AA167E6-478D-4D4B-A4CF-D648AE31770F}" dt="2025-12-12T18:48:15.572" v="16" actId="20577"/>
          <ac:spMkLst>
            <pc:docMk/>
            <pc:sldMk cId="0" sldId="258"/>
            <ac:spMk id="4" creationId="{322D09FD-0DC0-18B9-DDF5-B2AD44712690}"/>
          </ac:spMkLst>
        </pc:spChg>
        <pc:spChg chg="mod">
          <ac:chgData name="Julie Katz" userId="0813b9f5-dfa2-45f4-a239-fe45c071c160" providerId="ADAL" clId="{8AA167E6-478D-4D4B-A4CF-D648AE31770F}" dt="2025-12-12T18:54:53.704" v="43" actId="20577"/>
          <ac:spMkLst>
            <pc:docMk/>
            <pc:sldMk cId="0" sldId="258"/>
            <ac:spMk id="5" creationId="{29F6EC75-4B6E-E6ED-B1EE-5D7AE6ECEA5B}"/>
          </ac:spMkLst>
        </pc:spChg>
      </pc:sldChg>
      <pc:sldChg chg="modSp mod">
        <pc:chgData name="Julie Katz" userId="0813b9f5-dfa2-45f4-a239-fe45c071c160" providerId="ADAL" clId="{8AA167E6-478D-4D4B-A4CF-D648AE31770F}" dt="2025-12-19T14:10:06.805" v="4822" actId="20577"/>
        <pc:sldMkLst>
          <pc:docMk/>
          <pc:sldMk cId="0" sldId="281"/>
        </pc:sldMkLst>
        <pc:spChg chg="mod">
          <ac:chgData name="Julie Katz" userId="0813b9f5-dfa2-45f4-a239-fe45c071c160" providerId="ADAL" clId="{8AA167E6-478D-4D4B-A4CF-D648AE31770F}" dt="2025-12-19T14:10:06.805" v="4822" actId="20577"/>
          <ac:spMkLst>
            <pc:docMk/>
            <pc:sldMk cId="0" sldId="281"/>
            <ac:spMk id="291" creationId="{00000000-0000-0000-0000-000000000000}"/>
          </ac:spMkLst>
        </pc:spChg>
        <pc:spChg chg="mod">
          <ac:chgData name="Julie Katz" userId="0813b9f5-dfa2-45f4-a239-fe45c071c160" providerId="ADAL" clId="{8AA167E6-478D-4D4B-A4CF-D648AE31770F}" dt="2025-12-12T18:58:05.159" v="413" actId="20577"/>
          <ac:spMkLst>
            <pc:docMk/>
            <pc:sldMk cId="0" sldId="281"/>
            <ac:spMk id="292" creationId="{00000000-0000-0000-0000-000000000000}"/>
          </ac:spMkLst>
        </pc:spChg>
      </pc:sldChg>
      <pc:sldChg chg="delSp modSp mod">
        <pc:chgData name="Julie Katz" userId="0813b9f5-dfa2-45f4-a239-fe45c071c160" providerId="ADAL" clId="{8AA167E6-478D-4D4B-A4CF-D648AE31770F}" dt="2025-12-12T20:23:30.046" v="1361" actId="1076"/>
        <pc:sldMkLst>
          <pc:docMk/>
          <pc:sldMk cId="252300670" sldId="333"/>
        </pc:sldMkLst>
        <pc:spChg chg="mod">
          <ac:chgData name="Julie Katz" userId="0813b9f5-dfa2-45f4-a239-fe45c071c160" providerId="ADAL" clId="{8AA167E6-478D-4D4B-A4CF-D648AE31770F}" dt="2025-12-12T20:20:37.947" v="943" actId="20577"/>
          <ac:spMkLst>
            <pc:docMk/>
            <pc:sldMk cId="252300670" sldId="333"/>
            <ac:spMk id="296" creationId="{ED34276C-625F-C5D1-E211-BE116978B151}"/>
          </ac:spMkLst>
        </pc:spChg>
        <pc:spChg chg="mod">
          <ac:chgData name="Julie Katz" userId="0813b9f5-dfa2-45f4-a239-fe45c071c160" providerId="ADAL" clId="{8AA167E6-478D-4D4B-A4CF-D648AE31770F}" dt="2025-12-12T20:23:30.046" v="1361" actId="1076"/>
          <ac:spMkLst>
            <pc:docMk/>
            <pc:sldMk cId="252300670" sldId="333"/>
            <ac:spMk id="304" creationId="{E27C31ED-87CA-C93E-60C2-3A2DAA34BAC4}"/>
          </ac:spMkLst>
        </pc:spChg>
        <pc:spChg chg="mod">
          <ac:chgData name="Julie Katz" userId="0813b9f5-dfa2-45f4-a239-fe45c071c160" providerId="ADAL" clId="{8AA167E6-478D-4D4B-A4CF-D648AE31770F}" dt="2025-12-12T20:21:31.518" v="1056" actId="5793"/>
          <ac:spMkLst>
            <pc:docMk/>
            <pc:sldMk cId="252300670" sldId="333"/>
            <ac:spMk id="305" creationId="{BAA11028-6686-D55F-19BC-AE66B31DB890}"/>
          </ac:spMkLst>
        </pc:spChg>
        <pc:spChg chg="mod">
          <ac:chgData name="Julie Katz" userId="0813b9f5-dfa2-45f4-a239-fe45c071c160" providerId="ADAL" clId="{8AA167E6-478D-4D4B-A4CF-D648AE31770F}" dt="2025-12-12T20:23:16.168" v="1360" actId="20577"/>
          <ac:spMkLst>
            <pc:docMk/>
            <pc:sldMk cId="252300670" sldId="333"/>
            <ac:spMk id="307" creationId="{C5019B90-72C7-059D-BF66-8569FCB64570}"/>
          </ac:spMkLst>
        </pc:spChg>
      </pc:sldChg>
      <pc:sldChg chg="del">
        <pc:chgData name="Julie Katz" userId="0813b9f5-dfa2-45f4-a239-fe45c071c160" providerId="ADAL" clId="{8AA167E6-478D-4D4B-A4CF-D648AE31770F}" dt="2025-12-19T14:19:03.111" v="5101" actId="47"/>
        <pc:sldMkLst>
          <pc:docMk/>
          <pc:sldMk cId="0" sldId="366"/>
        </pc:sldMkLst>
      </pc:sldChg>
      <pc:sldChg chg="del">
        <pc:chgData name="Julie Katz" userId="0813b9f5-dfa2-45f4-a239-fe45c071c160" providerId="ADAL" clId="{8AA167E6-478D-4D4B-A4CF-D648AE31770F}" dt="2025-12-19T14:18:52.684" v="5089" actId="47"/>
        <pc:sldMkLst>
          <pc:docMk/>
          <pc:sldMk cId="0" sldId="397"/>
        </pc:sldMkLst>
      </pc:sldChg>
      <pc:sldChg chg="del">
        <pc:chgData name="Julie Katz" userId="0813b9f5-dfa2-45f4-a239-fe45c071c160" providerId="ADAL" clId="{8AA167E6-478D-4D4B-A4CF-D648AE31770F}" dt="2025-12-19T14:18:45.480" v="5084" actId="47"/>
        <pc:sldMkLst>
          <pc:docMk/>
          <pc:sldMk cId="3653328282" sldId="398"/>
        </pc:sldMkLst>
      </pc:sldChg>
      <pc:sldChg chg="del">
        <pc:chgData name="Julie Katz" userId="0813b9f5-dfa2-45f4-a239-fe45c071c160" providerId="ADAL" clId="{8AA167E6-478D-4D4B-A4CF-D648AE31770F}" dt="2025-12-19T14:18:56.945" v="5093" actId="47"/>
        <pc:sldMkLst>
          <pc:docMk/>
          <pc:sldMk cId="4244210582" sldId="404"/>
        </pc:sldMkLst>
      </pc:sldChg>
      <pc:sldChg chg="del">
        <pc:chgData name="Julie Katz" userId="0813b9f5-dfa2-45f4-a239-fe45c071c160" providerId="ADAL" clId="{8AA167E6-478D-4D4B-A4CF-D648AE31770F}" dt="2025-12-19T14:18:57.524" v="5094" actId="47"/>
        <pc:sldMkLst>
          <pc:docMk/>
          <pc:sldMk cId="3339518428" sldId="429"/>
        </pc:sldMkLst>
      </pc:sldChg>
      <pc:sldChg chg="del">
        <pc:chgData name="Julie Katz" userId="0813b9f5-dfa2-45f4-a239-fe45c071c160" providerId="ADAL" clId="{8AA167E6-478D-4D4B-A4CF-D648AE31770F}" dt="2025-12-19T14:18:59.341" v="5096" actId="47"/>
        <pc:sldMkLst>
          <pc:docMk/>
          <pc:sldMk cId="854202714" sldId="517"/>
        </pc:sldMkLst>
      </pc:sldChg>
      <pc:sldChg chg="del">
        <pc:chgData name="Julie Katz" userId="0813b9f5-dfa2-45f4-a239-fe45c071c160" providerId="ADAL" clId="{8AA167E6-478D-4D4B-A4CF-D648AE31770F}" dt="2025-12-19T14:18:50.677" v="5086" actId="47"/>
        <pc:sldMkLst>
          <pc:docMk/>
          <pc:sldMk cId="2961345343" sldId="566"/>
        </pc:sldMkLst>
      </pc:sldChg>
      <pc:sldChg chg="del">
        <pc:chgData name="Julie Katz" userId="0813b9f5-dfa2-45f4-a239-fe45c071c160" providerId="ADAL" clId="{8AA167E6-478D-4D4B-A4CF-D648AE31770F}" dt="2025-12-19T14:18:53.259" v="5090" actId="47"/>
        <pc:sldMkLst>
          <pc:docMk/>
          <pc:sldMk cId="2339616978" sldId="2147481241"/>
        </pc:sldMkLst>
      </pc:sldChg>
      <pc:sldChg chg="del">
        <pc:chgData name="Julie Katz" userId="0813b9f5-dfa2-45f4-a239-fe45c071c160" providerId="ADAL" clId="{8AA167E6-478D-4D4B-A4CF-D648AE31770F}" dt="2025-12-19T14:18:49.449" v="5085" actId="47"/>
        <pc:sldMkLst>
          <pc:docMk/>
          <pc:sldMk cId="2928374473" sldId="2147481242"/>
        </pc:sldMkLst>
      </pc:sldChg>
      <pc:sldChg chg="del">
        <pc:chgData name="Julie Katz" userId="0813b9f5-dfa2-45f4-a239-fe45c071c160" providerId="ADAL" clId="{8AA167E6-478D-4D4B-A4CF-D648AE31770F}" dt="2025-12-19T14:18:53.688" v="5091" actId="47"/>
        <pc:sldMkLst>
          <pc:docMk/>
          <pc:sldMk cId="1567675397" sldId="2147481243"/>
        </pc:sldMkLst>
      </pc:sldChg>
      <pc:sldChg chg="del">
        <pc:chgData name="Julie Katz" userId="0813b9f5-dfa2-45f4-a239-fe45c071c160" providerId="ADAL" clId="{8AA167E6-478D-4D4B-A4CF-D648AE31770F}" dt="2025-12-19T14:19:00.454" v="5098" actId="47"/>
        <pc:sldMkLst>
          <pc:docMk/>
          <pc:sldMk cId="4091465674" sldId="2147481246"/>
        </pc:sldMkLst>
      </pc:sldChg>
      <pc:sldChg chg="del">
        <pc:chgData name="Julie Katz" userId="0813b9f5-dfa2-45f4-a239-fe45c071c160" providerId="ADAL" clId="{8AA167E6-478D-4D4B-A4CF-D648AE31770F}" dt="2025-12-19T14:18:54.944" v="5092" actId="47"/>
        <pc:sldMkLst>
          <pc:docMk/>
          <pc:sldMk cId="2724426393" sldId="2147481247"/>
        </pc:sldMkLst>
      </pc:sldChg>
      <pc:sldChg chg="modSp mod">
        <pc:chgData name="Julie Katz" userId="0813b9f5-dfa2-45f4-a239-fe45c071c160" providerId="ADAL" clId="{8AA167E6-478D-4D4B-A4CF-D648AE31770F}" dt="2025-12-12T18:57:31.282" v="387" actId="6549"/>
        <pc:sldMkLst>
          <pc:docMk/>
          <pc:sldMk cId="1491729687" sldId="2147481248"/>
        </pc:sldMkLst>
        <pc:spChg chg="mod">
          <ac:chgData name="Julie Katz" userId="0813b9f5-dfa2-45f4-a239-fe45c071c160" providerId="ADAL" clId="{8AA167E6-478D-4D4B-A4CF-D648AE31770F}" dt="2025-12-12T18:57:31.282" v="387" actId="6549"/>
          <ac:spMkLst>
            <pc:docMk/>
            <pc:sldMk cId="1491729687" sldId="2147481248"/>
            <ac:spMk id="5" creationId="{0FFE07C6-6BAE-5A53-154F-DAFA30FF0B36}"/>
          </ac:spMkLst>
        </pc:spChg>
      </pc:sldChg>
      <pc:sldChg chg="del">
        <pc:chgData name="Julie Katz" userId="0813b9f5-dfa2-45f4-a239-fe45c071c160" providerId="ADAL" clId="{8AA167E6-478D-4D4B-A4CF-D648AE31770F}" dt="2025-12-19T14:19:01.755" v="5100" actId="47"/>
        <pc:sldMkLst>
          <pc:docMk/>
          <pc:sldMk cId="835387705" sldId="2147481254"/>
        </pc:sldMkLst>
      </pc:sldChg>
      <pc:sldChg chg="addSp modSp mod modAnim">
        <pc:chgData name="Julie Katz" userId="0813b9f5-dfa2-45f4-a239-fe45c071c160" providerId="ADAL" clId="{8AA167E6-478D-4D4B-A4CF-D648AE31770F}" dt="2025-12-17T00:44:42.503" v="4522" actId="20577"/>
        <pc:sldMkLst>
          <pc:docMk/>
          <pc:sldMk cId="834344325" sldId="2147481282"/>
        </pc:sldMkLst>
        <pc:spChg chg="mod">
          <ac:chgData name="Julie Katz" userId="0813b9f5-dfa2-45f4-a239-fe45c071c160" providerId="ADAL" clId="{8AA167E6-478D-4D4B-A4CF-D648AE31770F}" dt="2025-12-17T00:44:06.963" v="4415" actId="20577"/>
          <ac:spMkLst>
            <pc:docMk/>
            <pc:sldMk cId="834344325" sldId="2147481282"/>
            <ac:spMk id="4" creationId="{60301315-EFA8-4C85-BC0A-D4AA5C9FBCDC}"/>
          </ac:spMkLst>
        </pc:spChg>
        <pc:spChg chg="mod">
          <ac:chgData name="Julie Katz" userId="0813b9f5-dfa2-45f4-a239-fe45c071c160" providerId="ADAL" clId="{8AA167E6-478D-4D4B-A4CF-D648AE31770F}" dt="2025-12-17T00:44:42.503" v="4522" actId="20577"/>
          <ac:spMkLst>
            <pc:docMk/>
            <pc:sldMk cId="834344325" sldId="2147481282"/>
            <ac:spMk id="7" creationId="{45CF7560-1074-DBBF-D0CF-F1C194FD133D}"/>
          </ac:spMkLst>
        </pc:spChg>
        <pc:spChg chg="mod">
          <ac:chgData name="Julie Katz" userId="0813b9f5-dfa2-45f4-a239-fe45c071c160" providerId="ADAL" clId="{8AA167E6-478D-4D4B-A4CF-D648AE31770F}" dt="2025-12-17T00:36:15.358" v="3971" actId="20577"/>
          <ac:spMkLst>
            <pc:docMk/>
            <pc:sldMk cId="834344325" sldId="2147481282"/>
            <ac:spMk id="13" creationId="{BB2D1D3D-3ED6-2647-89BE-F2BB8C647DFF}"/>
          </ac:spMkLst>
        </pc:spChg>
        <pc:picChg chg="add mod">
          <ac:chgData name="Julie Katz" userId="0813b9f5-dfa2-45f4-a239-fe45c071c160" providerId="ADAL" clId="{8AA167E6-478D-4D4B-A4CF-D648AE31770F}" dt="2025-12-17T00:44:03.181" v="4414" actId="1076"/>
          <ac:picMkLst>
            <pc:docMk/>
            <pc:sldMk cId="834344325" sldId="2147481282"/>
            <ac:picMk id="3" creationId="{5FBFE7F6-E426-D32B-1316-9190672F1E07}"/>
          </ac:picMkLst>
        </pc:picChg>
      </pc:sldChg>
      <pc:sldChg chg="del">
        <pc:chgData name="Julie Katz" userId="0813b9f5-dfa2-45f4-a239-fe45c071c160" providerId="ADAL" clId="{8AA167E6-478D-4D4B-A4CF-D648AE31770F}" dt="2025-12-19T14:18:43.379" v="5083" actId="47"/>
        <pc:sldMkLst>
          <pc:docMk/>
          <pc:sldMk cId="563007818" sldId="2147481284"/>
        </pc:sldMkLst>
      </pc:sldChg>
      <pc:sldChg chg="modSp mod ord">
        <pc:chgData name="Julie Katz" userId="0813b9f5-dfa2-45f4-a239-fe45c071c160" providerId="ADAL" clId="{8AA167E6-478D-4D4B-A4CF-D648AE31770F}" dt="2025-12-17T00:27:31.219" v="3914" actId="20577"/>
        <pc:sldMkLst>
          <pc:docMk/>
          <pc:sldMk cId="237219754" sldId="2147481285"/>
        </pc:sldMkLst>
        <pc:spChg chg="mod">
          <ac:chgData name="Julie Katz" userId="0813b9f5-dfa2-45f4-a239-fe45c071c160" providerId="ADAL" clId="{8AA167E6-478D-4D4B-A4CF-D648AE31770F}" dt="2025-12-17T00:15:37.168" v="3279" actId="20577"/>
          <ac:spMkLst>
            <pc:docMk/>
            <pc:sldMk cId="237219754" sldId="2147481285"/>
            <ac:spMk id="2" creationId="{C0E0C70B-1E20-3048-BB6A-B68196DA8C18}"/>
          </ac:spMkLst>
        </pc:spChg>
        <pc:spChg chg="mod">
          <ac:chgData name="Julie Katz" userId="0813b9f5-dfa2-45f4-a239-fe45c071c160" providerId="ADAL" clId="{8AA167E6-478D-4D4B-A4CF-D648AE31770F}" dt="2025-12-17T00:25:54.406" v="3833" actId="6549"/>
          <ac:spMkLst>
            <pc:docMk/>
            <pc:sldMk cId="237219754" sldId="2147481285"/>
            <ac:spMk id="3" creationId="{A8D67C97-D072-AFF6-B533-E995CC0D779A}"/>
          </ac:spMkLst>
        </pc:spChg>
        <pc:spChg chg="mod">
          <ac:chgData name="Julie Katz" userId="0813b9f5-dfa2-45f4-a239-fe45c071c160" providerId="ADAL" clId="{8AA167E6-478D-4D4B-A4CF-D648AE31770F}" dt="2025-12-17T00:25:47.095" v="3832" actId="14100"/>
          <ac:spMkLst>
            <pc:docMk/>
            <pc:sldMk cId="237219754" sldId="2147481285"/>
            <ac:spMk id="4" creationId="{9ED0ABDE-F6A3-CB61-5530-DBB59F1FC859}"/>
          </ac:spMkLst>
        </pc:spChg>
        <pc:spChg chg="mod">
          <ac:chgData name="Julie Katz" userId="0813b9f5-dfa2-45f4-a239-fe45c071c160" providerId="ADAL" clId="{8AA167E6-478D-4D4B-A4CF-D648AE31770F}" dt="2025-12-17T00:25:17.311" v="3748" actId="20577"/>
          <ac:spMkLst>
            <pc:docMk/>
            <pc:sldMk cId="237219754" sldId="2147481285"/>
            <ac:spMk id="5" creationId="{9769B206-27A0-B15C-ECE8-37E77D0BB26D}"/>
          </ac:spMkLst>
        </pc:spChg>
        <pc:spChg chg="mod">
          <ac:chgData name="Julie Katz" userId="0813b9f5-dfa2-45f4-a239-fe45c071c160" providerId="ADAL" clId="{8AA167E6-478D-4D4B-A4CF-D648AE31770F}" dt="2025-12-17T00:27:31.219" v="3914" actId="20577"/>
          <ac:spMkLst>
            <pc:docMk/>
            <pc:sldMk cId="237219754" sldId="2147481285"/>
            <ac:spMk id="7" creationId="{AF798DC9-E1C5-FEE8-2D61-5CA73D90179D}"/>
          </ac:spMkLst>
        </pc:spChg>
        <pc:spChg chg="mod">
          <ac:chgData name="Julie Katz" userId="0813b9f5-dfa2-45f4-a239-fe45c071c160" providerId="ADAL" clId="{8AA167E6-478D-4D4B-A4CF-D648AE31770F}" dt="2025-12-17T00:27:05.580" v="3848" actId="20577"/>
          <ac:spMkLst>
            <pc:docMk/>
            <pc:sldMk cId="237219754" sldId="2147481285"/>
            <ac:spMk id="8" creationId="{F2498F8D-AE81-52E8-3787-B4880EC76EA6}"/>
          </ac:spMkLst>
        </pc:spChg>
        <pc:spChg chg="mod">
          <ac:chgData name="Julie Katz" userId="0813b9f5-dfa2-45f4-a239-fe45c071c160" providerId="ADAL" clId="{8AA167E6-478D-4D4B-A4CF-D648AE31770F}" dt="2025-12-17T00:22:23.186" v="3362" actId="20577"/>
          <ac:spMkLst>
            <pc:docMk/>
            <pc:sldMk cId="237219754" sldId="2147481285"/>
            <ac:spMk id="10" creationId="{18073003-4ADF-8F14-7419-ADCCC9D59652}"/>
          </ac:spMkLst>
        </pc:spChg>
        <pc:spChg chg="mod">
          <ac:chgData name="Julie Katz" userId="0813b9f5-dfa2-45f4-a239-fe45c071c160" providerId="ADAL" clId="{8AA167E6-478D-4D4B-A4CF-D648AE31770F}" dt="2025-12-17T00:23:13.783" v="3473" actId="20577"/>
          <ac:spMkLst>
            <pc:docMk/>
            <pc:sldMk cId="237219754" sldId="2147481285"/>
            <ac:spMk id="681" creationId="{B34301A2-CA9D-974D-33B2-D6DC5DE7AF92}"/>
          </ac:spMkLst>
        </pc:spChg>
        <pc:spChg chg="mod">
          <ac:chgData name="Julie Katz" userId="0813b9f5-dfa2-45f4-a239-fe45c071c160" providerId="ADAL" clId="{8AA167E6-478D-4D4B-A4CF-D648AE31770F}" dt="2025-12-17T00:21:43.603" v="3292" actId="20577"/>
          <ac:spMkLst>
            <pc:docMk/>
            <pc:sldMk cId="237219754" sldId="2147481285"/>
            <ac:spMk id="684" creationId="{EFFE1F84-68B9-81D1-9B73-A6423481FAE4}"/>
          </ac:spMkLst>
        </pc:spChg>
        <pc:spChg chg="mod">
          <ac:chgData name="Julie Katz" userId="0813b9f5-dfa2-45f4-a239-fe45c071c160" providerId="ADAL" clId="{8AA167E6-478D-4D4B-A4CF-D648AE31770F}" dt="2025-12-17T00:22:42.931" v="3375" actId="20577"/>
          <ac:spMkLst>
            <pc:docMk/>
            <pc:sldMk cId="237219754" sldId="2147481285"/>
            <ac:spMk id="685" creationId="{BFAFDCF0-F606-B22B-AE18-0F41D83590D2}"/>
          </ac:spMkLst>
        </pc:spChg>
        <pc:spChg chg="mod">
          <ac:chgData name="Julie Katz" userId="0813b9f5-dfa2-45f4-a239-fe45c071c160" providerId="ADAL" clId="{8AA167E6-478D-4D4B-A4CF-D648AE31770F}" dt="2025-12-17T00:23:56.191" v="3568" actId="20577"/>
          <ac:spMkLst>
            <pc:docMk/>
            <pc:sldMk cId="237219754" sldId="2147481285"/>
            <ac:spMk id="686" creationId="{70D1B5E8-18DE-E142-0DD1-7CC7FD02EEEE}"/>
          </ac:spMkLst>
        </pc:spChg>
        <pc:spChg chg="mod">
          <ac:chgData name="Julie Katz" userId="0813b9f5-dfa2-45f4-a239-fe45c071c160" providerId="ADAL" clId="{8AA167E6-478D-4D4B-A4CF-D648AE31770F}" dt="2025-12-17T00:23:26.173" v="3488" actId="20577"/>
          <ac:spMkLst>
            <pc:docMk/>
            <pc:sldMk cId="237219754" sldId="2147481285"/>
            <ac:spMk id="687" creationId="{7D199D27-F58D-ECDA-72DB-FA48458D41F4}"/>
          </ac:spMkLst>
        </pc:spChg>
        <pc:spChg chg="mod">
          <ac:chgData name="Julie Katz" userId="0813b9f5-dfa2-45f4-a239-fe45c071c160" providerId="ADAL" clId="{8AA167E6-478D-4D4B-A4CF-D648AE31770F}" dt="2025-12-17T00:24:56.571" v="3733" actId="20577"/>
          <ac:spMkLst>
            <pc:docMk/>
            <pc:sldMk cId="237219754" sldId="2147481285"/>
            <ac:spMk id="693" creationId="{875D9F80-7456-3030-5EF6-2C39176506B3}"/>
          </ac:spMkLst>
        </pc:spChg>
        <pc:spChg chg="mod">
          <ac:chgData name="Julie Katz" userId="0813b9f5-dfa2-45f4-a239-fe45c071c160" providerId="ADAL" clId="{8AA167E6-478D-4D4B-A4CF-D648AE31770F}" dt="2025-12-17T00:24:14.657" v="3600" actId="20577"/>
          <ac:spMkLst>
            <pc:docMk/>
            <pc:sldMk cId="237219754" sldId="2147481285"/>
            <ac:spMk id="694" creationId="{87305890-B27B-32AF-780D-F0AB878C802C}"/>
          </ac:spMkLst>
        </pc:spChg>
      </pc:sldChg>
      <pc:sldChg chg="del">
        <pc:chgData name="Julie Katz" userId="0813b9f5-dfa2-45f4-a239-fe45c071c160" providerId="ADAL" clId="{8AA167E6-478D-4D4B-A4CF-D648AE31770F}" dt="2025-12-19T14:18:52.246" v="5088" actId="47"/>
        <pc:sldMkLst>
          <pc:docMk/>
          <pc:sldMk cId="525931259" sldId="2147481286"/>
        </pc:sldMkLst>
      </pc:sldChg>
      <pc:sldChg chg="del">
        <pc:chgData name="Julie Katz" userId="0813b9f5-dfa2-45f4-a239-fe45c071c160" providerId="ADAL" clId="{8AA167E6-478D-4D4B-A4CF-D648AE31770F}" dt="2025-12-19T14:18:58.894" v="5095" actId="47"/>
        <pc:sldMkLst>
          <pc:docMk/>
          <pc:sldMk cId="4220395801" sldId="2147481293"/>
        </pc:sldMkLst>
      </pc:sldChg>
      <pc:sldChg chg="del">
        <pc:chgData name="Julie Katz" userId="0813b9f5-dfa2-45f4-a239-fe45c071c160" providerId="ADAL" clId="{8AA167E6-478D-4D4B-A4CF-D648AE31770F}" dt="2025-12-19T14:19:00.190" v="5097" actId="47"/>
        <pc:sldMkLst>
          <pc:docMk/>
          <pc:sldMk cId="3196029097" sldId="2147481296"/>
        </pc:sldMkLst>
      </pc:sldChg>
      <pc:sldChg chg="del">
        <pc:chgData name="Julie Katz" userId="0813b9f5-dfa2-45f4-a239-fe45c071c160" providerId="ADAL" clId="{8AA167E6-478D-4D4B-A4CF-D648AE31770F}" dt="2025-12-19T14:19:01.170" v="5099" actId="47"/>
        <pc:sldMkLst>
          <pc:docMk/>
          <pc:sldMk cId="543209073" sldId="2147481297"/>
        </pc:sldMkLst>
      </pc:sldChg>
      <pc:sldChg chg="del">
        <pc:chgData name="Julie Katz" userId="0813b9f5-dfa2-45f4-a239-fe45c071c160" providerId="ADAL" clId="{8AA167E6-478D-4D4B-A4CF-D648AE31770F}" dt="2025-12-19T14:18:51.314" v="5087" actId="47"/>
        <pc:sldMkLst>
          <pc:docMk/>
          <pc:sldMk cId="1026614348" sldId="2147481298"/>
        </pc:sldMkLst>
      </pc:sldChg>
      <pc:sldChg chg="modSp mod modAnim">
        <pc:chgData name="Julie Katz" userId="0813b9f5-dfa2-45f4-a239-fe45c071c160" providerId="ADAL" clId="{8AA167E6-478D-4D4B-A4CF-D648AE31770F}" dt="2025-12-15T22:22:56.899" v="2338" actId="20577"/>
        <pc:sldMkLst>
          <pc:docMk/>
          <pc:sldMk cId="3041305665" sldId="2147481299"/>
        </pc:sldMkLst>
        <pc:spChg chg="mod">
          <ac:chgData name="Julie Katz" userId="0813b9f5-dfa2-45f4-a239-fe45c071c160" providerId="ADAL" clId="{8AA167E6-478D-4D4B-A4CF-D648AE31770F}" dt="2025-12-12T20:31:55.001" v="1504" actId="20577"/>
          <ac:spMkLst>
            <pc:docMk/>
            <pc:sldMk cId="3041305665" sldId="2147481299"/>
            <ac:spMk id="2" creationId="{EE0B2251-9ED6-2331-E525-B75D867A2F80}"/>
          </ac:spMkLst>
        </pc:spChg>
        <pc:spChg chg="mod">
          <ac:chgData name="Julie Katz" userId="0813b9f5-dfa2-45f4-a239-fe45c071c160" providerId="ADAL" clId="{8AA167E6-478D-4D4B-A4CF-D648AE31770F}" dt="2025-12-12T20:32:12.463" v="1537" actId="20577"/>
          <ac:spMkLst>
            <pc:docMk/>
            <pc:sldMk cId="3041305665" sldId="2147481299"/>
            <ac:spMk id="3" creationId="{CC3B3A11-623A-3782-AB3E-811846FC7DBE}"/>
          </ac:spMkLst>
        </pc:spChg>
        <pc:spChg chg="mod">
          <ac:chgData name="Julie Katz" userId="0813b9f5-dfa2-45f4-a239-fe45c071c160" providerId="ADAL" clId="{8AA167E6-478D-4D4B-A4CF-D648AE31770F}" dt="2025-12-15T22:22:56.899" v="2338" actId="20577"/>
          <ac:spMkLst>
            <pc:docMk/>
            <pc:sldMk cId="3041305665" sldId="2147481299"/>
            <ac:spMk id="6" creationId="{BA703976-6E3B-9F6A-5806-B2DA0EED386B}"/>
          </ac:spMkLst>
        </pc:spChg>
        <pc:spChg chg="mod">
          <ac:chgData name="Julie Katz" userId="0813b9f5-dfa2-45f4-a239-fe45c071c160" providerId="ADAL" clId="{8AA167E6-478D-4D4B-A4CF-D648AE31770F}" dt="2025-12-12T20:42:43.401" v="2333" actId="5793"/>
          <ac:spMkLst>
            <pc:docMk/>
            <pc:sldMk cId="3041305665" sldId="2147481299"/>
            <ac:spMk id="10" creationId="{5B9D2CEF-B441-9E1A-83B2-21D81C7CF2F7}"/>
          </ac:spMkLst>
        </pc:spChg>
      </pc:sldChg>
      <pc:sldChg chg="delSp modSp add mod modAnim">
        <pc:chgData name="Julie Katz" userId="0813b9f5-dfa2-45f4-a239-fe45c071c160" providerId="ADAL" clId="{8AA167E6-478D-4D4B-A4CF-D648AE31770F}" dt="2025-12-15T23:02:59.710" v="2919" actId="20577"/>
        <pc:sldMkLst>
          <pc:docMk/>
          <pc:sldMk cId="222548221" sldId="2147481300"/>
        </pc:sldMkLst>
        <pc:spChg chg="mod">
          <ac:chgData name="Julie Katz" userId="0813b9f5-dfa2-45f4-a239-fe45c071c160" providerId="ADAL" clId="{8AA167E6-478D-4D4B-A4CF-D648AE31770F}" dt="2025-12-15T22:23:48.203" v="2377" actId="20577"/>
          <ac:spMkLst>
            <pc:docMk/>
            <pc:sldMk cId="222548221" sldId="2147481300"/>
            <ac:spMk id="3" creationId="{AF52567A-2656-45EE-DDD3-D87D8AEFF7C7}"/>
          </ac:spMkLst>
        </pc:spChg>
        <pc:spChg chg="mod">
          <ac:chgData name="Julie Katz" userId="0813b9f5-dfa2-45f4-a239-fe45c071c160" providerId="ADAL" clId="{8AA167E6-478D-4D4B-A4CF-D648AE31770F}" dt="2025-12-15T23:02:59.710" v="2919" actId="20577"/>
          <ac:spMkLst>
            <pc:docMk/>
            <pc:sldMk cId="222548221" sldId="2147481300"/>
            <ac:spMk id="6" creationId="{C18FE5B5-2663-CC0E-4C13-1D1B464F0988}"/>
          </ac:spMkLst>
        </pc:spChg>
      </pc:sldChg>
      <pc:sldChg chg="addSp delSp modSp new mod">
        <pc:chgData name="Julie Katz" userId="0813b9f5-dfa2-45f4-a239-fe45c071c160" providerId="ADAL" clId="{8AA167E6-478D-4D4B-A4CF-D648AE31770F}" dt="2025-12-15T23:00:02.701" v="2818" actId="14861"/>
        <pc:sldMkLst>
          <pc:docMk/>
          <pc:sldMk cId="861735318" sldId="2147481301"/>
        </pc:sldMkLst>
        <pc:picChg chg="add mod">
          <ac:chgData name="Julie Katz" userId="0813b9f5-dfa2-45f4-a239-fe45c071c160" providerId="ADAL" clId="{8AA167E6-478D-4D4B-A4CF-D648AE31770F}" dt="2025-12-15T23:00:02.701" v="2818" actId="14861"/>
          <ac:picMkLst>
            <pc:docMk/>
            <pc:sldMk cId="861735318" sldId="2147481301"/>
            <ac:picMk id="12" creationId="{0720DC04-C851-0D4A-62AB-BEE626576D64}"/>
          </ac:picMkLst>
        </pc:picChg>
        <pc:picChg chg="add mod">
          <ac:chgData name="Julie Katz" userId="0813b9f5-dfa2-45f4-a239-fe45c071c160" providerId="ADAL" clId="{8AA167E6-478D-4D4B-A4CF-D648AE31770F}" dt="2025-12-15T23:00:02.701" v="2818" actId="14861"/>
          <ac:picMkLst>
            <pc:docMk/>
            <pc:sldMk cId="861735318" sldId="2147481301"/>
            <ac:picMk id="14" creationId="{FC6E6859-65AA-E3F1-47ED-C56C8A64C230}"/>
          </ac:picMkLst>
        </pc:picChg>
      </pc:sldChg>
      <pc:sldChg chg="addSp delSp modSp add mod modClrScheme chgLayout">
        <pc:chgData name="Julie Katz" userId="0813b9f5-dfa2-45f4-a239-fe45c071c160" providerId="ADAL" clId="{8AA167E6-478D-4D4B-A4CF-D648AE31770F}" dt="2025-12-15T23:03:09.808" v="2920" actId="22"/>
        <pc:sldMkLst>
          <pc:docMk/>
          <pc:sldMk cId="3268498432" sldId="2147481302"/>
        </pc:sldMkLst>
        <pc:picChg chg="add mod">
          <ac:chgData name="Julie Katz" userId="0813b9f5-dfa2-45f4-a239-fe45c071c160" providerId="ADAL" clId="{8AA167E6-478D-4D4B-A4CF-D648AE31770F}" dt="2025-12-15T23:00:39.314" v="2825" actId="26606"/>
          <ac:picMkLst>
            <pc:docMk/>
            <pc:sldMk cId="3268498432" sldId="2147481302"/>
            <ac:picMk id="3" creationId="{EEC83D11-4315-BCD4-2DA2-9512D2B9E9C4}"/>
          </ac:picMkLst>
        </pc:picChg>
        <pc:picChg chg="add">
          <ac:chgData name="Julie Katz" userId="0813b9f5-dfa2-45f4-a239-fe45c071c160" providerId="ADAL" clId="{8AA167E6-478D-4D4B-A4CF-D648AE31770F}" dt="2025-12-15T23:03:09.808" v="2920" actId="22"/>
          <ac:picMkLst>
            <pc:docMk/>
            <pc:sldMk cId="3268498432" sldId="2147481302"/>
            <ac:picMk id="5" creationId="{768482D9-7515-E248-6F48-733F2A007F10}"/>
          </ac:picMkLst>
        </pc:picChg>
      </pc:sldChg>
      <pc:sldChg chg="modSp add mod modAnim">
        <pc:chgData name="Julie Katz" userId="0813b9f5-dfa2-45f4-a239-fe45c071c160" providerId="ADAL" clId="{8AA167E6-478D-4D4B-A4CF-D648AE31770F}" dt="2025-12-17T00:35:56.855" v="3936" actId="20577"/>
        <pc:sldMkLst>
          <pc:docMk/>
          <pc:sldMk cId="640148741" sldId="2147481303"/>
        </pc:sldMkLst>
        <pc:spChg chg="mod">
          <ac:chgData name="Julie Katz" userId="0813b9f5-dfa2-45f4-a239-fe45c071c160" providerId="ADAL" clId="{8AA167E6-478D-4D4B-A4CF-D648AE31770F}" dt="2025-12-17T00:35:56.855" v="3936" actId="20577"/>
          <ac:spMkLst>
            <pc:docMk/>
            <pc:sldMk cId="640148741" sldId="2147481303"/>
            <ac:spMk id="2" creationId="{487B8ED2-B6DC-56AD-B386-75F58A285D09}"/>
          </ac:spMkLst>
        </pc:spChg>
        <pc:spChg chg="mod">
          <ac:chgData name="Julie Katz" userId="0813b9f5-dfa2-45f4-a239-fe45c071c160" providerId="ADAL" clId="{8AA167E6-478D-4D4B-A4CF-D648AE31770F}" dt="2025-12-15T23:10:17.229" v="3214" actId="20577"/>
          <ac:spMkLst>
            <pc:docMk/>
            <pc:sldMk cId="640148741" sldId="2147481303"/>
            <ac:spMk id="6" creationId="{2F8B4227-94DC-917F-6351-77694AD44122}"/>
          </ac:spMkLst>
        </pc:spChg>
      </pc:sldChg>
      <pc:sldChg chg="addSp delSp modSp new mod">
        <pc:chgData name="Julie Katz" userId="0813b9f5-dfa2-45f4-a239-fe45c071c160" providerId="ADAL" clId="{8AA167E6-478D-4D4B-A4CF-D648AE31770F}" dt="2025-12-15T23:14:33.440" v="3257" actId="20577"/>
        <pc:sldMkLst>
          <pc:docMk/>
          <pc:sldMk cId="2070086646" sldId="2147481304"/>
        </pc:sldMkLst>
        <pc:spChg chg="add mod">
          <ac:chgData name="Julie Katz" userId="0813b9f5-dfa2-45f4-a239-fe45c071c160" providerId="ADAL" clId="{8AA167E6-478D-4D4B-A4CF-D648AE31770F}" dt="2025-12-15T23:12:52.810" v="3247" actId="1076"/>
          <ac:spMkLst>
            <pc:docMk/>
            <pc:sldMk cId="2070086646" sldId="2147481304"/>
            <ac:spMk id="4" creationId="{16CBFD06-F032-712A-4ECD-F7E4DE205FA2}"/>
          </ac:spMkLst>
        </pc:spChg>
        <pc:spChg chg="add mod">
          <ac:chgData name="Julie Katz" userId="0813b9f5-dfa2-45f4-a239-fe45c071c160" providerId="ADAL" clId="{8AA167E6-478D-4D4B-A4CF-D648AE31770F}" dt="2025-12-15T23:14:33.440" v="3257" actId="20577"/>
          <ac:spMkLst>
            <pc:docMk/>
            <pc:sldMk cId="2070086646" sldId="2147481304"/>
            <ac:spMk id="5" creationId="{89F3AD9E-3B6B-5F30-3AB5-BBA6F9927D66}"/>
          </ac:spMkLst>
        </pc:spChg>
      </pc:sldChg>
      <pc:sldChg chg="addSp delSp modSp add mod modAnim">
        <pc:chgData name="Julie Katz" userId="0813b9f5-dfa2-45f4-a239-fe45c071c160" providerId="ADAL" clId="{8AA167E6-478D-4D4B-A4CF-D648AE31770F}" dt="2025-12-17T00:54:42.206" v="4602" actId="1076"/>
        <pc:sldMkLst>
          <pc:docMk/>
          <pc:sldMk cId="1790896276" sldId="2147481305"/>
        </pc:sldMkLst>
        <pc:spChg chg="mod">
          <ac:chgData name="Julie Katz" userId="0813b9f5-dfa2-45f4-a239-fe45c071c160" providerId="ADAL" clId="{8AA167E6-478D-4D4B-A4CF-D648AE31770F}" dt="2025-12-17T00:49:43.795" v="4595" actId="20577"/>
          <ac:spMkLst>
            <pc:docMk/>
            <pc:sldMk cId="1790896276" sldId="2147481305"/>
            <ac:spMk id="4" creationId="{4627E8BF-EA53-36BC-0AED-7F1ABDD3EB0D}"/>
          </ac:spMkLst>
        </pc:spChg>
        <pc:picChg chg="add mod">
          <ac:chgData name="Julie Katz" userId="0813b9f5-dfa2-45f4-a239-fe45c071c160" providerId="ADAL" clId="{8AA167E6-478D-4D4B-A4CF-D648AE31770F}" dt="2025-12-17T00:54:42.206" v="4602" actId="1076"/>
          <ac:picMkLst>
            <pc:docMk/>
            <pc:sldMk cId="1790896276" sldId="2147481305"/>
            <ac:picMk id="5" creationId="{C708F767-932B-B743-EBDB-49E8B967A202}"/>
          </ac:picMkLst>
        </pc:picChg>
      </pc:sldChg>
      <pc:sldChg chg="addSp delSp modSp add mod">
        <pc:chgData name="Julie Katz" userId="0813b9f5-dfa2-45f4-a239-fe45c071c160" providerId="ADAL" clId="{8AA167E6-478D-4D4B-A4CF-D648AE31770F}" dt="2025-12-17T00:56:39.413" v="4608" actId="1076"/>
        <pc:sldMkLst>
          <pc:docMk/>
          <pc:sldMk cId="3059997685" sldId="2147481306"/>
        </pc:sldMkLst>
        <pc:picChg chg="add mod">
          <ac:chgData name="Julie Katz" userId="0813b9f5-dfa2-45f4-a239-fe45c071c160" providerId="ADAL" clId="{8AA167E6-478D-4D4B-A4CF-D648AE31770F}" dt="2025-12-17T00:56:39.413" v="4608" actId="1076"/>
          <ac:picMkLst>
            <pc:docMk/>
            <pc:sldMk cId="3059997685" sldId="2147481306"/>
            <ac:picMk id="5" creationId="{C0E73A16-C9A1-7C6C-5E07-FAA48A4920CC}"/>
          </ac:picMkLst>
        </pc:picChg>
      </pc:sldChg>
      <pc:sldChg chg="delSp modSp add mod modAnim">
        <pc:chgData name="Julie Katz" userId="0813b9f5-dfa2-45f4-a239-fe45c071c160" providerId="ADAL" clId="{8AA167E6-478D-4D4B-A4CF-D648AE31770F}" dt="2025-12-19T14:17:36.883" v="4972" actId="5793"/>
        <pc:sldMkLst>
          <pc:docMk/>
          <pc:sldMk cId="3363128012" sldId="2147481307"/>
        </pc:sldMkLst>
        <pc:spChg chg="mod">
          <ac:chgData name="Julie Katz" userId="0813b9f5-dfa2-45f4-a239-fe45c071c160" providerId="ADAL" clId="{8AA167E6-478D-4D4B-A4CF-D648AE31770F}" dt="2025-12-19T14:17:36.883" v="4972" actId="5793"/>
          <ac:spMkLst>
            <pc:docMk/>
            <pc:sldMk cId="3363128012" sldId="2147481307"/>
            <ac:spMk id="7" creationId="{E6F812DB-B003-25CA-273D-C9155F90B2F3}"/>
          </ac:spMkLst>
        </pc:spChg>
        <pc:spChg chg="mod">
          <ac:chgData name="Julie Katz" userId="0813b9f5-dfa2-45f4-a239-fe45c071c160" providerId="ADAL" clId="{8AA167E6-478D-4D4B-A4CF-D648AE31770F}" dt="2025-12-18T22:07:43.123" v="4635" actId="20577"/>
          <ac:spMkLst>
            <pc:docMk/>
            <pc:sldMk cId="3363128012" sldId="2147481307"/>
            <ac:spMk id="13" creationId="{E2F5C368-2A74-A4C5-2F1B-C709DBA92D25}"/>
          </ac:spMkLst>
        </pc:spChg>
        <pc:picChg chg="del">
          <ac:chgData name="Julie Katz" userId="0813b9f5-dfa2-45f4-a239-fe45c071c160" providerId="ADAL" clId="{8AA167E6-478D-4D4B-A4CF-D648AE31770F}" dt="2025-12-18T22:07:30.993" v="4610" actId="478"/>
          <ac:picMkLst>
            <pc:docMk/>
            <pc:sldMk cId="3363128012" sldId="2147481307"/>
            <ac:picMk id="5" creationId="{16593B64-7F54-9B21-D2AE-0D9DD01C5F8A}"/>
          </ac:picMkLst>
        </pc:picChg>
      </pc:sldChg>
      <pc:sldChg chg="addSp delSp modSp add mod">
        <pc:chgData name="Julie Katz" userId="0813b9f5-dfa2-45f4-a239-fe45c071c160" providerId="ADAL" clId="{8AA167E6-478D-4D4B-A4CF-D648AE31770F}" dt="2025-12-18T22:24:23.062" v="4739" actId="20577"/>
        <pc:sldMkLst>
          <pc:docMk/>
          <pc:sldMk cId="1265779129" sldId="2147481308"/>
        </pc:sldMkLst>
        <pc:spChg chg="mod">
          <ac:chgData name="Julie Katz" userId="0813b9f5-dfa2-45f4-a239-fe45c071c160" providerId="ADAL" clId="{8AA167E6-478D-4D4B-A4CF-D648AE31770F}" dt="2025-12-18T22:24:05.894" v="4699" actId="14100"/>
          <ac:spMkLst>
            <pc:docMk/>
            <pc:sldMk cId="1265779129" sldId="2147481308"/>
            <ac:spMk id="4" creationId="{F4C8FC99-0EEF-FED5-6EA2-EEE4B59A7B7A}"/>
          </ac:spMkLst>
        </pc:spChg>
        <pc:spChg chg="mod">
          <ac:chgData name="Julie Katz" userId="0813b9f5-dfa2-45f4-a239-fe45c071c160" providerId="ADAL" clId="{8AA167E6-478D-4D4B-A4CF-D648AE31770F}" dt="2025-12-18T22:24:23.062" v="4739" actId="20577"/>
          <ac:spMkLst>
            <pc:docMk/>
            <pc:sldMk cId="1265779129" sldId="2147481308"/>
            <ac:spMk id="7" creationId="{29AB5064-3A22-0669-C202-4B46D7231BE5}"/>
          </ac:spMkLst>
        </pc:spChg>
        <pc:picChg chg="del">
          <ac:chgData name="Julie Katz" userId="0813b9f5-dfa2-45f4-a239-fe45c071c160" providerId="ADAL" clId="{8AA167E6-478D-4D4B-A4CF-D648AE31770F}" dt="2025-12-18T22:23:20.755" v="4693" actId="478"/>
          <ac:picMkLst>
            <pc:docMk/>
            <pc:sldMk cId="1265779129" sldId="2147481308"/>
            <ac:picMk id="3" creationId="{0A3BF2A7-E32C-8CF6-7D61-B860DA670A27}"/>
          </ac:picMkLst>
        </pc:picChg>
        <pc:picChg chg="add mod">
          <ac:chgData name="Julie Katz" userId="0813b9f5-dfa2-45f4-a239-fe45c071c160" providerId="ADAL" clId="{8AA167E6-478D-4D4B-A4CF-D648AE31770F}" dt="2025-12-18T22:24:01.067" v="4698" actId="1076"/>
          <ac:picMkLst>
            <pc:docMk/>
            <pc:sldMk cId="1265779129" sldId="2147481308"/>
            <ac:picMk id="5" creationId="{B966A983-B080-FD46-B0B3-D80CA2DAD0FF}"/>
          </ac:picMkLst>
        </pc:picChg>
      </pc:sldChg>
      <pc:sldChg chg="addSp delSp modSp add mod">
        <pc:chgData name="Julie Katz" userId="0813b9f5-dfa2-45f4-a239-fe45c071c160" providerId="ADAL" clId="{8AA167E6-478D-4D4B-A4CF-D648AE31770F}" dt="2025-12-18T22:25:53.554" v="4748" actId="1076"/>
        <pc:sldMkLst>
          <pc:docMk/>
          <pc:sldMk cId="586318969" sldId="2147481309"/>
        </pc:sldMkLst>
        <pc:picChg chg="add mod">
          <ac:chgData name="Julie Katz" userId="0813b9f5-dfa2-45f4-a239-fe45c071c160" providerId="ADAL" clId="{8AA167E6-478D-4D4B-A4CF-D648AE31770F}" dt="2025-12-18T22:25:53.554" v="4748" actId="1076"/>
          <ac:picMkLst>
            <pc:docMk/>
            <pc:sldMk cId="586318969" sldId="2147481309"/>
            <ac:picMk id="3" creationId="{15DF884C-7399-F3A7-456E-ACEA5B948D7F}"/>
          </ac:picMkLst>
        </pc:picChg>
        <pc:picChg chg="del">
          <ac:chgData name="Julie Katz" userId="0813b9f5-dfa2-45f4-a239-fe45c071c160" providerId="ADAL" clId="{8AA167E6-478D-4D4B-A4CF-D648AE31770F}" dt="2025-12-18T22:25:08.971" v="4741" actId="478"/>
          <ac:picMkLst>
            <pc:docMk/>
            <pc:sldMk cId="586318969" sldId="2147481309"/>
            <ac:picMk id="5" creationId="{FD4CF78A-A604-4CA3-59E0-4DF0966C7D1F}"/>
          </ac:picMkLst>
        </pc:picChg>
      </pc:sldChg>
      <pc:sldChg chg="addSp delSp modSp add mod">
        <pc:chgData name="Julie Katz" userId="0813b9f5-dfa2-45f4-a239-fe45c071c160" providerId="ADAL" clId="{8AA167E6-478D-4D4B-A4CF-D648AE31770F}" dt="2025-12-18T22:27:19.723" v="4795" actId="20577"/>
        <pc:sldMkLst>
          <pc:docMk/>
          <pc:sldMk cId="2072924034" sldId="2147481310"/>
        </pc:sldMkLst>
        <pc:spChg chg="mod">
          <ac:chgData name="Julie Katz" userId="0813b9f5-dfa2-45f4-a239-fe45c071c160" providerId="ADAL" clId="{8AA167E6-478D-4D4B-A4CF-D648AE31770F}" dt="2025-12-18T22:27:19.723" v="4795" actId="20577"/>
          <ac:spMkLst>
            <pc:docMk/>
            <pc:sldMk cId="2072924034" sldId="2147481310"/>
            <ac:spMk id="7" creationId="{C17E6E21-8A9B-EB08-28FD-14212A33884F}"/>
          </ac:spMkLst>
        </pc:spChg>
        <pc:picChg chg="del">
          <ac:chgData name="Julie Katz" userId="0813b9f5-dfa2-45f4-a239-fe45c071c160" providerId="ADAL" clId="{8AA167E6-478D-4D4B-A4CF-D648AE31770F}" dt="2025-12-18T22:26:58.791" v="4750" actId="478"/>
          <ac:picMkLst>
            <pc:docMk/>
            <pc:sldMk cId="2072924034" sldId="2147481310"/>
            <ac:picMk id="3" creationId="{FDBAD9FE-0774-5C0B-74FA-5819310A7289}"/>
          </ac:picMkLst>
        </pc:picChg>
        <pc:picChg chg="add mod">
          <ac:chgData name="Julie Katz" userId="0813b9f5-dfa2-45f4-a239-fe45c071c160" providerId="ADAL" clId="{8AA167E6-478D-4D4B-A4CF-D648AE31770F}" dt="2025-12-18T22:27:06.968" v="4755" actId="1076"/>
          <ac:picMkLst>
            <pc:docMk/>
            <pc:sldMk cId="2072924034" sldId="2147481310"/>
            <ac:picMk id="5" creationId="{D5F67FD3-54CE-70F1-24B2-917803C17CAE}"/>
          </ac:picMkLst>
        </pc:picChg>
      </pc:sldChg>
      <pc:sldChg chg="addSp delSp modSp add mod delAnim modAnim">
        <pc:chgData name="Julie Katz" userId="0813b9f5-dfa2-45f4-a239-fe45c071c160" providerId="ADAL" clId="{8AA167E6-478D-4D4B-A4CF-D648AE31770F}" dt="2025-12-19T14:18:27.733" v="5082" actId="1076"/>
        <pc:sldMkLst>
          <pc:docMk/>
          <pc:sldMk cId="2191715827" sldId="2147481311"/>
        </pc:sldMkLst>
        <pc:spChg chg="mod">
          <ac:chgData name="Julie Katz" userId="0813b9f5-dfa2-45f4-a239-fe45c071c160" providerId="ADAL" clId="{8AA167E6-478D-4D4B-A4CF-D648AE31770F}" dt="2025-12-19T14:18:13.211" v="5076" actId="20577"/>
          <ac:spMkLst>
            <pc:docMk/>
            <pc:sldMk cId="2191715827" sldId="2147481311"/>
            <ac:spMk id="4" creationId="{95CB902D-6A00-A6B7-7222-8EAF850DEB7E}"/>
          </ac:spMkLst>
        </pc:spChg>
        <pc:spChg chg="del mod">
          <ac:chgData name="Julie Katz" userId="0813b9f5-dfa2-45f4-a239-fe45c071c160" providerId="ADAL" clId="{8AA167E6-478D-4D4B-A4CF-D648AE31770F}" dt="2025-12-19T14:18:20.798" v="5078" actId="478"/>
          <ac:spMkLst>
            <pc:docMk/>
            <pc:sldMk cId="2191715827" sldId="2147481311"/>
            <ac:spMk id="7" creationId="{6C2F0C7C-9E76-7ADF-C36E-088A3989DEB0}"/>
          </ac:spMkLst>
        </pc:spChg>
        <pc:spChg chg="mod">
          <ac:chgData name="Julie Katz" userId="0813b9f5-dfa2-45f4-a239-fe45c071c160" providerId="ADAL" clId="{8AA167E6-478D-4D4B-A4CF-D648AE31770F}" dt="2025-12-19T14:17:50.023" v="4993" actId="20577"/>
          <ac:spMkLst>
            <pc:docMk/>
            <pc:sldMk cId="2191715827" sldId="2147481311"/>
            <ac:spMk id="13" creationId="{D6F95D7F-67BC-9AE8-5699-37A73F1131E4}"/>
          </ac:spMkLst>
        </pc:spChg>
        <pc:picChg chg="add mod">
          <ac:chgData name="Julie Katz" userId="0813b9f5-dfa2-45f4-a239-fe45c071c160" providerId="ADAL" clId="{8AA167E6-478D-4D4B-A4CF-D648AE31770F}" dt="2025-12-19T14:18:27.733" v="5082" actId="1076"/>
          <ac:picMkLst>
            <pc:docMk/>
            <pc:sldMk cId="2191715827" sldId="2147481311"/>
            <ac:picMk id="3" creationId="{E01FC75A-88EE-4241-3A9F-FB8583E64FD1}"/>
          </ac:picMkLst>
        </pc:picChg>
      </pc:sldChg>
      <pc:sldMasterChg chg="delSldLayout">
        <pc:chgData name="Julie Katz" userId="0813b9f5-dfa2-45f4-a239-fe45c071c160" providerId="ADAL" clId="{8AA167E6-478D-4D4B-A4CF-D648AE31770F}" dt="2025-12-12T18:57:44.650" v="388" actId="47"/>
        <pc:sldMasterMkLst>
          <pc:docMk/>
          <pc:sldMasterMk cId="3437465517" sldId="2147483850"/>
        </pc:sldMasterMkLst>
      </pc:sldMasterChg>
      <pc:sldMasterChg chg="del delSldLayout">
        <pc:chgData name="Julie Katz" userId="0813b9f5-dfa2-45f4-a239-fe45c071c160" providerId="ADAL" clId="{8AA167E6-478D-4D4B-A4CF-D648AE31770F}" dt="2025-12-19T14:19:00.190" v="5097" actId="47"/>
        <pc:sldMasterMkLst>
          <pc:docMk/>
          <pc:sldMasterMk cId="2783867542" sldId="2147484210"/>
        </pc:sldMasterMkLst>
        <pc:sldLayoutChg chg="del">
          <pc:chgData name="Julie Katz" userId="0813b9f5-dfa2-45f4-a239-fe45c071c160" providerId="ADAL" clId="{8AA167E6-478D-4D4B-A4CF-D648AE31770F}" dt="2025-12-19T14:19:00.190" v="5097" actId="47"/>
          <pc:sldLayoutMkLst>
            <pc:docMk/>
            <pc:sldMasterMk cId="2783867542" sldId="2147484210"/>
            <pc:sldLayoutMk cId="97522734" sldId="2147484211"/>
          </pc:sldLayoutMkLst>
        </pc:sldLayoutChg>
        <pc:sldLayoutChg chg="del">
          <pc:chgData name="Julie Katz" userId="0813b9f5-dfa2-45f4-a239-fe45c071c160" providerId="ADAL" clId="{8AA167E6-478D-4D4B-A4CF-D648AE31770F}" dt="2025-12-19T14:19:00.190" v="5097" actId="47"/>
          <pc:sldLayoutMkLst>
            <pc:docMk/>
            <pc:sldMasterMk cId="2783867542" sldId="2147484210"/>
            <pc:sldLayoutMk cId="2743681919" sldId="2147484212"/>
          </pc:sldLayoutMkLst>
        </pc:sldLayoutChg>
        <pc:sldLayoutChg chg="del">
          <pc:chgData name="Julie Katz" userId="0813b9f5-dfa2-45f4-a239-fe45c071c160" providerId="ADAL" clId="{8AA167E6-478D-4D4B-A4CF-D648AE31770F}" dt="2025-12-19T14:19:00.190" v="5097" actId="47"/>
          <pc:sldLayoutMkLst>
            <pc:docMk/>
            <pc:sldMasterMk cId="2783867542" sldId="2147484210"/>
            <pc:sldLayoutMk cId="2113757623" sldId="2147484213"/>
          </pc:sldLayoutMkLst>
        </pc:sldLayoutChg>
        <pc:sldLayoutChg chg="del">
          <pc:chgData name="Julie Katz" userId="0813b9f5-dfa2-45f4-a239-fe45c071c160" providerId="ADAL" clId="{8AA167E6-478D-4D4B-A4CF-D648AE31770F}" dt="2025-12-19T14:19:00.190" v="5097" actId="47"/>
          <pc:sldLayoutMkLst>
            <pc:docMk/>
            <pc:sldMasterMk cId="2783867542" sldId="2147484210"/>
            <pc:sldLayoutMk cId="2405949755" sldId="2147484214"/>
          </pc:sldLayoutMkLst>
        </pc:sldLayoutChg>
        <pc:sldLayoutChg chg="del">
          <pc:chgData name="Julie Katz" userId="0813b9f5-dfa2-45f4-a239-fe45c071c160" providerId="ADAL" clId="{8AA167E6-478D-4D4B-A4CF-D648AE31770F}" dt="2025-12-19T14:19:00.190" v="5097" actId="47"/>
          <pc:sldLayoutMkLst>
            <pc:docMk/>
            <pc:sldMasterMk cId="2783867542" sldId="2147484210"/>
            <pc:sldLayoutMk cId="535768602" sldId="2147484215"/>
          </pc:sldLayoutMkLst>
        </pc:sldLayoutChg>
        <pc:sldLayoutChg chg="del">
          <pc:chgData name="Julie Katz" userId="0813b9f5-dfa2-45f4-a239-fe45c071c160" providerId="ADAL" clId="{8AA167E6-478D-4D4B-A4CF-D648AE31770F}" dt="2025-12-19T14:19:00.190" v="5097" actId="47"/>
          <pc:sldLayoutMkLst>
            <pc:docMk/>
            <pc:sldMasterMk cId="2783867542" sldId="2147484210"/>
            <pc:sldLayoutMk cId="3923963548" sldId="2147484216"/>
          </pc:sldLayoutMkLst>
        </pc:sldLayoutChg>
        <pc:sldLayoutChg chg="del">
          <pc:chgData name="Julie Katz" userId="0813b9f5-dfa2-45f4-a239-fe45c071c160" providerId="ADAL" clId="{8AA167E6-478D-4D4B-A4CF-D648AE31770F}" dt="2025-12-19T14:19:00.190" v="5097" actId="47"/>
          <pc:sldLayoutMkLst>
            <pc:docMk/>
            <pc:sldMasterMk cId="2783867542" sldId="2147484210"/>
            <pc:sldLayoutMk cId="3748144382" sldId="2147484217"/>
          </pc:sldLayoutMkLst>
        </pc:sldLayoutChg>
        <pc:sldLayoutChg chg="del">
          <pc:chgData name="Julie Katz" userId="0813b9f5-dfa2-45f4-a239-fe45c071c160" providerId="ADAL" clId="{8AA167E6-478D-4D4B-A4CF-D648AE31770F}" dt="2025-12-19T14:19:00.190" v="5097" actId="47"/>
          <pc:sldLayoutMkLst>
            <pc:docMk/>
            <pc:sldMasterMk cId="2783867542" sldId="2147484210"/>
            <pc:sldLayoutMk cId="3197996599" sldId="2147484218"/>
          </pc:sldLayoutMkLst>
        </pc:sldLayoutChg>
        <pc:sldLayoutChg chg="del">
          <pc:chgData name="Julie Katz" userId="0813b9f5-dfa2-45f4-a239-fe45c071c160" providerId="ADAL" clId="{8AA167E6-478D-4D4B-A4CF-D648AE31770F}" dt="2025-12-19T14:19:00.190" v="5097" actId="47"/>
          <pc:sldLayoutMkLst>
            <pc:docMk/>
            <pc:sldMasterMk cId="2783867542" sldId="2147484210"/>
            <pc:sldLayoutMk cId="2208051950" sldId="2147484219"/>
          </pc:sldLayoutMkLst>
        </pc:sldLayoutChg>
        <pc:sldLayoutChg chg="del">
          <pc:chgData name="Julie Katz" userId="0813b9f5-dfa2-45f4-a239-fe45c071c160" providerId="ADAL" clId="{8AA167E6-478D-4D4B-A4CF-D648AE31770F}" dt="2025-12-19T14:19:00.190" v="5097" actId="47"/>
          <pc:sldLayoutMkLst>
            <pc:docMk/>
            <pc:sldMasterMk cId="2783867542" sldId="2147484210"/>
            <pc:sldLayoutMk cId="3127353105" sldId="2147484220"/>
          </pc:sldLayoutMkLst>
        </pc:sldLayoutChg>
        <pc:sldLayoutChg chg="del">
          <pc:chgData name="Julie Katz" userId="0813b9f5-dfa2-45f4-a239-fe45c071c160" providerId="ADAL" clId="{8AA167E6-478D-4D4B-A4CF-D648AE31770F}" dt="2025-12-19T14:19:00.190" v="5097" actId="47"/>
          <pc:sldLayoutMkLst>
            <pc:docMk/>
            <pc:sldMasterMk cId="2783867542" sldId="2147484210"/>
            <pc:sldLayoutMk cId="3021679898" sldId="2147484221"/>
          </pc:sldLayoutMkLst>
        </pc:sldLayoutChg>
        <pc:sldLayoutChg chg="del">
          <pc:chgData name="Julie Katz" userId="0813b9f5-dfa2-45f4-a239-fe45c071c160" providerId="ADAL" clId="{8AA167E6-478D-4D4B-A4CF-D648AE31770F}" dt="2025-12-19T14:19:00.190" v="5097" actId="47"/>
          <pc:sldLayoutMkLst>
            <pc:docMk/>
            <pc:sldMasterMk cId="2783867542" sldId="2147484210"/>
            <pc:sldLayoutMk cId="3151961162" sldId="2147484222"/>
          </pc:sldLayoutMkLst>
        </pc:sldLayoutChg>
        <pc:sldLayoutChg chg="del">
          <pc:chgData name="Julie Katz" userId="0813b9f5-dfa2-45f4-a239-fe45c071c160" providerId="ADAL" clId="{8AA167E6-478D-4D4B-A4CF-D648AE31770F}" dt="2025-12-19T14:19:00.190" v="5097" actId="47"/>
          <pc:sldLayoutMkLst>
            <pc:docMk/>
            <pc:sldMasterMk cId="2783867542" sldId="2147484210"/>
            <pc:sldLayoutMk cId="2931504882" sldId="2147484223"/>
          </pc:sldLayoutMkLst>
        </pc:sldLayoutChg>
        <pc:sldLayoutChg chg="del">
          <pc:chgData name="Julie Katz" userId="0813b9f5-dfa2-45f4-a239-fe45c071c160" providerId="ADAL" clId="{8AA167E6-478D-4D4B-A4CF-D648AE31770F}" dt="2025-12-19T14:19:00.190" v="5097" actId="47"/>
          <pc:sldLayoutMkLst>
            <pc:docMk/>
            <pc:sldMasterMk cId="2783867542" sldId="2147484210"/>
            <pc:sldLayoutMk cId="2256854811" sldId="2147484224"/>
          </pc:sldLayoutMkLst>
        </pc:sldLayoutChg>
        <pc:sldLayoutChg chg="del">
          <pc:chgData name="Julie Katz" userId="0813b9f5-dfa2-45f4-a239-fe45c071c160" providerId="ADAL" clId="{8AA167E6-478D-4D4B-A4CF-D648AE31770F}" dt="2025-12-19T14:19:00.190" v="5097" actId="47"/>
          <pc:sldLayoutMkLst>
            <pc:docMk/>
            <pc:sldMasterMk cId="2783867542" sldId="2147484210"/>
            <pc:sldLayoutMk cId="1915121477" sldId="2147484225"/>
          </pc:sldLayoutMkLst>
        </pc:sldLayoutChg>
        <pc:sldLayoutChg chg="del">
          <pc:chgData name="Julie Katz" userId="0813b9f5-dfa2-45f4-a239-fe45c071c160" providerId="ADAL" clId="{8AA167E6-478D-4D4B-A4CF-D648AE31770F}" dt="2025-12-19T14:19:00.190" v="5097" actId="47"/>
          <pc:sldLayoutMkLst>
            <pc:docMk/>
            <pc:sldMasterMk cId="2783867542" sldId="2147484210"/>
            <pc:sldLayoutMk cId="2969139631" sldId="2147484226"/>
          </pc:sldLayoutMkLst>
        </pc:sldLayoutChg>
        <pc:sldLayoutChg chg="del">
          <pc:chgData name="Julie Katz" userId="0813b9f5-dfa2-45f4-a239-fe45c071c160" providerId="ADAL" clId="{8AA167E6-478D-4D4B-A4CF-D648AE31770F}" dt="2025-12-19T14:19:00.190" v="5097" actId="47"/>
          <pc:sldLayoutMkLst>
            <pc:docMk/>
            <pc:sldMasterMk cId="2783867542" sldId="2147484210"/>
            <pc:sldLayoutMk cId="539645544" sldId="2147484227"/>
          </pc:sldLayoutMkLst>
        </pc:sldLayoutChg>
        <pc:sldLayoutChg chg="del">
          <pc:chgData name="Julie Katz" userId="0813b9f5-dfa2-45f4-a239-fe45c071c160" providerId="ADAL" clId="{8AA167E6-478D-4D4B-A4CF-D648AE31770F}" dt="2025-12-19T14:19:00.190" v="5097" actId="47"/>
          <pc:sldLayoutMkLst>
            <pc:docMk/>
            <pc:sldMasterMk cId="2783867542" sldId="2147484210"/>
            <pc:sldLayoutMk cId="3691496368" sldId="2147484228"/>
          </pc:sldLayoutMkLst>
        </pc:sldLayoutChg>
        <pc:sldLayoutChg chg="del">
          <pc:chgData name="Julie Katz" userId="0813b9f5-dfa2-45f4-a239-fe45c071c160" providerId="ADAL" clId="{8AA167E6-478D-4D4B-A4CF-D648AE31770F}" dt="2025-12-19T14:19:00.190" v="5097" actId="47"/>
          <pc:sldLayoutMkLst>
            <pc:docMk/>
            <pc:sldMasterMk cId="2783867542" sldId="2147484210"/>
            <pc:sldLayoutMk cId="1389065361" sldId="2147484229"/>
          </pc:sldLayoutMkLst>
        </pc:sldLayoutChg>
        <pc:sldLayoutChg chg="del">
          <pc:chgData name="Julie Katz" userId="0813b9f5-dfa2-45f4-a239-fe45c071c160" providerId="ADAL" clId="{8AA167E6-478D-4D4B-A4CF-D648AE31770F}" dt="2025-12-19T14:19:00.190" v="5097" actId="47"/>
          <pc:sldLayoutMkLst>
            <pc:docMk/>
            <pc:sldMasterMk cId="2783867542" sldId="2147484210"/>
            <pc:sldLayoutMk cId="1474031926" sldId="2147484230"/>
          </pc:sldLayoutMkLst>
        </pc:sldLayoutChg>
        <pc:sldLayoutChg chg="del">
          <pc:chgData name="Julie Katz" userId="0813b9f5-dfa2-45f4-a239-fe45c071c160" providerId="ADAL" clId="{8AA167E6-478D-4D4B-A4CF-D648AE31770F}" dt="2025-12-19T14:19:00.190" v="5097" actId="47"/>
          <pc:sldLayoutMkLst>
            <pc:docMk/>
            <pc:sldMasterMk cId="2783867542" sldId="2147484210"/>
            <pc:sldLayoutMk cId="2771653216" sldId="2147484231"/>
          </pc:sldLayoutMkLst>
        </pc:sldLayoutChg>
        <pc:sldLayoutChg chg="del">
          <pc:chgData name="Julie Katz" userId="0813b9f5-dfa2-45f4-a239-fe45c071c160" providerId="ADAL" clId="{8AA167E6-478D-4D4B-A4CF-D648AE31770F}" dt="2025-12-19T14:19:00.190" v="5097" actId="47"/>
          <pc:sldLayoutMkLst>
            <pc:docMk/>
            <pc:sldMasterMk cId="2783867542" sldId="2147484210"/>
            <pc:sldLayoutMk cId="3488487692" sldId="2147484232"/>
          </pc:sldLayoutMkLst>
        </pc:sldLayoutChg>
        <pc:sldLayoutChg chg="del">
          <pc:chgData name="Julie Katz" userId="0813b9f5-dfa2-45f4-a239-fe45c071c160" providerId="ADAL" clId="{8AA167E6-478D-4D4B-A4CF-D648AE31770F}" dt="2025-12-19T14:19:00.190" v="5097" actId="47"/>
          <pc:sldLayoutMkLst>
            <pc:docMk/>
            <pc:sldMasterMk cId="2783867542" sldId="2147484210"/>
            <pc:sldLayoutMk cId="4151030013" sldId="2147484233"/>
          </pc:sldLayoutMkLst>
        </pc:sldLayoutChg>
        <pc:sldLayoutChg chg="del">
          <pc:chgData name="Julie Katz" userId="0813b9f5-dfa2-45f4-a239-fe45c071c160" providerId="ADAL" clId="{8AA167E6-478D-4D4B-A4CF-D648AE31770F}" dt="2025-12-19T14:19:00.190" v="5097" actId="47"/>
          <pc:sldLayoutMkLst>
            <pc:docMk/>
            <pc:sldMasterMk cId="2783867542" sldId="2147484210"/>
            <pc:sldLayoutMk cId="3123622091" sldId="2147484234"/>
          </pc:sldLayoutMkLst>
        </pc:sldLayoutChg>
        <pc:sldLayoutChg chg="del">
          <pc:chgData name="Julie Katz" userId="0813b9f5-dfa2-45f4-a239-fe45c071c160" providerId="ADAL" clId="{8AA167E6-478D-4D4B-A4CF-D648AE31770F}" dt="2025-12-19T14:19:00.190" v="5097" actId="47"/>
          <pc:sldLayoutMkLst>
            <pc:docMk/>
            <pc:sldMasterMk cId="2783867542" sldId="2147484210"/>
            <pc:sldLayoutMk cId="931885773" sldId="2147484235"/>
          </pc:sldLayoutMkLst>
        </pc:sldLayoutChg>
        <pc:sldLayoutChg chg="del">
          <pc:chgData name="Julie Katz" userId="0813b9f5-dfa2-45f4-a239-fe45c071c160" providerId="ADAL" clId="{8AA167E6-478D-4D4B-A4CF-D648AE31770F}" dt="2025-12-19T14:19:00.190" v="5097" actId="47"/>
          <pc:sldLayoutMkLst>
            <pc:docMk/>
            <pc:sldMasterMk cId="2783867542" sldId="2147484210"/>
            <pc:sldLayoutMk cId="2563678152" sldId="2147484236"/>
          </pc:sldLayoutMkLst>
        </pc:sldLayoutChg>
        <pc:sldLayoutChg chg="del">
          <pc:chgData name="Julie Katz" userId="0813b9f5-dfa2-45f4-a239-fe45c071c160" providerId="ADAL" clId="{8AA167E6-478D-4D4B-A4CF-D648AE31770F}" dt="2025-12-19T14:19:00.190" v="5097" actId="47"/>
          <pc:sldLayoutMkLst>
            <pc:docMk/>
            <pc:sldMasterMk cId="2783867542" sldId="2147484210"/>
            <pc:sldLayoutMk cId="2502309678" sldId="2147484237"/>
          </pc:sldLayoutMkLst>
        </pc:sldLayoutChg>
        <pc:sldLayoutChg chg="del">
          <pc:chgData name="Julie Katz" userId="0813b9f5-dfa2-45f4-a239-fe45c071c160" providerId="ADAL" clId="{8AA167E6-478D-4D4B-A4CF-D648AE31770F}" dt="2025-12-19T14:19:00.190" v="5097" actId="47"/>
          <pc:sldLayoutMkLst>
            <pc:docMk/>
            <pc:sldMasterMk cId="2783867542" sldId="2147484210"/>
            <pc:sldLayoutMk cId="154250310" sldId="2147484238"/>
          </pc:sldLayoutMkLst>
        </pc:sldLayoutChg>
        <pc:sldLayoutChg chg="del">
          <pc:chgData name="Julie Katz" userId="0813b9f5-dfa2-45f4-a239-fe45c071c160" providerId="ADAL" clId="{8AA167E6-478D-4D4B-A4CF-D648AE31770F}" dt="2025-12-19T14:19:00.190" v="5097" actId="47"/>
          <pc:sldLayoutMkLst>
            <pc:docMk/>
            <pc:sldMasterMk cId="2783867542" sldId="2147484210"/>
            <pc:sldLayoutMk cId="345756433" sldId="2147484239"/>
          </pc:sldLayoutMkLst>
        </pc:sldLayoutChg>
        <pc:sldLayoutChg chg="del">
          <pc:chgData name="Julie Katz" userId="0813b9f5-dfa2-45f4-a239-fe45c071c160" providerId="ADAL" clId="{8AA167E6-478D-4D4B-A4CF-D648AE31770F}" dt="2025-12-19T14:19:00.190" v="5097" actId="47"/>
          <pc:sldLayoutMkLst>
            <pc:docMk/>
            <pc:sldMasterMk cId="2783867542" sldId="2147484210"/>
            <pc:sldLayoutMk cId="138256472" sldId="2147484240"/>
          </pc:sldLayoutMkLst>
        </pc:sldLayoutChg>
        <pc:sldLayoutChg chg="del">
          <pc:chgData name="Julie Katz" userId="0813b9f5-dfa2-45f4-a239-fe45c071c160" providerId="ADAL" clId="{8AA167E6-478D-4D4B-A4CF-D648AE31770F}" dt="2025-12-19T14:19:00.190" v="5097" actId="47"/>
          <pc:sldLayoutMkLst>
            <pc:docMk/>
            <pc:sldMasterMk cId="2783867542" sldId="2147484210"/>
            <pc:sldLayoutMk cId="2174863510" sldId="2147484241"/>
          </pc:sldLayoutMkLst>
        </pc:sldLayoutChg>
        <pc:sldLayoutChg chg="del">
          <pc:chgData name="Julie Katz" userId="0813b9f5-dfa2-45f4-a239-fe45c071c160" providerId="ADAL" clId="{8AA167E6-478D-4D4B-A4CF-D648AE31770F}" dt="2025-12-19T14:19:00.190" v="5097" actId="47"/>
          <pc:sldLayoutMkLst>
            <pc:docMk/>
            <pc:sldMasterMk cId="2783867542" sldId="2147484210"/>
            <pc:sldLayoutMk cId="2411649968" sldId="2147484242"/>
          </pc:sldLayoutMkLst>
        </pc:sldLayoutChg>
        <pc:sldLayoutChg chg="del">
          <pc:chgData name="Julie Katz" userId="0813b9f5-dfa2-45f4-a239-fe45c071c160" providerId="ADAL" clId="{8AA167E6-478D-4D4B-A4CF-D648AE31770F}" dt="2025-12-19T14:19:00.190" v="5097" actId="47"/>
          <pc:sldLayoutMkLst>
            <pc:docMk/>
            <pc:sldMasterMk cId="2783867542" sldId="2147484210"/>
            <pc:sldLayoutMk cId="2488906478" sldId="2147484243"/>
          </pc:sldLayoutMkLst>
        </pc:sldLayoutChg>
        <pc:sldLayoutChg chg="del">
          <pc:chgData name="Julie Katz" userId="0813b9f5-dfa2-45f4-a239-fe45c071c160" providerId="ADAL" clId="{8AA167E6-478D-4D4B-A4CF-D648AE31770F}" dt="2025-12-19T14:19:00.190" v="5097" actId="47"/>
          <pc:sldLayoutMkLst>
            <pc:docMk/>
            <pc:sldMasterMk cId="2783867542" sldId="2147484210"/>
            <pc:sldLayoutMk cId="1973293629" sldId="2147484244"/>
          </pc:sldLayoutMkLst>
        </pc:sldLayoutChg>
        <pc:sldLayoutChg chg="del">
          <pc:chgData name="Julie Katz" userId="0813b9f5-dfa2-45f4-a239-fe45c071c160" providerId="ADAL" clId="{8AA167E6-478D-4D4B-A4CF-D648AE31770F}" dt="2025-12-19T14:19:00.190" v="5097" actId="47"/>
          <pc:sldLayoutMkLst>
            <pc:docMk/>
            <pc:sldMasterMk cId="2783867542" sldId="2147484210"/>
            <pc:sldLayoutMk cId="509135612" sldId="2147484245"/>
          </pc:sldLayoutMkLst>
        </pc:sldLayoutChg>
        <pc:sldLayoutChg chg="del">
          <pc:chgData name="Julie Katz" userId="0813b9f5-dfa2-45f4-a239-fe45c071c160" providerId="ADAL" clId="{8AA167E6-478D-4D4B-A4CF-D648AE31770F}" dt="2025-12-19T14:19:00.190" v="5097" actId="47"/>
          <pc:sldLayoutMkLst>
            <pc:docMk/>
            <pc:sldMasterMk cId="2783867542" sldId="2147484210"/>
            <pc:sldLayoutMk cId="1667506853" sldId="2147484246"/>
          </pc:sldLayoutMkLst>
        </pc:sldLayoutChg>
        <pc:sldLayoutChg chg="del">
          <pc:chgData name="Julie Katz" userId="0813b9f5-dfa2-45f4-a239-fe45c071c160" providerId="ADAL" clId="{8AA167E6-478D-4D4B-A4CF-D648AE31770F}" dt="2025-12-19T14:19:00.190" v="5097" actId="47"/>
          <pc:sldLayoutMkLst>
            <pc:docMk/>
            <pc:sldMasterMk cId="2783867542" sldId="2147484210"/>
            <pc:sldLayoutMk cId="1090911727" sldId="2147484247"/>
          </pc:sldLayoutMkLst>
        </pc:sldLayoutChg>
      </pc:sldMasterChg>
      <pc:sldMasterChg chg="delSldLayout">
        <pc:chgData name="Julie Katz" userId="0813b9f5-dfa2-45f4-a239-fe45c071c160" providerId="ADAL" clId="{8AA167E6-478D-4D4B-A4CF-D648AE31770F}" dt="2025-12-19T14:18:59.341" v="5096" actId="47"/>
        <pc:sldMasterMkLst>
          <pc:docMk/>
          <pc:sldMasterMk cId="2312523872" sldId="2147484248"/>
        </pc:sldMasterMkLst>
        <pc:sldLayoutChg chg="del">
          <pc:chgData name="Julie Katz" userId="0813b9f5-dfa2-45f4-a239-fe45c071c160" providerId="ADAL" clId="{8AA167E6-478D-4D4B-A4CF-D648AE31770F}" dt="2025-12-19T14:18:59.341" v="5096" actId="47"/>
          <pc:sldLayoutMkLst>
            <pc:docMk/>
            <pc:sldMasterMk cId="2312523872" sldId="2147484248"/>
            <pc:sldLayoutMk cId="4134152070" sldId="2147484264"/>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2B70F04-B09F-93F5-85AD-E68048933EC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FA5E3068-457C-84DA-EDE2-21895951DFB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AF82325-DF20-41B1-9745-3341D18C9178}" type="datetimeFigureOut">
              <a:rPr lang="en-US" smtClean="0"/>
              <a:t>12/18/2025</a:t>
            </a:fld>
            <a:endParaRPr lang="en-US"/>
          </a:p>
        </p:txBody>
      </p:sp>
      <p:sp>
        <p:nvSpPr>
          <p:cNvPr id="4" name="Footer Placeholder 3">
            <a:extLst>
              <a:ext uri="{FF2B5EF4-FFF2-40B4-BE49-F238E27FC236}">
                <a16:creationId xmlns:a16="http://schemas.microsoft.com/office/drawing/2014/main" id="{1A84A31F-9DE5-57A8-0C41-B5820063399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13AE69C7-117D-A2B7-7384-36A4958DFB0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309DB0A-8CF6-4C7F-A0B0-02C24158C1BF}" type="slidenum">
              <a:rPr lang="en-US" smtClean="0"/>
              <a:t>‹#›</a:t>
            </a:fld>
            <a:endParaRPr lang="en-US"/>
          </a:p>
        </p:txBody>
      </p:sp>
    </p:spTree>
    <p:extLst>
      <p:ext uri="{BB962C8B-B14F-4D97-AF65-F5344CB8AC3E}">
        <p14:creationId xmlns:p14="http://schemas.microsoft.com/office/powerpoint/2010/main" val="1072696838"/>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01" name="Shape 201"/>
          <p:cNvSpPr>
            <a:spLocks noGrp="1" noRot="1" noChangeAspect="1"/>
          </p:cNvSpPr>
          <p:nvPr>
            <p:ph type="sldImg"/>
          </p:nvPr>
        </p:nvSpPr>
        <p:spPr>
          <a:xfrm>
            <a:off x="381000" y="685800"/>
            <a:ext cx="6096000" cy="3429000"/>
          </a:xfrm>
          <a:prstGeom prst="rect">
            <a:avLst/>
          </a:prstGeom>
        </p:spPr>
        <p:txBody>
          <a:bodyPr/>
          <a:lstStyle/>
          <a:p>
            <a:endParaRPr/>
          </a:p>
        </p:txBody>
      </p:sp>
      <p:sp>
        <p:nvSpPr>
          <p:cNvPr id="202" name="Shape 202"/>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171450" latinLnBrk="0">
      <a:lnSpc>
        <a:spcPct val="117999"/>
      </a:lnSpc>
      <a:defRPr sz="825">
        <a:latin typeface="Helvetica Neue"/>
        <a:ea typeface="Helvetica Neue"/>
        <a:cs typeface="Helvetica Neue"/>
        <a:sym typeface="Helvetica Neue"/>
      </a:defRPr>
    </a:lvl1pPr>
    <a:lvl2pPr indent="85725" defTabSz="171450" latinLnBrk="0">
      <a:lnSpc>
        <a:spcPct val="117999"/>
      </a:lnSpc>
      <a:defRPr sz="825">
        <a:latin typeface="Helvetica Neue"/>
        <a:ea typeface="Helvetica Neue"/>
        <a:cs typeface="Helvetica Neue"/>
        <a:sym typeface="Helvetica Neue"/>
      </a:defRPr>
    </a:lvl2pPr>
    <a:lvl3pPr indent="171450" defTabSz="171450" latinLnBrk="0">
      <a:lnSpc>
        <a:spcPct val="117999"/>
      </a:lnSpc>
      <a:defRPr sz="825">
        <a:latin typeface="Helvetica Neue"/>
        <a:ea typeface="Helvetica Neue"/>
        <a:cs typeface="Helvetica Neue"/>
        <a:sym typeface="Helvetica Neue"/>
      </a:defRPr>
    </a:lvl3pPr>
    <a:lvl4pPr indent="257175" defTabSz="171450" latinLnBrk="0">
      <a:lnSpc>
        <a:spcPct val="117999"/>
      </a:lnSpc>
      <a:defRPr sz="825">
        <a:latin typeface="Helvetica Neue"/>
        <a:ea typeface="Helvetica Neue"/>
        <a:cs typeface="Helvetica Neue"/>
        <a:sym typeface="Helvetica Neue"/>
      </a:defRPr>
    </a:lvl4pPr>
    <a:lvl5pPr indent="342900" defTabSz="171450" latinLnBrk="0">
      <a:lnSpc>
        <a:spcPct val="117999"/>
      </a:lnSpc>
      <a:defRPr sz="825">
        <a:latin typeface="Helvetica Neue"/>
        <a:ea typeface="Helvetica Neue"/>
        <a:cs typeface="Helvetica Neue"/>
        <a:sym typeface="Helvetica Neue"/>
      </a:defRPr>
    </a:lvl5pPr>
    <a:lvl6pPr indent="428625" defTabSz="171450" latinLnBrk="0">
      <a:lnSpc>
        <a:spcPct val="117999"/>
      </a:lnSpc>
      <a:defRPr sz="825">
        <a:latin typeface="Helvetica Neue"/>
        <a:ea typeface="Helvetica Neue"/>
        <a:cs typeface="Helvetica Neue"/>
        <a:sym typeface="Helvetica Neue"/>
      </a:defRPr>
    </a:lvl6pPr>
    <a:lvl7pPr indent="514350" defTabSz="171450" latinLnBrk="0">
      <a:lnSpc>
        <a:spcPct val="117999"/>
      </a:lnSpc>
      <a:defRPr sz="825">
        <a:latin typeface="Helvetica Neue"/>
        <a:ea typeface="Helvetica Neue"/>
        <a:cs typeface="Helvetica Neue"/>
        <a:sym typeface="Helvetica Neue"/>
      </a:defRPr>
    </a:lvl7pPr>
    <a:lvl8pPr indent="600075" defTabSz="171450" latinLnBrk="0">
      <a:lnSpc>
        <a:spcPct val="117999"/>
      </a:lnSpc>
      <a:defRPr sz="825">
        <a:latin typeface="Helvetica Neue"/>
        <a:ea typeface="Helvetica Neue"/>
        <a:cs typeface="Helvetica Neue"/>
        <a:sym typeface="Helvetica Neue"/>
      </a:defRPr>
    </a:lvl8pPr>
    <a:lvl9pPr indent="685800" defTabSz="171450" latinLnBrk="0">
      <a:lnSpc>
        <a:spcPct val="117999"/>
      </a:lnSpc>
      <a:defRPr sz="825">
        <a:latin typeface="Helvetica Neue"/>
        <a:ea typeface="Helvetica Neue"/>
        <a:cs typeface="Helvetica Neue"/>
        <a:sym typeface="Helvetica Neu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DAVID</a:t>
            </a:r>
          </a:p>
        </p:txBody>
      </p:sp>
    </p:spTree>
    <p:extLst>
      <p:ext uri="{BB962C8B-B14F-4D97-AF65-F5344CB8AC3E}">
        <p14:creationId xmlns:p14="http://schemas.microsoft.com/office/powerpoint/2010/main" val="26974473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defTabSz="171450" eaLnBrk="1" fontAlgn="auto" latinLnBrk="0" hangingPunct="1">
              <a:lnSpc>
                <a:spcPct val="117999"/>
              </a:lnSpc>
              <a:spcBef>
                <a:spcPts val="0"/>
              </a:spcBef>
              <a:spcAft>
                <a:spcPts val="0"/>
              </a:spcAft>
              <a:buClrTx/>
              <a:buSzTx/>
              <a:buFontTx/>
              <a:buNone/>
              <a:tabLst/>
              <a:defRPr/>
            </a:pPr>
            <a:r>
              <a:rPr lang="en-US" sz="900"/>
              <a:t>David</a:t>
            </a:r>
          </a:p>
          <a:p>
            <a:endParaRPr lang="en-US" sz="900">
              <a:latin typeface="Calibri"/>
              <a:ea typeface="Calibri"/>
              <a:cs typeface="Calibri"/>
            </a:endParaRPr>
          </a:p>
          <a:p>
            <a:r>
              <a:rPr lang="en-US" sz="900">
                <a:latin typeface="Calibri"/>
                <a:ea typeface="Calibri"/>
                <a:cs typeface="Calibri"/>
              </a:rPr>
              <a:t>We created this slide to get a better understanding of what </a:t>
            </a:r>
            <a:r>
              <a:rPr lang="en-US" sz="900" err="1">
                <a:latin typeface="Calibri"/>
                <a:ea typeface="Calibri"/>
                <a:cs typeface="Calibri"/>
              </a:rPr>
              <a:t>dsm</a:t>
            </a:r>
            <a:r>
              <a:rPr lang="en-US" sz="900">
                <a:latin typeface="Calibri"/>
                <a:ea typeface="Calibri"/>
                <a:cs typeface="Calibri"/>
              </a:rPr>
              <a:t>-Firmenich is looking for from an outplacement provider</a:t>
            </a:r>
          </a:p>
          <a:p>
            <a:endParaRPr lang="en-US" sz="900">
              <a:latin typeface="Calibri"/>
              <a:ea typeface="Calibri"/>
              <a:cs typeface="Calibri"/>
            </a:endParaRPr>
          </a:p>
          <a:p>
            <a:r>
              <a:rPr lang="en-US" sz="900">
                <a:latin typeface="Calibri"/>
                <a:ea typeface="Calibri"/>
                <a:cs typeface="Calibri"/>
              </a:rPr>
              <a:t>Based on the RFP and our research</a:t>
            </a:r>
          </a:p>
          <a:p>
            <a:r>
              <a:rPr lang="en-US" sz="900">
                <a:latin typeface="Calibri"/>
                <a:ea typeface="Calibri"/>
                <a:cs typeface="Calibri"/>
              </a:rPr>
              <a:t>We know....</a:t>
            </a:r>
            <a:endParaRPr lang="en-US" sz="900">
              <a:solidFill>
                <a:srgbClr val="000000"/>
              </a:solidFill>
              <a:latin typeface="Calibri"/>
              <a:ea typeface="Calibri"/>
              <a:cs typeface="Calibri"/>
            </a:endParaRPr>
          </a:p>
          <a:p>
            <a:endParaRPr lang="en-US" sz="900">
              <a:latin typeface="Calibri"/>
              <a:ea typeface="Calibri"/>
              <a:cs typeface="Calibri"/>
            </a:endParaRPr>
          </a:p>
          <a:p>
            <a:r>
              <a:rPr lang="en-US" sz="900">
                <a:latin typeface="Calibri"/>
                <a:ea typeface="Calibri"/>
                <a:cs typeface="Calibri"/>
              </a:rPr>
              <a:t>READ ALL POINTS</a:t>
            </a:r>
            <a:br>
              <a:rPr lang="en-US" sz="900">
                <a:latin typeface="Calibri"/>
                <a:ea typeface="Calibri"/>
                <a:cs typeface="Calibri"/>
              </a:rPr>
            </a:br>
            <a:r>
              <a:rPr lang="en-US" sz="900">
                <a:latin typeface="Calibri"/>
                <a:ea typeface="Calibri"/>
                <a:cs typeface="Calibri"/>
              </a:rPr>
              <a:t>*Pause</a:t>
            </a:r>
          </a:p>
          <a:p>
            <a:endParaRPr lang="en-US" sz="900">
              <a:latin typeface="Calibri"/>
              <a:ea typeface="Calibri"/>
              <a:cs typeface="Calibri"/>
            </a:endParaRPr>
          </a:p>
          <a:p>
            <a:r>
              <a:rPr lang="en-US" sz="900">
                <a:latin typeface="Calibri"/>
                <a:ea typeface="Calibri"/>
                <a:cs typeface="Calibri"/>
              </a:rPr>
              <a:t>Were we able to capture this accurately? Did we miss anything?</a:t>
            </a:r>
          </a:p>
          <a:p>
            <a:endParaRPr lang="en-US" sz="900">
              <a:latin typeface="Calibri"/>
              <a:ea typeface="Calibri"/>
              <a:cs typeface="Calibri"/>
            </a:endParaRPr>
          </a:p>
          <a:p>
            <a:endParaRPr lang="en-US"/>
          </a:p>
        </p:txBody>
      </p:sp>
    </p:spTree>
    <p:extLst>
      <p:ext uri="{BB962C8B-B14F-4D97-AF65-F5344CB8AC3E}">
        <p14:creationId xmlns:p14="http://schemas.microsoft.com/office/powerpoint/2010/main" val="42141410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defTabSz="171450" eaLnBrk="1" fontAlgn="auto" latinLnBrk="0" hangingPunct="1">
              <a:lnSpc>
                <a:spcPct val="117999"/>
              </a:lnSpc>
              <a:spcBef>
                <a:spcPts val="0"/>
              </a:spcBef>
              <a:spcAft>
                <a:spcPts val="0"/>
              </a:spcAft>
              <a:buClrTx/>
              <a:buSzTx/>
              <a:buFontTx/>
              <a:buNone/>
              <a:tabLst/>
              <a:defRPr/>
            </a:pPr>
            <a:r>
              <a:rPr lang="en-US"/>
              <a:t>Andy</a:t>
            </a:r>
          </a:p>
          <a:p>
            <a:endParaRPr lang="en-US"/>
          </a:p>
        </p:txBody>
      </p:sp>
    </p:spTree>
    <p:extLst>
      <p:ext uri="{BB962C8B-B14F-4D97-AF65-F5344CB8AC3E}">
        <p14:creationId xmlns:p14="http://schemas.microsoft.com/office/powerpoint/2010/main" val="36916503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Andy</a:t>
            </a:r>
          </a:p>
        </p:txBody>
      </p:sp>
    </p:spTree>
    <p:extLst>
      <p:ext uri="{BB962C8B-B14F-4D97-AF65-F5344CB8AC3E}">
        <p14:creationId xmlns:p14="http://schemas.microsoft.com/office/powerpoint/2010/main" val="162024310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485EE2-DB59-3932-0087-5364E7A287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13C7C1-D6B2-A77B-0DF3-8833F4C97E7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1585F24-39A7-4AF4-EC4B-0F3A3174D136}"/>
              </a:ext>
            </a:extLst>
          </p:cNvPr>
          <p:cNvSpPr>
            <a:spLocks noGrp="1"/>
          </p:cNvSpPr>
          <p:nvPr>
            <p:ph type="body" idx="1"/>
          </p:nvPr>
        </p:nvSpPr>
        <p:spPr/>
        <p:txBody>
          <a:bodyPr/>
          <a:lstStyle/>
          <a:p>
            <a:pPr marL="0" marR="0" lvl="0" indent="0" algn="l" defTabSz="171450" rtl="0" eaLnBrk="1" fontAlgn="auto" latinLnBrk="0" hangingPunct="1">
              <a:lnSpc>
                <a:spcPct val="117999"/>
              </a:lnSpc>
              <a:spcBef>
                <a:spcPts val="0"/>
              </a:spcBef>
              <a:spcAft>
                <a:spcPts val="0"/>
              </a:spcAft>
              <a:buClrTx/>
              <a:buSzTx/>
              <a:buFont typeface="Arial" panose="020B0604020202020204" pitchFamily="34" charset="0"/>
              <a:buNone/>
              <a:tabLst/>
              <a:defRPr/>
            </a:pPr>
            <a:r>
              <a:rPr lang="en-US" b="1"/>
              <a:t>Andy</a:t>
            </a:r>
          </a:p>
          <a:p>
            <a:pPr marL="171450" marR="0" lvl="0" indent="-171450" algn="l" defTabSz="171450" rtl="0" eaLnBrk="1" fontAlgn="auto" latinLnBrk="0" hangingPunct="1">
              <a:lnSpc>
                <a:spcPct val="117999"/>
              </a:lnSpc>
              <a:spcBef>
                <a:spcPts val="0"/>
              </a:spcBef>
              <a:spcAft>
                <a:spcPts val="0"/>
              </a:spcAft>
              <a:buClrTx/>
              <a:buSzTx/>
              <a:buFont typeface="Arial" panose="020B0604020202020204" pitchFamily="34" charset="0"/>
              <a:buChar char="•"/>
              <a:tabLst/>
              <a:defRPr/>
            </a:pPr>
            <a:r>
              <a:rPr lang="en-US" b="1"/>
              <a:t>COMPANY shares client information: </a:t>
            </a:r>
            <a:r>
              <a:rPr kumimoji="0" lang="en-US" sz="900" b="0" i="0" u="none" strike="noStrike" kern="0" cap="none" spc="0" normalizeH="0" baseline="0" noProof="0">
                <a:ln>
                  <a:noFill/>
                </a:ln>
                <a:solidFill>
                  <a:srgbClr val="0E2440"/>
                </a:solidFill>
                <a:effectLst/>
                <a:uLnTx/>
                <a:uFillTx/>
                <a:latin typeface="Lora Regular Regular"/>
                <a:sym typeface="Lora Regular Regular"/>
              </a:rPr>
              <a:t>Challenger being able to contact job seekers directly is critical to activation and key to successful transitions. </a:t>
            </a:r>
            <a:endParaRPr lang="en-US"/>
          </a:p>
          <a:p>
            <a:pPr marL="171450" marR="0" lvl="0" indent="-171450" algn="l" defTabSz="171450" rtl="0" eaLnBrk="1" fontAlgn="auto" latinLnBrk="0" hangingPunct="1">
              <a:lnSpc>
                <a:spcPct val="117999"/>
              </a:lnSpc>
              <a:spcBef>
                <a:spcPts val="0"/>
              </a:spcBef>
              <a:spcAft>
                <a:spcPts val="0"/>
              </a:spcAft>
              <a:buClrTx/>
              <a:buSzTx/>
              <a:buFont typeface="Arial" panose="020B0604020202020204" pitchFamily="34" charset="0"/>
              <a:buChar char="•"/>
              <a:tabLst/>
              <a:defRPr/>
            </a:pPr>
            <a:r>
              <a:rPr lang="en-US" b="1"/>
              <a:t>Challenger outreach team contacts job seekers: </a:t>
            </a:r>
            <a:r>
              <a:rPr kumimoji="0" lang="en-US" sz="900" b="0" i="0" u="none" strike="noStrike" kern="0" cap="none" spc="0" normalizeH="0" baseline="0" noProof="0">
                <a:ln>
                  <a:noFill/>
                </a:ln>
                <a:solidFill>
                  <a:srgbClr val="0E2440"/>
                </a:solidFill>
                <a:effectLst/>
                <a:uLnTx/>
                <a:uFillTx/>
                <a:latin typeface="Lora Regular Regular"/>
                <a:sym typeface="Lora Regular Regular"/>
              </a:rPr>
              <a:t>Challenger uses multiple touchpoints to make contact and to onboard job seekers. </a:t>
            </a:r>
          </a:p>
          <a:p>
            <a:pPr marL="171450" marR="0" lvl="0" indent="-171450" algn="l" defTabSz="171450" rtl="0" eaLnBrk="1" fontAlgn="auto" latinLnBrk="0" hangingPunct="1">
              <a:lnSpc>
                <a:spcPct val="117999"/>
              </a:lnSpc>
              <a:spcBef>
                <a:spcPts val="0"/>
              </a:spcBef>
              <a:spcAft>
                <a:spcPts val="0"/>
              </a:spcAft>
              <a:buClrTx/>
              <a:buSzTx/>
              <a:buFont typeface="Arial" panose="020B0604020202020204" pitchFamily="34" charset="0"/>
              <a:buChar char="•"/>
              <a:tabLst/>
              <a:defRPr/>
            </a:pPr>
            <a:r>
              <a:rPr kumimoji="0" lang="en-US" sz="1000" b="1" i="0" u="none" strike="noStrike" kern="0" cap="none" spc="0" normalizeH="0" baseline="0" noProof="0">
                <a:ln>
                  <a:noFill/>
                </a:ln>
                <a:solidFill>
                  <a:srgbClr val="0E2440"/>
                </a:solidFill>
                <a:effectLst/>
                <a:uLnTx/>
                <a:uFillTx/>
                <a:latin typeface="Lora Regular Regular"/>
                <a:sym typeface="Lora Regular Regular"/>
              </a:rPr>
              <a:t>Client completes assessment: </a:t>
            </a:r>
            <a:r>
              <a:rPr kumimoji="0" lang="en-US" sz="1000" b="0" i="0" u="none" strike="noStrike" kern="0" cap="none" spc="0" normalizeH="0" baseline="0" noProof="0">
                <a:ln>
                  <a:noFill/>
                </a:ln>
                <a:solidFill>
                  <a:srgbClr val="0E2440"/>
                </a:solidFill>
                <a:effectLst/>
                <a:uLnTx/>
                <a:uFillTx/>
                <a:latin typeface="Lora Regular Regular"/>
                <a:sym typeface="Lora Regular Regular"/>
              </a:rPr>
              <a:t>A fast-start begins by understanding where the client is at, enabling them to prepare for next steps and to triage immediate needs. </a:t>
            </a:r>
            <a:endParaRPr lang="en-US" sz="900" b="1"/>
          </a:p>
          <a:p>
            <a:pPr marL="171450" indent="-171450">
              <a:buFont typeface="Arial" panose="020B0604020202020204" pitchFamily="34" charset="0"/>
              <a:buChar char="•"/>
            </a:pPr>
            <a:r>
              <a:rPr lang="en-US" sz="900" b="1"/>
              <a:t>Client is carefully matched with a job search coach: </a:t>
            </a:r>
            <a:r>
              <a:rPr lang="en-US" sz="900"/>
              <a:t>varies by program level, this is where the client begins to be surrounded by a team of experts, with their coach at the lead. </a:t>
            </a:r>
          </a:p>
          <a:p>
            <a:pPr marL="171450" indent="-171450">
              <a:buFont typeface="Arial" panose="020B0604020202020204" pitchFamily="34" charset="0"/>
              <a:buChar char="•"/>
            </a:pPr>
            <a:r>
              <a:rPr lang="en-US" sz="900" b="1"/>
              <a:t>Client gains access to Challenger CareerSuite: </a:t>
            </a:r>
            <a:r>
              <a:rPr lang="en-US" sz="900"/>
              <a:t>where they can start by registering for live webinars, take assessments, update their personal branding, practice interviews and much more</a:t>
            </a:r>
          </a:p>
          <a:p>
            <a:pPr marL="171450" indent="-171450">
              <a:buFont typeface="Arial" panose="020B0604020202020204" pitchFamily="34" charset="0"/>
              <a:buChar char="•"/>
            </a:pPr>
            <a:r>
              <a:rPr lang="en-US" sz="900" b="1"/>
              <a:t>Resume and LinkedIn review begins: </a:t>
            </a:r>
            <a:r>
              <a:rPr lang="en-US" sz="900"/>
              <a:t>varies by program level, clients are surrounded by teams of experts to present themselves in a way that stands out and gains attention</a:t>
            </a:r>
          </a:p>
          <a:p>
            <a:pPr marL="171450" marR="0" lvl="0" indent="-171450" defTabSz="171450" eaLnBrk="1" fontAlgn="auto" latinLnBrk="0" hangingPunct="1">
              <a:lnSpc>
                <a:spcPct val="117999"/>
              </a:lnSpc>
              <a:spcBef>
                <a:spcPts val="0"/>
              </a:spcBef>
              <a:spcAft>
                <a:spcPts val="0"/>
              </a:spcAft>
              <a:buClrTx/>
              <a:buSzTx/>
              <a:buFont typeface="Arial" panose="020B0604020202020204" pitchFamily="34" charset="0"/>
              <a:buChar char="•"/>
              <a:tabLst/>
              <a:defRPr/>
            </a:pPr>
            <a:r>
              <a:rPr lang="en-US" sz="900" b="1"/>
              <a:t>Client and coach create a job search strategy: </a:t>
            </a:r>
            <a:r>
              <a:rPr lang="en-US" sz="900"/>
              <a:t>Through an in-depth consultation, their coach builds a personalized roadmap tailored to their career goals and skillset to set up a focused, effective search</a:t>
            </a:r>
            <a:endParaRPr lang="en-US" sz="900" b="1"/>
          </a:p>
          <a:p>
            <a:pPr marL="171450" indent="-171450">
              <a:buFont typeface="Arial" panose="020B0604020202020204" pitchFamily="34" charset="0"/>
              <a:buChar char="•"/>
            </a:pPr>
            <a:r>
              <a:rPr lang="en-US" sz="900" b="1"/>
              <a:t>We work together: </a:t>
            </a:r>
            <a:r>
              <a:rPr lang="en-US" sz="900"/>
              <a:t>with unlimited coaching and access to Challenger CareerSuite, the client’s plan is put to action. We help with direction on personal branding, networking, and interview prep. And importantly, we are </a:t>
            </a:r>
            <a:r>
              <a:rPr lang="en-US" sz="900" i="1"/>
              <a:t>there</a:t>
            </a:r>
            <a:r>
              <a:rPr lang="en-US" sz="900"/>
              <a:t> for our clients. Our coaches keep clients on track and moving forward. </a:t>
            </a:r>
          </a:p>
          <a:p>
            <a:pPr marL="171450" indent="-171450">
              <a:buFont typeface="Arial" panose="020B0604020202020204" pitchFamily="34" charset="0"/>
              <a:buChar char="•"/>
            </a:pPr>
            <a:r>
              <a:rPr lang="en-US" sz="900" b="1"/>
              <a:t>Client secures job! </a:t>
            </a:r>
            <a:r>
              <a:rPr lang="en-US" sz="900"/>
              <a:t>We help clients negotiate the best deal possible for a role they’re excited about</a:t>
            </a:r>
          </a:p>
          <a:p>
            <a:pPr marL="171450" indent="-171450">
              <a:buFont typeface="Arial" panose="020B0604020202020204" pitchFamily="34" charset="0"/>
              <a:buChar char="•"/>
            </a:pPr>
            <a:endParaRPr lang="en-US" sz="900"/>
          </a:p>
          <a:p>
            <a:endParaRPr lang="en-US" sz="900"/>
          </a:p>
          <a:p>
            <a:pPr marL="0" marR="0" lvl="0" indent="0" algn="l" defTabSz="171450" rtl="0" eaLnBrk="1" fontAlgn="auto" latinLnBrk="0" hangingPunct="1">
              <a:lnSpc>
                <a:spcPct val="117999"/>
              </a:lnSpc>
              <a:spcBef>
                <a:spcPts val="0"/>
              </a:spcBef>
              <a:spcAft>
                <a:spcPts val="0"/>
              </a:spcAft>
              <a:buClrTx/>
              <a:buSzTx/>
              <a:buFontTx/>
              <a:buNone/>
              <a:tabLst/>
              <a:defRPr/>
            </a:pPr>
            <a:endParaRPr kumimoji="0" lang="en-US" sz="900" b="0" i="0" u="none" strike="noStrike" kern="0" cap="none" spc="0" normalizeH="0" baseline="0" noProof="0">
              <a:ln>
                <a:noFill/>
              </a:ln>
              <a:solidFill>
                <a:srgbClr val="0E2440"/>
              </a:solidFill>
              <a:effectLst/>
              <a:uLnTx/>
              <a:uFillTx/>
              <a:latin typeface="Lora Regular Regular"/>
              <a:sym typeface="Lora Regular Regular"/>
            </a:endParaRPr>
          </a:p>
          <a:p>
            <a:endParaRPr lang="en-US"/>
          </a:p>
        </p:txBody>
      </p:sp>
    </p:spTree>
    <p:extLst>
      <p:ext uri="{BB962C8B-B14F-4D97-AF65-F5344CB8AC3E}">
        <p14:creationId xmlns:p14="http://schemas.microsoft.com/office/powerpoint/2010/main" val="376863257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0B9C59-187D-DE9A-4E7A-43404BA405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65F07A-467A-2F52-5A74-7D9864BEAC1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4C22DE-CFBB-D23A-7FC9-EDFA513CDC96}"/>
              </a:ext>
            </a:extLst>
          </p:cNvPr>
          <p:cNvSpPr>
            <a:spLocks noGrp="1"/>
          </p:cNvSpPr>
          <p:nvPr>
            <p:ph type="body" idx="1"/>
          </p:nvPr>
        </p:nvSpPr>
        <p:spPr/>
        <p:txBody>
          <a:bodyPr/>
          <a:lstStyle/>
          <a:p>
            <a:pPr marL="0" marR="0" lvl="0" indent="0" defTabSz="171450" eaLnBrk="1" fontAlgn="auto" latinLnBrk="0" hangingPunct="1">
              <a:lnSpc>
                <a:spcPct val="117999"/>
              </a:lnSpc>
              <a:spcBef>
                <a:spcPts val="0"/>
              </a:spcBef>
              <a:spcAft>
                <a:spcPts val="0"/>
              </a:spcAft>
              <a:buClrTx/>
              <a:buSzTx/>
              <a:buFontTx/>
              <a:buNone/>
              <a:tabLst/>
              <a:defRPr/>
            </a:pPr>
            <a:r>
              <a:rPr lang="en-US"/>
              <a:t>David</a:t>
            </a:r>
          </a:p>
          <a:p>
            <a:endParaRPr lang="en-US"/>
          </a:p>
          <a:p>
            <a:r>
              <a:rPr lang="en-US"/>
              <a:t>This is what customers and clients receive through Outplacement. </a:t>
            </a:r>
          </a:p>
          <a:p>
            <a:r>
              <a:rPr lang="en-US"/>
              <a:t>It’s what Challenger provides, which is generally much more holistic, personalized and value-driven than what others in the market provide. </a:t>
            </a:r>
          </a:p>
          <a:p>
            <a:endParaRPr lang="en-US"/>
          </a:p>
          <a:p>
            <a:r>
              <a:rPr lang="en-US"/>
              <a:t>Further in the presentation we’ll show how we address both of these groups. The Customer journey and the Client journey. </a:t>
            </a:r>
          </a:p>
        </p:txBody>
      </p:sp>
    </p:spTree>
    <p:extLst>
      <p:ext uri="{BB962C8B-B14F-4D97-AF65-F5344CB8AC3E}">
        <p14:creationId xmlns:p14="http://schemas.microsoft.com/office/powerpoint/2010/main" val="212441878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91039A-00D3-D76B-AC51-9B9F2BA2A1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E0309E-8860-1A86-B308-9D3E1FB283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EF79E9-6633-7D55-DFB4-9CA340F9500E}"/>
              </a:ext>
            </a:extLst>
          </p:cNvPr>
          <p:cNvSpPr>
            <a:spLocks noGrp="1"/>
          </p:cNvSpPr>
          <p:nvPr>
            <p:ph type="body" idx="1"/>
          </p:nvPr>
        </p:nvSpPr>
        <p:spPr/>
        <p:txBody>
          <a:bodyPr/>
          <a:lstStyle/>
          <a:p>
            <a:pPr marL="0" marR="0" lvl="0" indent="0" defTabSz="171450" eaLnBrk="1" fontAlgn="auto" latinLnBrk="0" hangingPunct="1">
              <a:lnSpc>
                <a:spcPct val="117999"/>
              </a:lnSpc>
              <a:spcBef>
                <a:spcPts val="0"/>
              </a:spcBef>
              <a:spcAft>
                <a:spcPts val="0"/>
              </a:spcAft>
              <a:buClrTx/>
              <a:buSzTx/>
              <a:buFontTx/>
              <a:buNone/>
              <a:tabLst/>
              <a:defRPr/>
            </a:pPr>
            <a:r>
              <a:rPr lang="en-US"/>
              <a:t>David</a:t>
            </a:r>
          </a:p>
          <a:p>
            <a:endParaRPr lang="en-US"/>
          </a:p>
          <a:p>
            <a:r>
              <a:rPr lang="en-US"/>
              <a:t>This is what customers and clients receive through Outplacement. </a:t>
            </a:r>
          </a:p>
          <a:p>
            <a:r>
              <a:rPr lang="en-US"/>
              <a:t>It’s what Challenger provides, which is generally much more holistic, personalized and value-driven than what others in the market provide. </a:t>
            </a:r>
          </a:p>
          <a:p>
            <a:endParaRPr lang="en-US"/>
          </a:p>
          <a:p>
            <a:r>
              <a:rPr lang="en-US"/>
              <a:t>Further in the presentation we’ll show how we address both of these groups. The Customer journey and the Client journey. </a:t>
            </a:r>
          </a:p>
        </p:txBody>
      </p:sp>
    </p:spTree>
    <p:extLst>
      <p:ext uri="{BB962C8B-B14F-4D97-AF65-F5344CB8AC3E}">
        <p14:creationId xmlns:p14="http://schemas.microsoft.com/office/powerpoint/2010/main" val="159080139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BD52ED-C18E-FCA4-683C-B2A6E59D89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BFA61C-B88C-BC5A-E0D1-0F079354BA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58AB6F-8E81-6CBA-96E1-358B20386204}"/>
              </a:ext>
            </a:extLst>
          </p:cNvPr>
          <p:cNvSpPr>
            <a:spLocks noGrp="1"/>
          </p:cNvSpPr>
          <p:nvPr>
            <p:ph type="body" idx="1"/>
          </p:nvPr>
        </p:nvSpPr>
        <p:spPr/>
        <p:txBody>
          <a:bodyPr/>
          <a:lstStyle/>
          <a:p>
            <a:pPr marL="0" marR="0" lvl="0" indent="0" defTabSz="171450" eaLnBrk="1" fontAlgn="auto" latinLnBrk="0" hangingPunct="1">
              <a:lnSpc>
                <a:spcPct val="117999"/>
              </a:lnSpc>
              <a:spcBef>
                <a:spcPts val="0"/>
              </a:spcBef>
              <a:spcAft>
                <a:spcPts val="0"/>
              </a:spcAft>
              <a:buClrTx/>
              <a:buSzTx/>
              <a:buFontTx/>
              <a:buNone/>
              <a:tabLst/>
              <a:defRPr/>
            </a:pPr>
            <a:r>
              <a:rPr lang="en-US"/>
              <a:t>David</a:t>
            </a:r>
          </a:p>
          <a:p>
            <a:endParaRPr lang="en-US"/>
          </a:p>
          <a:p>
            <a:r>
              <a:rPr lang="en-US"/>
              <a:t>This is what customers and clients receive through Outplacement. </a:t>
            </a:r>
          </a:p>
          <a:p>
            <a:r>
              <a:rPr lang="en-US"/>
              <a:t>It’s what Challenger provides, which is generally much more holistic, personalized and value-driven than what others in the market provide. </a:t>
            </a:r>
          </a:p>
          <a:p>
            <a:endParaRPr lang="en-US"/>
          </a:p>
          <a:p>
            <a:r>
              <a:rPr lang="en-US"/>
              <a:t>Further in the presentation we’ll show how we address both of these groups. The Customer journey and the Client journey. </a:t>
            </a:r>
          </a:p>
        </p:txBody>
      </p:sp>
    </p:spTree>
    <p:extLst>
      <p:ext uri="{BB962C8B-B14F-4D97-AF65-F5344CB8AC3E}">
        <p14:creationId xmlns:p14="http://schemas.microsoft.com/office/powerpoint/2010/main" val="36181122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836E7E-BB24-75D5-4502-F1ABF737E8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CC61C9-593C-3FE6-52B4-E4D168C2265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638573-618E-8EF5-C5E1-6800E0635CD9}"/>
              </a:ext>
            </a:extLst>
          </p:cNvPr>
          <p:cNvSpPr>
            <a:spLocks noGrp="1"/>
          </p:cNvSpPr>
          <p:nvPr>
            <p:ph type="body" idx="1"/>
          </p:nvPr>
        </p:nvSpPr>
        <p:spPr/>
        <p:txBody>
          <a:bodyPr/>
          <a:lstStyle/>
          <a:p>
            <a:pPr marL="0" marR="0" lvl="0" indent="0" defTabSz="171450" eaLnBrk="1" fontAlgn="auto" latinLnBrk="0" hangingPunct="1">
              <a:lnSpc>
                <a:spcPct val="117999"/>
              </a:lnSpc>
              <a:spcBef>
                <a:spcPts val="0"/>
              </a:spcBef>
              <a:spcAft>
                <a:spcPts val="0"/>
              </a:spcAft>
              <a:buClrTx/>
              <a:buSzTx/>
              <a:buFontTx/>
              <a:buNone/>
              <a:tabLst/>
              <a:defRPr/>
            </a:pPr>
            <a:r>
              <a:rPr lang="en-US"/>
              <a:t>David</a:t>
            </a:r>
          </a:p>
          <a:p>
            <a:pPr marL="0" marR="0" lvl="0" indent="0" defTabSz="171450" eaLnBrk="1" fontAlgn="auto" latinLnBrk="0" hangingPunct="1">
              <a:lnSpc>
                <a:spcPct val="117999"/>
              </a:lnSpc>
              <a:spcBef>
                <a:spcPts val="0"/>
              </a:spcBef>
              <a:spcAft>
                <a:spcPts val="0"/>
              </a:spcAft>
              <a:buClrTx/>
              <a:buSzTx/>
              <a:buFontTx/>
              <a:buNone/>
              <a:tabLst/>
              <a:defRPr/>
            </a:pPr>
            <a:endParaRPr lang="en-US"/>
          </a:p>
          <a:p>
            <a:pPr marL="0" marR="0" lvl="0" indent="0" algn="l" defTabSz="171450" rtl="0" eaLnBrk="1" fontAlgn="auto" latinLnBrk="0" hangingPunct="1">
              <a:lnSpc>
                <a:spcPct val="117999"/>
              </a:lnSpc>
              <a:spcBef>
                <a:spcPts val="0"/>
              </a:spcBef>
              <a:spcAft>
                <a:spcPts val="0"/>
              </a:spcAft>
              <a:buClrTx/>
              <a:buSzTx/>
              <a:buFontTx/>
              <a:buNone/>
              <a:tabLst/>
              <a:defRPr/>
            </a:pPr>
            <a:r>
              <a:rPr lang="en-US"/>
              <a:t>The customer journey…</a:t>
            </a:r>
            <a:r>
              <a:rPr kumimoji="0" lang="en-US" sz="900" b="0" i="0" u="none" strike="noStrike" kern="0" cap="none" spc="0" normalizeH="0" baseline="0" noProof="0">
                <a:ln>
                  <a:noFill/>
                </a:ln>
                <a:solidFill>
                  <a:srgbClr val="0E2440"/>
                </a:solidFill>
                <a:effectLst/>
                <a:uLnTx/>
                <a:uFillTx/>
                <a:latin typeface="Lora Regular"/>
                <a:sym typeface="Lora Regular"/>
              </a:rPr>
              <a:t>we act as a true extension of your HR team, supporting you before, during, and after a workforce transition. We provide tailored planning, training and support through both small and large workforce transitions</a:t>
            </a:r>
          </a:p>
          <a:p>
            <a:pPr marL="0" marR="0" lvl="0" indent="0" algn="l" defTabSz="171450" rtl="0" eaLnBrk="1" fontAlgn="auto" latinLnBrk="0" hangingPunct="1">
              <a:lnSpc>
                <a:spcPct val="117999"/>
              </a:lnSpc>
              <a:spcBef>
                <a:spcPts val="0"/>
              </a:spcBef>
              <a:spcAft>
                <a:spcPts val="0"/>
              </a:spcAft>
              <a:buClrTx/>
              <a:buSzTx/>
              <a:buFontTx/>
              <a:buNone/>
              <a:tabLst/>
              <a:defRPr/>
            </a:pPr>
            <a:endParaRPr kumimoji="0" lang="en-US" sz="900" b="0" i="0" u="none" strike="noStrike" kern="0" cap="none" spc="0" normalizeH="0" baseline="0" noProof="0">
              <a:ln>
                <a:noFill/>
              </a:ln>
              <a:solidFill>
                <a:srgbClr val="0E2440"/>
              </a:solidFill>
              <a:effectLst/>
              <a:uLnTx/>
              <a:uFillTx/>
              <a:latin typeface="Barlow Condensed Bold"/>
              <a:sym typeface="Lora Regular"/>
            </a:endParaRPr>
          </a:p>
          <a:p>
            <a:pPr marL="0" marR="0" lvl="0" indent="0" algn="l" defTabSz="171450" rtl="0" eaLnBrk="1" fontAlgn="auto" latinLnBrk="0" hangingPunct="1">
              <a:lnSpc>
                <a:spcPct val="117999"/>
              </a:lnSpc>
              <a:spcBef>
                <a:spcPts val="0"/>
              </a:spcBef>
              <a:spcAft>
                <a:spcPts val="0"/>
              </a:spcAft>
              <a:buClrTx/>
              <a:buSzTx/>
              <a:buFontTx/>
              <a:buNone/>
              <a:tabLst/>
              <a:defRPr/>
            </a:pPr>
            <a:r>
              <a:rPr kumimoji="0" lang="en-US" sz="800" b="0" i="0" u="none" strike="noStrike" kern="100" cap="none" spc="0" normalizeH="0" baseline="0" noProof="0">
                <a:ln>
                  <a:noFill/>
                </a:ln>
                <a:solidFill>
                  <a:srgbClr val="FFFFFF"/>
                </a:solidFill>
                <a:effectLst/>
                <a:uLnTx/>
                <a:uFillTx/>
                <a:latin typeface="Lora" pitchFamily="2" charset="0"/>
                <a:ea typeface="Helvetica" panose="020B0604020202020204" pitchFamily="34" charset="0"/>
                <a:cs typeface="Helvetica Neue"/>
                <a:sym typeface="Helvetica Light"/>
              </a:rPr>
              <a:t>We also offer </a:t>
            </a:r>
            <a:r>
              <a:rPr kumimoji="0" lang="en-US" sz="800" b="1" i="0" u="none" strike="noStrike" kern="100" cap="none" spc="0" normalizeH="0" baseline="0" noProof="0">
                <a:ln>
                  <a:noFill/>
                </a:ln>
                <a:solidFill>
                  <a:srgbClr val="FFFFFF"/>
                </a:solidFill>
                <a:effectLst/>
                <a:uLnTx/>
                <a:uFillTx/>
                <a:latin typeface="Lora" pitchFamily="2" charset="0"/>
                <a:ea typeface="Helvetica" panose="020B0604020202020204" pitchFamily="34" charset="0"/>
                <a:cs typeface="Helvetica Neue"/>
                <a:sym typeface="Helvetica Light"/>
              </a:rPr>
              <a:t>custom workshops</a:t>
            </a:r>
            <a:r>
              <a:rPr kumimoji="0" lang="en-US" sz="800" b="0" i="0" u="none" strike="noStrike" kern="100" cap="none" spc="0" normalizeH="0" baseline="0" noProof="0">
                <a:ln>
                  <a:noFill/>
                </a:ln>
                <a:solidFill>
                  <a:srgbClr val="FFFFFF"/>
                </a:solidFill>
                <a:effectLst/>
                <a:uLnTx/>
                <a:uFillTx/>
                <a:latin typeface="Lora" pitchFamily="2" charset="0"/>
                <a:ea typeface="Helvetica" panose="020B0604020202020204" pitchFamily="34" charset="0"/>
                <a:cs typeface="Helvetica Neue"/>
                <a:sym typeface="Helvetica Light"/>
              </a:rPr>
              <a:t> for HR teams and managers on topics such as </a:t>
            </a:r>
            <a:r>
              <a:rPr kumimoji="0" lang="en-US" sz="800" b="1" i="0" u="none" strike="noStrike" kern="100" cap="none" spc="0" normalizeH="0" baseline="0" noProof="0">
                <a:ln>
                  <a:noFill/>
                </a:ln>
                <a:solidFill>
                  <a:srgbClr val="FFFFFF"/>
                </a:solidFill>
                <a:effectLst/>
                <a:uLnTx/>
                <a:uFillTx/>
                <a:latin typeface="Lora" pitchFamily="2" charset="0"/>
                <a:ea typeface="Helvetica" panose="020B0604020202020204" pitchFamily="34" charset="0"/>
                <a:cs typeface="Helvetica Neue"/>
                <a:sym typeface="Helvetica Light"/>
              </a:rPr>
              <a:t>managing stress, leading through change</a:t>
            </a:r>
            <a:r>
              <a:rPr kumimoji="0" lang="en-US" sz="800" b="0" i="0" u="none" strike="noStrike" kern="100" cap="none" spc="0" normalizeH="0" baseline="0" noProof="0">
                <a:ln>
                  <a:noFill/>
                </a:ln>
                <a:solidFill>
                  <a:srgbClr val="FFFFFF"/>
                </a:solidFill>
                <a:effectLst/>
                <a:uLnTx/>
                <a:uFillTx/>
                <a:latin typeface="Lora" pitchFamily="2" charset="0"/>
                <a:ea typeface="Helvetica" panose="020B0604020202020204" pitchFamily="34" charset="0"/>
                <a:cs typeface="Helvetica Neue"/>
                <a:sym typeface="Helvetica Light"/>
              </a:rPr>
              <a:t>, and </a:t>
            </a:r>
            <a:r>
              <a:rPr kumimoji="0" lang="en-US" sz="800" b="1" i="0" u="none" strike="noStrike" kern="100" cap="none" spc="0" normalizeH="0" baseline="0" noProof="0">
                <a:ln>
                  <a:noFill/>
                </a:ln>
                <a:solidFill>
                  <a:srgbClr val="FFFFFF"/>
                </a:solidFill>
                <a:effectLst/>
                <a:uLnTx/>
                <a:uFillTx/>
                <a:latin typeface="Lora" pitchFamily="2" charset="0"/>
                <a:ea typeface="Helvetica" panose="020B0604020202020204" pitchFamily="34" charset="0"/>
                <a:cs typeface="Helvetica Neue"/>
                <a:sym typeface="Helvetica Light"/>
              </a:rPr>
              <a:t>supporting remaining employees</a:t>
            </a:r>
            <a:r>
              <a:rPr kumimoji="0" lang="en-US" sz="800" b="0" i="0" u="none" strike="noStrike" kern="100" cap="none" spc="0" normalizeH="0" baseline="0" noProof="0">
                <a:ln>
                  <a:noFill/>
                </a:ln>
                <a:solidFill>
                  <a:srgbClr val="FFFFFF"/>
                </a:solidFill>
                <a:effectLst/>
                <a:uLnTx/>
                <a:uFillTx/>
                <a:latin typeface="Lora" pitchFamily="2" charset="0"/>
                <a:ea typeface="Helvetica" panose="020B0604020202020204" pitchFamily="34" charset="0"/>
                <a:cs typeface="Helvetica Neue"/>
                <a:sym typeface="Helvetica Light"/>
              </a:rPr>
              <a:t>, helping to preserve morale and productivity across the organization.</a:t>
            </a:r>
          </a:p>
          <a:p>
            <a:pPr marL="0" marR="0" lvl="0" indent="0" defTabSz="171450" eaLnBrk="1" fontAlgn="auto" latinLnBrk="0" hangingPunct="1">
              <a:lnSpc>
                <a:spcPct val="117999"/>
              </a:lnSpc>
              <a:spcBef>
                <a:spcPts val="0"/>
              </a:spcBef>
              <a:spcAft>
                <a:spcPts val="0"/>
              </a:spcAft>
              <a:buClrTx/>
              <a:buSzTx/>
              <a:buFontTx/>
              <a:buNone/>
              <a:tabLst/>
              <a:defRPr/>
            </a:pPr>
            <a:endParaRPr lang="en-US"/>
          </a:p>
        </p:txBody>
      </p:sp>
    </p:spTree>
    <p:extLst>
      <p:ext uri="{BB962C8B-B14F-4D97-AF65-F5344CB8AC3E}">
        <p14:creationId xmlns:p14="http://schemas.microsoft.com/office/powerpoint/2010/main" val="293353251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7D81B1-733D-256E-5956-5FCFA4E9A3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502BBF-E9AA-C685-E363-41DD6AA8D4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8794F7-622F-C3BC-F809-7F45821C20AC}"/>
              </a:ext>
            </a:extLst>
          </p:cNvPr>
          <p:cNvSpPr>
            <a:spLocks noGrp="1"/>
          </p:cNvSpPr>
          <p:nvPr>
            <p:ph type="body" idx="1"/>
          </p:nvPr>
        </p:nvSpPr>
        <p:spPr/>
        <p:txBody>
          <a:bodyPr/>
          <a:lstStyle/>
          <a:p>
            <a:pPr marL="0" marR="0" lvl="0" indent="0" defTabSz="171450" eaLnBrk="1" fontAlgn="auto" latinLnBrk="0" hangingPunct="1">
              <a:lnSpc>
                <a:spcPct val="117999"/>
              </a:lnSpc>
              <a:spcBef>
                <a:spcPts val="0"/>
              </a:spcBef>
              <a:spcAft>
                <a:spcPts val="0"/>
              </a:spcAft>
              <a:buClrTx/>
              <a:buSzTx/>
              <a:buFontTx/>
              <a:buNone/>
              <a:tabLst/>
              <a:defRPr/>
            </a:pPr>
            <a:r>
              <a:rPr lang="en-US"/>
              <a:t>David</a:t>
            </a:r>
          </a:p>
          <a:p>
            <a:pPr marL="0" marR="0" lvl="0" indent="0" defTabSz="171450" eaLnBrk="1" fontAlgn="auto" latinLnBrk="0" hangingPunct="1">
              <a:lnSpc>
                <a:spcPct val="117999"/>
              </a:lnSpc>
              <a:spcBef>
                <a:spcPts val="0"/>
              </a:spcBef>
              <a:spcAft>
                <a:spcPts val="0"/>
              </a:spcAft>
              <a:buClrTx/>
              <a:buSzTx/>
              <a:buFontTx/>
              <a:buNone/>
              <a:tabLst/>
              <a:defRPr/>
            </a:pPr>
            <a:endParaRPr lang="en-US"/>
          </a:p>
          <a:p>
            <a:pPr marL="0" marR="0" lvl="0" indent="0" algn="l" defTabSz="171450" rtl="0" eaLnBrk="1" fontAlgn="auto" latinLnBrk="0" hangingPunct="1">
              <a:lnSpc>
                <a:spcPct val="117999"/>
              </a:lnSpc>
              <a:spcBef>
                <a:spcPts val="0"/>
              </a:spcBef>
              <a:spcAft>
                <a:spcPts val="0"/>
              </a:spcAft>
              <a:buClrTx/>
              <a:buSzTx/>
              <a:buFontTx/>
              <a:buNone/>
              <a:tabLst/>
              <a:defRPr/>
            </a:pPr>
            <a:r>
              <a:rPr lang="en-US"/>
              <a:t>The customer journey…</a:t>
            </a:r>
            <a:r>
              <a:rPr kumimoji="0" lang="en-US" sz="900" b="0" i="0" u="none" strike="noStrike" kern="0" cap="none" spc="0" normalizeH="0" baseline="0" noProof="0">
                <a:ln>
                  <a:noFill/>
                </a:ln>
                <a:solidFill>
                  <a:srgbClr val="0E2440"/>
                </a:solidFill>
                <a:effectLst/>
                <a:uLnTx/>
                <a:uFillTx/>
                <a:latin typeface="Lora Regular"/>
                <a:sym typeface="Lora Regular"/>
              </a:rPr>
              <a:t>we act as a true extension of your HR team, supporting you before, during, and after a workforce transition. We provide tailored planning, training and support through both small and large workforce transitions</a:t>
            </a:r>
          </a:p>
          <a:p>
            <a:pPr marL="0" marR="0" lvl="0" indent="0" algn="l" defTabSz="171450" rtl="0" eaLnBrk="1" fontAlgn="auto" latinLnBrk="0" hangingPunct="1">
              <a:lnSpc>
                <a:spcPct val="117999"/>
              </a:lnSpc>
              <a:spcBef>
                <a:spcPts val="0"/>
              </a:spcBef>
              <a:spcAft>
                <a:spcPts val="0"/>
              </a:spcAft>
              <a:buClrTx/>
              <a:buSzTx/>
              <a:buFontTx/>
              <a:buNone/>
              <a:tabLst/>
              <a:defRPr/>
            </a:pPr>
            <a:endParaRPr kumimoji="0" lang="en-US" sz="900" b="0" i="0" u="none" strike="noStrike" kern="0" cap="none" spc="0" normalizeH="0" baseline="0" noProof="0">
              <a:ln>
                <a:noFill/>
              </a:ln>
              <a:solidFill>
                <a:srgbClr val="0E2440"/>
              </a:solidFill>
              <a:effectLst/>
              <a:uLnTx/>
              <a:uFillTx/>
              <a:latin typeface="Barlow Condensed Bold"/>
              <a:sym typeface="Lora Regular"/>
            </a:endParaRPr>
          </a:p>
          <a:p>
            <a:pPr marL="0" marR="0" lvl="0" indent="0" algn="l" defTabSz="171450" rtl="0" eaLnBrk="1" fontAlgn="auto" latinLnBrk="0" hangingPunct="1">
              <a:lnSpc>
                <a:spcPct val="117999"/>
              </a:lnSpc>
              <a:spcBef>
                <a:spcPts val="0"/>
              </a:spcBef>
              <a:spcAft>
                <a:spcPts val="0"/>
              </a:spcAft>
              <a:buClrTx/>
              <a:buSzTx/>
              <a:buFontTx/>
              <a:buNone/>
              <a:tabLst/>
              <a:defRPr/>
            </a:pPr>
            <a:r>
              <a:rPr kumimoji="0" lang="en-US" sz="800" b="0" i="0" u="none" strike="noStrike" kern="100" cap="none" spc="0" normalizeH="0" baseline="0" noProof="0">
                <a:ln>
                  <a:noFill/>
                </a:ln>
                <a:solidFill>
                  <a:srgbClr val="FFFFFF"/>
                </a:solidFill>
                <a:effectLst/>
                <a:uLnTx/>
                <a:uFillTx/>
                <a:latin typeface="Lora" pitchFamily="2" charset="0"/>
                <a:ea typeface="Helvetica" panose="020B0604020202020204" pitchFamily="34" charset="0"/>
                <a:cs typeface="Helvetica Neue"/>
                <a:sym typeface="Helvetica Light"/>
              </a:rPr>
              <a:t>We also offer </a:t>
            </a:r>
            <a:r>
              <a:rPr kumimoji="0" lang="en-US" sz="800" b="1" i="0" u="none" strike="noStrike" kern="100" cap="none" spc="0" normalizeH="0" baseline="0" noProof="0">
                <a:ln>
                  <a:noFill/>
                </a:ln>
                <a:solidFill>
                  <a:srgbClr val="FFFFFF"/>
                </a:solidFill>
                <a:effectLst/>
                <a:uLnTx/>
                <a:uFillTx/>
                <a:latin typeface="Lora" pitchFamily="2" charset="0"/>
                <a:ea typeface="Helvetica" panose="020B0604020202020204" pitchFamily="34" charset="0"/>
                <a:cs typeface="Helvetica Neue"/>
                <a:sym typeface="Helvetica Light"/>
              </a:rPr>
              <a:t>custom workshops</a:t>
            </a:r>
            <a:r>
              <a:rPr kumimoji="0" lang="en-US" sz="800" b="0" i="0" u="none" strike="noStrike" kern="100" cap="none" spc="0" normalizeH="0" baseline="0" noProof="0">
                <a:ln>
                  <a:noFill/>
                </a:ln>
                <a:solidFill>
                  <a:srgbClr val="FFFFFF"/>
                </a:solidFill>
                <a:effectLst/>
                <a:uLnTx/>
                <a:uFillTx/>
                <a:latin typeface="Lora" pitchFamily="2" charset="0"/>
                <a:ea typeface="Helvetica" panose="020B0604020202020204" pitchFamily="34" charset="0"/>
                <a:cs typeface="Helvetica Neue"/>
                <a:sym typeface="Helvetica Light"/>
              </a:rPr>
              <a:t> for HR teams and managers on topics such as </a:t>
            </a:r>
            <a:r>
              <a:rPr kumimoji="0" lang="en-US" sz="800" b="1" i="0" u="none" strike="noStrike" kern="100" cap="none" spc="0" normalizeH="0" baseline="0" noProof="0">
                <a:ln>
                  <a:noFill/>
                </a:ln>
                <a:solidFill>
                  <a:srgbClr val="FFFFFF"/>
                </a:solidFill>
                <a:effectLst/>
                <a:uLnTx/>
                <a:uFillTx/>
                <a:latin typeface="Lora" pitchFamily="2" charset="0"/>
                <a:ea typeface="Helvetica" panose="020B0604020202020204" pitchFamily="34" charset="0"/>
                <a:cs typeface="Helvetica Neue"/>
                <a:sym typeface="Helvetica Light"/>
              </a:rPr>
              <a:t>managing stress, leading through change</a:t>
            </a:r>
            <a:r>
              <a:rPr kumimoji="0" lang="en-US" sz="800" b="0" i="0" u="none" strike="noStrike" kern="100" cap="none" spc="0" normalizeH="0" baseline="0" noProof="0">
                <a:ln>
                  <a:noFill/>
                </a:ln>
                <a:solidFill>
                  <a:srgbClr val="FFFFFF"/>
                </a:solidFill>
                <a:effectLst/>
                <a:uLnTx/>
                <a:uFillTx/>
                <a:latin typeface="Lora" pitchFamily="2" charset="0"/>
                <a:ea typeface="Helvetica" panose="020B0604020202020204" pitchFamily="34" charset="0"/>
                <a:cs typeface="Helvetica Neue"/>
                <a:sym typeface="Helvetica Light"/>
              </a:rPr>
              <a:t>, and </a:t>
            </a:r>
            <a:r>
              <a:rPr kumimoji="0" lang="en-US" sz="800" b="1" i="0" u="none" strike="noStrike" kern="100" cap="none" spc="0" normalizeH="0" baseline="0" noProof="0">
                <a:ln>
                  <a:noFill/>
                </a:ln>
                <a:solidFill>
                  <a:srgbClr val="FFFFFF"/>
                </a:solidFill>
                <a:effectLst/>
                <a:uLnTx/>
                <a:uFillTx/>
                <a:latin typeface="Lora" pitchFamily="2" charset="0"/>
                <a:ea typeface="Helvetica" panose="020B0604020202020204" pitchFamily="34" charset="0"/>
                <a:cs typeface="Helvetica Neue"/>
                <a:sym typeface="Helvetica Light"/>
              </a:rPr>
              <a:t>supporting remaining employees</a:t>
            </a:r>
            <a:r>
              <a:rPr kumimoji="0" lang="en-US" sz="800" b="0" i="0" u="none" strike="noStrike" kern="100" cap="none" spc="0" normalizeH="0" baseline="0" noProof="0">
                <a:ln>
                  <a:noFill/>
                </a:ln>
                <a:solidFill>
                  <a:srgbClr val="FFFFFF"/>
                </a:solidFill>
                <a:effectLst/>
                <a:uLnTx/>
                <a:uFillTx/>
                <a:latin typeface="Lora" pitchFamily="2" charset="0"/>
                <a:ea typeface="Helvetica" panose="020B0604020202020204" pitchFamily="34" charset="0"/>
                <a:cs typeface="Helvetica Neue"/>
                <a:sym typeface="Helvetica Light"/>
              </a:rPr>
              <a:t>, helping to preserve morale and productivity across the organization.</a:t>
            </a:r>
          </a:p>
          <a:p>
            <a:pPr marL="0" marR="0" lvl="0" indent="0" defTabSz="171450" eaLnBrk="1" fontAlgn="auto" latinLnBrk="0" hangingPunct="1">
              <a:lnSpc>
                <a:spcPct val="117999"/>
              </a:lnSpc>
              <a:spcBef>
                <a:spcPts val="0"/>
              </a:spcBef>
              <a:spcAft>
                <a:spcPts val="0"/>
              </a:spcAft>
              <a:buClrTx/>
              <a:buSzTx/>
              <a:buFontTx/>
              <a:buNone/>
              <a:tabLst/>
              <a:defRPr/>
            </a:pPr>
            <a:endParaRPr lang="en-US"/>
          </a:p>
        </p:txBody>
      </p:sp>
    </p:spTree>
    <p:extLst>
      <p:ext uri="{BB962C8B-B14F-4D97-AF65-F5344CB8AC3E}">
        <p14:creationId xmlns:p14="http://schemas.microsoft.com/office/powerpoint/2010/main" val="33692370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D09C01-D2C6-30C0-BE06-58486A7FBD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AD8B6F-D7F3-BA20-FFF0-C35D43EE087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9CFD9CE-DC96-FCB6-727A-7D7ECD2F1FAE}"/>
              </a:ext>
            </a:extLst>
          </p:cNvPr>
          <p:cNvSpPr>
            <a:spLocks noGrp="1"/>
          </p:cNvSpPr>
          <p:nvPr>
            <p:ph type="body" idx="1"/>
          </p:nvPr>
        </p:nvSpPr>
        <p:spPr/>
        <p:txBody>
          <a:bodyPr/>
          <a:lstStyle/>
          <a:p>
            <a:pPr marL="0" marR="0" lvl="0" indent="0" defTabSz="171450" eaLnBrk="1" fontAlgn="auto" latinLnBrk="0" hangingPunct="1">
              <a:lnSpc>
                <a:spcPct val="117999"/>
              </a:lnSpc>
              <a:spcBef>
                <a:spcPts val="0"/>
              </a:spcBef>
              <a:spcAft>
                <a:spcPts val="0"/>
              </a:spcAft>
              <a:buClrTx/>
              <a:buSzTx/>
              <a:buFontTx/>
              <a:buNone/>
              <a:tabLst/>
              <a:defRPr/>
            </a:pPr>
            <a:r>
              <a:rPr lang="en-US"/>
              <a:t>David</a:t>
            </a:r>
          </a:p>
          <a:p>
            <a:pPr marL="0" marR="0" lvl="0" indent="0" defTabSz="171450" eaLnBrk="1" fontAlgn="auto" latinLnBrk="0" hangingPunct="1">
              <a:lnSpc>
                <a:spcPct val="117999"/>
              </a:lnSpc>
              <a:spcBef>
                <a:spcPts val="0"/>
              </a:spcBef>
              <a:spcAft>
                <a:spcPts val="0"/>
              </a:spcAft>
              <a:buClrTx/>
              <a:buSzTx/>
              <a:buFontTx/>
              <a:buNone/>
              <a:tabLst/>
              <a:defRPr/>
            </a:pPr>
            <a:endParaRPr lang="en-US"/>
          </a:p>
          <a:p>
            <a:pPr marL="0" marR="0" lvl="0" indent="0" algn="l" defTabSz="171450" rtl="0" eaLnBrk="1" fontAlgn="auto" latinLnBrk="0" hangingPunct="1">
              <a:lnSpc>
                <a:spcPct val="117999"/>
              </a:lnSpc>
              <a:spcBef>
                <a:spcPts val="0"/>
              </a:spcBef>
              <a:spcAft>
                <a:spcPts val="0"/>
              </a:spcAft>
              <a:buClrTx/>
              <a:buSzTx/>
              <a:buFontTx/>
              <a:buNone/>
              <a:tabLst/>
              <a:defRPr/>
            </a:pPr>
            <a:r>
              <a:rPr lang="en-US"/>
              <a:t>The customer journey…</a:t>
            </a:r>
            <a:r>
              <a:rPr kumimoji="0" lang="en-US" sz="900" b="0" i="0" u="none" strike="noStrike" kern="0" cap="none" spc="0" normalizeH="0" baseline="0" noProof="0">
                <a:ln>
                  <a:noFill/>
                </a:ln>
                <a:solidFill>
                  <a:srgbClr val="0E2440"/>
                </a:solidFill>
                <a:effectLst/>
                <a:uLnTx/>
                <a:uFillTx/>
                <a:latin typeface="Lora Regular"/>
                <a:sym typeface="Lora Regular"/>
              </a:rPr>
              <a:t>we act as a true extension of your HR team, supporting you before, during, and after a workforce transition. We provide tailored planning, training and support through both small and large workforce transitions</a:t>
            </a:r>
          </a:p>
          <a:p>
            <a:pPr marL="0" marR="0" lvl="0" indent="0" algn="l" defTabSz="171450" rtl="0" eaLnBrk="1" fontAlgn="auto" latinLnBrk="0" hangingPunct="1">
              <a:lnSpc>
                <a:spcPct val="117999"/>
              </a:lnSpc>
              <a:spcBef>
                <a:spcPts val="0"/>
              </a:spcBef>
              <a:spcAft>
                <a:spcPts val="0"/>
              </a:spcAft>
              <a:buClrTx/>
              <a:buSzTx/>
              <a:buFontTx/>
              <a:buNone/>
              <a:tabLst/>
              <a:defRPr/>
            </a:pPr>
            <a:endParaRPr kumimoji="0" lang="en-US" sz="900" b="0" i="0" u="none" strike="noStrike" kern="0" cap="none" spc="0" normalizeH="0" baseline="0" noProof="0">
              <a:ln>
                <a:noFill/>
              </a:ln>
              <a:solidFill>
                <a:srgbClr val="0E2440"/>
              </a:solidFill>
              <a:effectLst/>
              <a:uLnTx/>
              <a:uFillTx/>
              <a:latin typeface="Barlow Condensed Bold"/>
              <a:sym typeface="Lora Regular"/>
            </a:endParaRPr>
          </a:p>
          <a:p>
            <a:pPr marL="0" marR="0" lvl="0" indent="0" algn="l" defTabSz="171450" rtl="0" eaLnBrk="1" fontAlgn="auto" latinLnBrk="0" hangingPunct="1">
              <a:lnSpc>
                <a:spcPct val="117999"/>
              </a:lnSpc>
              <a:spcBef>
                <a:spcPts val="0"/>
              </a:spcBef>
              <a:spcAft>
                <a:spcPts val="0"/>
              </a:spcAft>
              <a:buClrTx/>
              <a:buSzTx/>
              <a:buFontTx/>
              <a:buNone/>
              <a:tabLst/>
              <a:defRPr/>
            </a:pPr>
            <a:r>
              <a:rPr kumimoji="0" lang="en-US" sz="800" b="0" i="0" u="none" strike="noStrike" kern="100" cap="none" spc="0" normalizeH="0" baseline="0" noProof="0">
                <a:ln>
                  <a:noFill/>
                </a:ln>
                <a:solidFill>
                  <a:srgbClr val="FFFFFF"/>
                </a:solidFill>
                <a:effectLst/>
                <a:uLnTx/>
                <a:uFillTx/>
                <a:latin typeface="Lora" pitchFamily="2" charset="0"/>
                <a:ea typeface="Helvetica" panose="020B0604020202020204" pitchFamily="34" charset="0"/>
                <a:cs typeface="Helvetica Neue"/>
                <a:sym typeface="Helvetica Light"/>
              </a:rPr>
              <a:t>We also offer </a:t>
            </a:r>
            <a:r>
              <a:rPr kumimoji="0" lang="en-US" sz="800" b="1" i="0" u="none" strike="noStrike" kern="100" cap="none" spc="0" normalizeH="0" baseline="0" noProof="0">
                <a:ln>
                  <a:noFill/>
                </a:ln>
                <a:solidFill>
                  <a:srgbClr val="FFFFFF"/>
                </a:solidFill>
                <a:effectLst/>
                <a:uLnTx/>
                <a:uFillTx/>
                <a:latin typeface="Lora" pitchFamily="2" charset="0"/>
                <a:ea typeface="Helvetica" panose="020B0604020202020204" pitchFamily="34" charset="0"/>
                <a:cs typeface="Helvetica Neue"/>
                <a:sym typeface="Helvetica Light"/>
              </a:rPr>
              <a:t>custom workshops</a:t>
            </a:r>
            <a:r>
              <a:rPr kumimoji="0" lang="en-US" sz="800" b="0" i="0" u="none" strike="noStrike" kern="100" cap="none" spc="0" normalizeH="0" baseline="0" noProof="0">
                <a:ln>
                  <a:noFill/>
                </a:ln>
                <a:solidFill>
                  <a:srgbClr val="FFFFFF"/>
                </a:solidFill>
                <a:effectLst/>
                <a:uLnTx/>
                <a:uFillTx/>
                <a:latin typeface="Lora" pitchFamily="2" charset="0"/>
                <a:ea typeface="Helvetica" panose="020B0604020202020204" pitchFamily="34" charset="0"/>
                <a:cs typeface="Helvetica Neue"/>
                <a:sym typeface="Helvetica Light"/>
              </a:rPr>
              <a:t> for HR teams and managers on topics such as </a:t>
            </a:r>
            <a:r>
              <a:rPr kumimoji="0" lang="en-US" sz="800" b="1" i="0" u="none" strike="noStrike" kern="100" cap="none" spc="0" normalizeH="0" baseline="0" noProof="0">
                <a:ln>
                  <a:noFill/>
                </a:ln>
                <a:solidFill>
                  <a:srgbClr val="FFFFFF"/>
                </a:solidFill>
                <a:effectLst/>
                <a:uLnTx/>
                <a:uFillTx/>
                <a:latin typeface="Lora" pitchFamily="2" charset="0"/>
                <a:ea typeface="Helvetica" panose="020B0604020202020204" pitchFamily="34" charset="0"/>
                <a:cs typeface="Helvetica Neue"/>
                <a:sym typeface="Helvetica Light"/>
              </a:rPr>
              <a:t>managing stress, leading through change</a:t>
            </a:r>
            <a:r>
              <a:rPr kumimoji="0" lang="en-US" sz="800" b="0" i="0" u="none" strike="noStrike" kern="100" cap="none" spc="0" normalizeH="0" baseline="0" noProof="0">
                <a:ln>
                  <a:noFill/>
                </a:ln>
                <a:solidFill>
                  <a:srgbClr val="FFFFFF"/>
                </a:solidFill>
                <a:effectLst/>
                <a:uLnTx/>
                <a:uFillTx/>
                <a:latin typeface="Lora" pitchFamily="2" charset="0"/>
                <a:ea typeface="Helvetica" panose="020B0604020202020204" pitchFamily="34" charset="0"/>
                <a:cs typeface="Helvetica Neue"/>
                <a:sym typeface="Helvetica Light"/>
              </a:rPr>
              <a:t>, and </a:t>
            </a:r>
            <a:r>
              <a:rPr kumimoji="0" lang="en-US" sz="800" b="1" i="0" u="none" strike="noStrike" kern="100" cap="none" spc="0" normalizeH="0" baseline="0" noProof="0">
                <a:ln>
                  <a:noFill/>
                </a:ln>
                <a:solidFill>
                  <a:srgbClr val="FFFFFF"/>
                </a:solidFill>
                <a:effectLst/>
                <a:uLnTx/>
                <a:uFillTx/>
                <a:latin typeface="Lora" pitchFamily="2" charset="0"/>
                <a:ea typeface="Helvetica" panose="020B0604020202020204" pitchFamily="34" charset="0"/>
                <a:cs typeface="Helvetica Neue"/>
                <a:sym typeface="Helvetica Light"/>
              </a:rPr>
              <a:t>supporting remaining employees</a:t>
            </a:r>
            <a:r>
              <a:rPr kumimoji="0" lang="en-US" sz="800" b="0" i="0" u="none" strike="noStrike" kern="100" cap="none" spc="0" normalizeH="0" baseline="0" noProof="0">
                <a:ln>
                  <a:noFill/>
                </a:ln>
                <a:solidFill>
                  <a:srgbClr val="FFFFFF"/>
                </a:solidFill>
                <a:effectLst/>
                <a:uLnTx/>
                <a:uFillTx/>
                <a:latin typeface="Lora" pitchFamily="2" charset="0"/>
                <a:ea typeface="Helvetica" panose="020B0604020202020204" pitchFamily="34" charset="0"/>
                <a:cs typeface="Helvetica Neue"/>
                <a:sym typeface="Helvetica Light"/>
              </a:rPr>
              <a:t>, helping to preserve morale and productivity across the organization.</a:t>
            </a:r>
          </a:p>
          <a:p>
            <a:pPr marL="0" marR="0" lvl="0" indent="0" defTabSz="171450" eaLnBrk="1" fontAlgn="auto" latinLnBrk="0" hangingPunct="1">
              <a:lnSpc>
                <a:spcPct val="117999"/>
              </a:lnSpc>
              <a:spcBef>
                <a:spcPts val="0"/>
              </a:spcBef>
              <a:spcAft>
                <a:spcPts val="0"/>
              </a:spcAft>
              <a:buClrTx/>
              <a:buSzTx/>
              <a:buFontTx/>
              <a:buNone/>
              <a:tabLst/>
              <a:defRPr/>
            </a:pPr>
            <a:endParaRPr lang="en-US"/>
          </a:p>
        </p:txBody>
      </p:sp>
    </p:spTree>
    <p:extLst>
      <p:ext uri="{BB962C8B-B14F-4D97-AF65-F5344CB8AC3E}">
        <p14:creationId xmlns:p14="http://schemas.microsoft.com/office/powerpoint/2010/main" val="131833315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77A835-1672-CBA5-7DE8-D8FD9C536D1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D3E3C1-EDEC-2C69-E448-7FC1ABFD00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CED1B1-69C1-BFC5-BF94-A9D019E2B9B9}"/>
              </a:ext>
            </a:extLst>
          </p:cNvPr>
          <p:cNvSpPr>
            <a:spLocks noGrp="1"/>
          </p:cNvSpPr>
          <p:nvPr>
            <p:ph type="body" idx="1"/>
          </p:nvPr>
        </p:nvSpPr>
        <p:spPr/>
        <p:txBody>
          <a:bodyPr/>
          <a:lstStyle/>
          <a:p>
            <a:pPr marL="0" marR="0" lvl="0" indent="0" defTabSz="171450" eaLnBrk="1" fontAlgn="auto" latinLnBrk="0" hangingPunct="1">
              <a:lnSpc>
                <a:spcPct val="117999"/>
              </a:lnSpc>
              <a:spcBef>
                <a:spcPts val="0"/>
              </a:spcBef>
              <a:spcAft>
                <a:spcPts val="0"/>
              </a:spcAft>
              <a:buClrTx/>
              <a:buSzTx/>
              <a:buFontTx/>
              <a:buNone/>
              <a:tabLst/>
              <a:defRPr/>
            </a:pPr>
            <a:r>
              <a:rPr lang="en-US"/>
              <a:t>David</a:t>
            </a:r>
          </a:p>
          <a:p>
            <a:pPr marL="0" marR="0" lvl="0" indent="0" defTabSz="171450" eaLnBrk="1" fontAlgn="auto" latinLnBrk="0" hangingPunct="1">
              <a:lnSpc>
                <a:spcPct val="117999"/>
              </a:lnSpc>
              <a:spcBef>
                <a:spcPts val="0"/>
              </a:spcBef>
              <a:spcAft>
                <a:spcPts val="0"/>
              </a:spcAft>
              <a:buClrTx/>
              <a:buSzTx/>
              <a:buFontTx/>
              <a:buNone/>
              <a:tabLst/>
              <a:defRPr/>
            </a:pPr>
            <a:endParaRPr lang="en-US"/>
          </a:p>
          <a:p>
            <a:pPr marL="0" marR="0" lvl="0" indent="0" algn="l" defTabSz="171450" rtl="0" eaLnBrk="1" fontAlgn="auto" latinLnBrk="0" hangingPunct="1">
              <a:lnSpc>
                <a:spcPct val="117999"/>
              </a:lnSpc>
              <a:spcBef>
                <a:spcPts val="0"/>
              </a:spcBef>
              <a:spcAft>
                <a:spcPts val="0"/>
              </a:spcAft>
              <a:buClrTx/>
              <a:buSzTx/>
              <a:buFontTx/>
              <a:buNone/>
              <a:tabLst/>
              <a:defRPr/>
            </a:pPr>
            <a:r>
              <a:rPr lang="en-US"/>
              <a:t>The customer journey…</a:t>
            </a:r>
            <a:r>
              <a:rPr kumimoji="0" lang="en-US" sz="900" b="0" i="0" u="none" strike="noStrike" kern="0" cap="none" spc="0" normalizeH="0" baseline="0" noProof="0">
                <a:ln>
                  <a:noFill/>
                </a:ln>
                <a:solidFill>
                  <a:srgbClr val="0E2440"/>
                </a:solidFill>
                <a:effectLst/>
                <a:uLnTx/>
                <a:uFillTx/>
                <a:latin typeface="Lora Regular"/>
                <a:sym typeface="Lora Regular"/>
              </a:rPr>
              <a:t>we act as a true extension of your HR team, supporting you before, during, and after a workforce transition. We provide tailored planning, training and support through both small and large workforce transitions</a:t>
            </a:r>
          </a:p>
          <a:p>
            <a:pPr marL="0" marR="0" lvl="0" indent="0" algn="l" defTabSz="171450" rtl="0" eaLnBrk="1" fontAlgn="auto" latinLnBrk="0" hangingPunct="1">
              <a:lnSpc>
                <a:spcPct val="117999"/>
              </a:lnSpc>
              <a:spcBef>
                <a:spcPts val="0"/>
              </a:spcBef>
              <a:spcAft>
                <a:spcPts val="0"/>
              </a:spcAft>
              <a:buClrTx/>
              <a:buSzTx/>
              <a:buFontTx/>
              <a:buNone/>
              <a:tabLst/>
              <a:defRPr/>
            </a:pPr>
            <a:endParaRPr kumimoji="0" lang="en-US" sz="900" b="0" i="0" u="none" strike="noStrike" kern="0" cap="none" spc="0" normalizeH="0" baseline="0" noProof="0">
              <a:ln>
                <a:noFill/>
              </a:ln>
              <a:solidFill>
                <a:srgbClr val="0E2440"/>
              </a:solidFill>
              <a:effectLst/>
              <a:uLnTx/>
              <a:uFillTx/>
              <a:latin typeface="Barlow Condensed Bold"/>
              <a:sym typeface="Lora Regular"/>
            </a:endParaRPr>
          </a:p>
          <a:p>
            <a:pPr marL="0" marR="0" lvl="0" indent="0" algn="l" defTabSz="171450" rtl="0" eaLnBrk="1" fontAlgn="auto" latinLnBrk="0" hangingPunct="1">
              <a:lnSpc>
                <a:spcPct val="117999"/>
              </a:lnSpc>
              <a:spcBef>
                <a:spcPts val="0"/>
              </a:spcBef>
              <a:spcAft>
                <a:spcPts val="0"/>
              </a:spcAft>
              <a:buClrTx/>
              <a:buSzTx/>
              <a:buFontTx/>
              <a:buNone/>
              <a:tabLst/>
              <a:defRPr/>
            </a:pPr>
            <a:r>
              <a:rPr kumimoji="0" lang="en-US" sz="800" b="0" i="0" u="none" strike="noStrike" kern="100" cap="none" spc="0" normalizeH="0" baseline="0" noProof="0">
                <a:ln>
                  <a:noFill/>
                </a:ln>
                <a:solidFill>
                  <a:srgbClr val="FFFFFF"/>
                </a:solidFill>
                <a:effectLst/>
                <a:uLnTx/>
                <a:uFillTx/>
                <a:latin typeface="Lora" pitchFamily="2" charset="0"/>
                <a:ea typeface="Helvetica" panose="020B0604020202020204" pitchFamily="34" charset="0"/>
                <a:cs typeface="Helvetica Neue"/>
                <a:sym typeface="Helvetica Light"/>
              </a:rPr>
              <a:t>We also offer </a:t>
            </a:r>
            <a:r>
              <a:rPr kumimoji="0" lang="en-US" sz="800" b="1" i="0" u="none" strike="noStrike" kern="100" cap="none" spc="0" normalizeH="0" baseline="0" noProof="0">
                <a:ln>
                  <a:noFill/>
                </a:ln>
                <a:solidFill>
                  <a:srgbClr val="FFFFFF"/>
                </a:solidFill>
                <a:effectLst/>
                <a:uLnTx/>
                <a:uFillTx/>
                <a:latin typeface="Lora" pitchFamily="2" charset="0"/>
                <a:ea typeface="Helvetica" panose="020B0604020202020204" pitchFamily="34" charset="0"/>
                <a:cs typeface="Helvetica Neue"/>
                <a:sym typeface="Helvetica Light"/>
              </a:rPr>
              <a:t>custom workshops</a:t>
            </a:r>
            <a:r>
              <a:rPr kumimoji="0" lang="en-US" sz="800" b="0" i="0" u="none" strike="noStrike" kern="100" cap="none" spc="0" normalizeH="0" baseline="0" noProof="0">
                <a:ln>
                  <a:noFill/>
                </a:ln>
                <a:solidFill>
                  <a:srgbClr val="FFFFFF"/>
                </a:solidFill>
                <a:effectLst/>
                <a:uLnTx/>
                <a:uFillTx/>
                <a:latin typeface="Lora" pitchFamily="2" charset="0"/>
                <a:ea typeface="Helvetica" panose="020B0604020202020204" pitchFamily="34" charset="0"/>
                <a:cs typeface="Helvetica Neue"/>
                <a:sym typeface="Helvetica Light"/>
              </a:rPr>
              <a:t> for HR teams and managers on topics such as </a:t>
            </a:r>
            <a:r>
              <a:rPr kumimoji="0" lang="en-US" sz="800" b="1" i="0" u="none" strike="noStrike" kern="100" cap="none" spc="0" normalizeH="0" baseline="0" noProof="0">
                <a:ln>
                  <a:noFill/>
                </a:ln>
                <a:solidFill>
                  <a:srgbClr val="FFFFFF"/>
                </a:solidFill>
                <a:effectLst/>
                <a:uLnTx/>
                <a:uFillTx/>
                <a:latin typeface="Lora" pitchFamily="2" charset="0"/>
                <a:ea typeface="Helvetica" panose="020B0604020202020204" pitchFamily="34" charset="0"/>
                <a:cs typeface="Helvetica Neue"/>
                <a:sym typeface="Helvetica Light"/>
              </a:rPr>
              <a:t>managing stress, leading through change</a:t>
            </a:r>
            <a:r>
              <a:rPr kumimoji="0" lang="en-US" sz="800" b="0" i="0" u="none" strike="noStrike" kern="100" cap="none" spc="0" normalizeH="0" baseline="0" noProof="0">
                <a:ln>
                  <a:noFill/>
                </a:ln>
                <a:solidFill>
                  <a:srgbClr val="FFFFFF"/>
                </a:solidFill>
                <a:effectLst/>
                <a:uLnTx/>
                <a:uFillTx/>
                <a:latin typeface="Lora" pitchFamily="2" charset="0"/>
                <a:ea typeface="Helvetica" panose="020B0604020202020204" pitchFamily="34" charset="0"/>
                <a:cs typeface="Helvetica Neue"/>
                <a:sym typeface="Helvetica Light"/>
              </a:rPr>
              <a:t>, and </a:t>
            </a:r>
            <a:r>
              <a:rPr kumimoji="0" lang="en-US" sz="800" b="1" i="0" u="none" strike="noStrike" kern="100" cap="none" spc="0" normalizeH="0" baseline="0" noProof="0">
                <a:ln>
                  <a:noFill/>
                </a:ln>
                <a:solidFill>
                  <a:srgbClr val="FFFFFF"/>
                </a:solidFill>
                <a:effectLst/>
                <a:uLnTx/>
                <a:uFillTx/>
                <a:latin typeface="Lora" pitchFamily="2" charset="0"/>
                <a:ea typeface="Helvetica" panose="020B0604020202020204" pitchFamily="34" charset="0"/>
                <a:cs typeface="Helvetica Neue"/>
                <a:sym typeface="Helvetica Light"/>
              </a:rPr>
              <a:t>supporting remaining employees</a:t>
            </a:r>
            <a:r>
              <a:rPr kumimoji="0" lang="en-US" sz="800" b="0" i="0" u="none" strike="noStrike" kern="100" cap="none" spc="0" normalizeH="0" baseline="0" noProof="0">
                <a:ln>
                  <a:noFill/>
                </a:ln>
                <a:solidFill>
                  <a:srgbClr val="FFFFFF"/>
                </a:solidFill>
                <a:effectLst/>
                <a:uLnTx/>
                <a:uFillTx/>
                <a:latin typeface="Lora" pitchFamily="2" charset="0"/>
                <a:ea typeface="Helvetica" panose="020B0604020202020204" pitchFamily="34" charset="0"/>
                <a:cs typeface="Helvetica Neue"/>
                <a:sym typeface="Helvetica Light"/>
              </a:rPr>
              <a:t>, helping to preserve morale and productivity across the organization.</a:t>
            </a:r>
          </a:p>
          <a:p>
            <a:pPr marL="0" marR="0" lvl="0" indent="0" defTabSz="171450" eaLnBrk="1" fontAlgn="auto" latinLnBrk="0" hangingPunct="1">
              <a:lnSpc>
                <a:spcPct val="117999"/>
              </a:lnSpc>
              <a:spcBef>
                <a:spcPts val="0"/>
              </a:spcBef>
              <a:spcAft>
                <a:spcPts val="0"/>
              </a:spcAft>
              <a:buClrTx/>
              <a:buSzTx/>
              <a:buFontTx/>
              <a:buNone/>
              <a:tabLst/>
              <a:defRPr/>
            </a:pPr>
            <a:endParaRPr lang="en-US"/>
          </a:p>
        </p:txBody>
      </p:sp>
    </p:spTree>
    <p:extLst>
      <p:ext uri="{BB962C8B-B14F-4D97-AF65-F5344CB8AC3E}">
        <p14:creationId xmlns:p14="http://schemas.microsoft.com/office/powerpoint/2010/main" val="21255681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521F02-D3EC-904C-FAE9-6528F15F4A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EA6298-37CF-D620-6964-7729F848C58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8E2F44-6F8E-258D-F95D-B3A7251F068E}"/>
              </a:ext>
            </a:extLst>
          </p:cNvPr>
          <p:cNvSpPr>
            <a:spLocks noGrp="1"/>
          </p:cNvSpPr>
          <p:nvPr>
            <p:ph type="body" idx="1"/>
          </p:nvPr>
        </p:nvSpPr>
        <p:spPr/>
        <p:txBody>
          <a:bodyPr/>
          <a:lstStyle/>
          <a:p>
            <a:pPr marL="0" marR="0" lvl="0" indent="0" defTabSz="171450" eaLnBrk="1" fontAlgn="auto" latinLnBrk="0" hangingPunct="1">
              <a:lnSpc>
                <a:spcPct val="117999"/>
              </a:lnSpc>
              <a:spcBef>
                <a:spcPts val="0"/>
              </a:spcBef>
              <a:spcAft>
                <a:spcPts val="0"/>
              </a:spcAft>
              <a:buClrTx/>
              <a:buSzTx/>
              <a:buFontTx/>
              <a:buNone/>
              <a:tabLst/>
              <a:defRPr/>
            </a:pPr>
            <a:r>
              <a:rPr lang="en-US"/>
              <a:t>David</a:t>
            </a:r>
          </a:p>
          <a:p>
            <a:pPr marL="0" marR="0" lvl="0" indent="0" defTabSz="171450" eaLnBrk="1" fontAlgn="auto" latinLnBrk="0" hangingPunct="1">
              <a:lnSpc>
                <a:spcPct val="117999"/>
              </a:lnSpc>
              <a:spcBef>
                <a:spcPts val="0"/>
              </a:spcBef>
              <a:spcAft>
                <a:spcPts val="0"/>
              </a:spcAft>
              <a:buClrTx/>
              <a:buSzTx/>
              <a:buFontTx/>
              <a:buNone/>
              <a:tabLst/>
              <a:defRPr/>
            </a:pPr>
            <a:endParaRPr lang="en-US"/>
          </a:p>
          <a:p>
            <a:pPr marL="0" marR="0" lvl="0" indent="0" algn="l" defTabSz="171450" rtl="0" eaLnBrk="1" fontAlgn="auto" latinLnBrk="0" hangingPunct="1">
              <a:lnSpc>
                <a:spcPct val="117999"/>
              </a:lnSpc>
              <a:spcBef>
                <a:spcPts val="0"/>
              </a:spcBef>
              <a:spcAft>
                <a:spcPts val="0"/>
              </a:spcAft>
              <a:buClrTx/>
              <a:buSzTx/>
              <a:buFontTx/>
              <a:buNone/>
              <a:tabLst/>
              <a:defRPr/>
            </a:pPr>
            <a:r>
              <a:rPr lang="en-US"/>
              <a:t>The customer journey…</a:t>
            </a:r>
            <a:r>
              <a:rPr kumimoji="0" lang="en-US" sz="900" b="0" i="0" u="none" strike="noStrike" kern="0" cap="none" spc="0" normalizeH="0" baseline="0" noProof="0">
                <a:ln>
                  <a:noFill/>
                </a:ln>
                <a:solidFill>
                  <a:srgbClr val="0E2440"/>
                </a:solidFill>
                <a:effectLst/>
                <a:uLnTx/>
                <a:uFillTx/>
                <a:latin typeface="Lora Regular"/>
                <a:sym typeface="Lora Regular"/>
              </a:rPr>
              <a:t>we act as a true extension of your HR team, supporting you before, during, and after a workforce transition. We provide tailored planning, training and support through both small and large workforce transitions</a:t>
            </a:r>
          </a:p>
          <a:p>
            <a:pPr marL="0" marR="0" lvl="0" indent="0" algn="l" defTabSz="171450" rtl="0" eaLnBrk="1" fontAlgn="auto" latinLnBrk="0" hangingPunct="1">
              <a:lnSpc>
                <a:spcPct val="117999"/>
              </a:lnSpc>
              <a:spcBef>
                <a:spcPts val="0"/>
              </a:spcBef>
              <a:spcAft>
                <a:spcPts val="0"/>
              </a:spcAft>
              <a:buClrTx/>
              <a:buSzTx/>
              <a:buFontTx/>
              <a:buNone/>
              <a:tabLst/>
              <a:defRPr/>
            </a:pPr>
            <a:endParaRPr kumimoji="0" lang="en-US" sz="900" b="0" i="0" u="none" strike="noStrike" kern="0" cap="none" spc="0" normalizeH="0" baseline="0" noProof="0">
              <a:ln>
                <a:noFill/>
              </a:ln>
              <a:solidFill>
                <a:srgbClr val="0E2440"/>
              </a:solidFill>
              <a:effectLst/>
              <a:uLnTx/>
              <a:uFillTx/>
              <a:latin typeface="Barlow Condensed Bold"/>
              <a:sym typeface="Lora Regular"/>
            </a:endParaRPr>
          </a:p>
          <a:p>
            <a:pPr marL="0" marR="0" lvl="0" indent="0" algn="l" defTabSz="171450" rtl="0" eaLnBrk="1" fontAlgn="auto" latinLnBrk="0" hangingPunct="1">
              <a:lnSpc>
                <a:spcPct val="117999"/>
              </a:lnSpc>
              <a:spcBef>
                <a:spcPts val="0"/>
              </a:spcBef>
              <a:spcAft>
                <a:spcPts val="0"/>
              </a:spcAft>
              <a:buClrTx/>
              <a:buSzTx/>
              <a:buFontTx/>
              <a:buNone/>
              <a:tabLst/>
              <a:defRPr/>
            </a:pPr>
            <a:r>
              <a:rPr kumimoji="0" lang="en-US" sz="800" b="0" i="0" u="none" strike="noStrike" kern="100" cap="none" spc="0" normalizeH="0" baseline="0" noProof="0">
                <a:ln>
                  <a:noFill/>
                </a:ln>
                <a:solidFill>
                  <a:srgbClr val="FFFFFF"/>
                </a:solidFill>
                <a:effectLst/>
                <a:uLnTx/>
                <a:uFillTx/>
                <a:latin typeface="Lora" pitchFamily="2" charset="0"/>
                <a:ea typeface="Helvetica" panose="020B0604020202020204" pitchFamily="34" charset="0"/>
                <a:cs typeface="Helvetica Neue"/>
                <a:sym typeface="Helvetica Light"/>
              </a:rPr>
              <a:t>We also offer </a:t>
            </a:r>
            <a:r>
              <a:rPr kumimoji="0" lang="en-US" sz="800" b="1" i="0" u="none" strike="noStrike" kern="100" cap="none" spc="0" normalizeH="0" baseline="0" noProof="0">
                <a:ln>
                  <a:noFill/>
                </a:ln>
                <a:solidFill>
                  <a:srgbClr val="FFFFFF"/>
                </a:solidFill>
                <a:effectLst/>
                <a:uLnTx/>
                <a:uFillTx/>
                <a:latin typeface="Lora" pitchFamily="2" charset="0"/>
                <a:ea typeface="Helvetica" panose="020B0604020202020204" pitchFamily="34" charset="0"/>
                <a:cs typeface="Helvetica Neue"/>
                <a:sym typeface="Helvetica Light"/>
              </a:rPr>
              <a:t>custom workshops</a:t>
            </a:r>
            <a:r>
              <a:rPr kumimoji="0" lang="en-US" sz="800" b="0" i="0" u="none" strike="noStrike" kern="100" cap="none" spc="0" normalizeH="0" baseline="0" noProof="0">
                <a:ln>
                  <a:noFill/>
                </a:ln>
                <a:solidFill>
                  <a:srgbClr val="FFFFFF"/>
                </a:solidFill>
                <a:effectLst/>
                <a:uLnTx/>
                <a:uFillTx/>
                <a:latin typeface="Lora" pitchFamily="2" charset="0"/>
                <a:ea typeface="Helvetica" panose="020B0604020202020204" pitchFamily="34" charset="0"/>
                <a:cs typeface="Helvetica Neue"/>
                <a:sym typeface="Helvetica Light"/>
              </a:rPr>
              <a:t> for HR teams and managers on topics such as </a:t>
            </a:r>
            <a:r>
              <a:rPr kumimoji="0" lang="en-US" sz="800" b="1" i="0" u="none" strike="noStrike" kern="100" cap="none" spc="0" normalizeH="0" baseline="0" noProof="0">
                <a:ln>
                  <a:noFill/>
                </a:ln>
                <a:solidFill>
                  <a:srgbClr val="FFFFFF"/>
                </a:solidFill>
                <a:effectLst/>
                <a:uLnTx/>
                <a:uFillTx/>
                <a:latin typeface="Lora" pitchFamily="2" charset="0"/>
                <a:ea typeface="Helvetica" panose="020B0604020202020204" pitchFamily="34" charset="0"/>
                <a:cs typeface="Helvetica Neue"/>
                <a:sym typeface="Helvetica Light"/>
              </a:rPr>
              <a:t>managing stress, leading through change</a:t>
            </a:r>
            <a:r>
              <a:rPr kumimoji="0" lang="en-US" sz="800" b="0" i="0" u="none" strike="noStrike" kern="100" cap="none" spc="0" normalizeH="0" baseline="0" noProof="0">
                <a:ln>
                  <a:noFill/>
                </a:ln>
                <a:solidFill>
                  <a:srgbClr val="FFFFFF"/>
                </a:solidFill>
                <a:effectLst/>
                <a:uLnTx/>
                <a:uFillTx/>
                <a:latin typeface="Lora" pitchFamily="2" charset="0"/>
                <a:ea typeface="Helvetica" panose="020B0604020202020204" pitchFamily="34" charset="0"/>
                <a:cs typeface="Helvetica Neue"/>
                <a:sym typeface="Helvetica Light"/>
              </a:rPr>
              <a:t>, and </a:t>
            </a:r>
            <a:r>
              <a:rPr kumimoji="0" lang="en-US" sz="800" b="1" i="0" u="none" strike="noStrike" kern="100" cap="none" spc="0" normalizeH="0" baseline="0" noProof="0">
                <a:ln>
                  <a:noFill/>
                </a:ln>
                <a:solidFill>
                  <a:srgbClr val="FFFFFF"/>
                </a:solidFill>
                <a:effectLst/>
                <a:uLnTx/>
                <a:uFillTx/>
                <a:latin typeface="Lora" pitchFamily="2" charset="0"/>
                <a:ea typeface="Helvetica" panose="020B0604020202020204" pitchFamily="34" charset="0"/>
                <a:cs typeface="Helvetica Neue"/>
                <a:sym typeface="Helvetica Light"/>
              </a:rPr>
              <a:t>supporting remaining employees</a:t>
            </a:r>
            <a:r>
              <a:rPr kumimoji="0" lang="en-US" sz="800" b="0" i="0" u="none" strike="noStrike" kern="100" cap="none" spc="0" normalizeH="0" baseline="0" noProof="0">
                <a:ln>
                  <a:noFill/>
                </a:ln>
                <a:solidFill>
                  <a:srgbClr val="FFFFFF"/>
                </a:solidFill>
                <a:effectLst/>
                <a:uLnTx/>
                <a:uFillTx/>
                <a:latin typeface="Lora" pitchFamily="2" charset="0"/>
                <a:ea typeface="Helvetica" panose="020B0604020202020204" pitchFamily="34" charset="0"/>
                <a:cs typeface="Helvetica Neue"/>
                <a:sym typeface="Helvetica Light"/>
              </a:rPr>
              <a:t>, helping to preserve morale and productivity across the organization.</a:t>
            </a:r>
          </a:p>
          <a:p>
            <a:pPr marL="0" marR="0" lvl="0" indent="0" defTabSz="171450" eaLnBrk="1" fontAlgn="auto" latinLnBrk="0" hangingPunct="1">
              <a:lnSpc>
                <a:spcPct val="117999"/>
              </a:lnSpc>
              <a:spcBef>
                <a:spcPts val="0"/>
              </a:spcBef>
              <a:spcAft>
                <a:spcPts val="0"/>
              </a:spcAft>
              <a:buClrTx/>
              <a:buSzTx/>
              <a:buFontTx/>
              <a:buNone/>
              <a:tabLst/>
              <a:defRPr/>
            </a:pPr>
            <a:endParaRPr lang="en-US"/>
          </a:p>
        </p:txBody>
      </p:sp>
    </p:spTree>
    <p:extLst>
      <p:ext uri="{BB962C8B-B14F-4D97-AF65-F5344CB8AC3E}">
        <p14:creationId xmlns:p14="http://schemas.microsoft.com/office/powerpoint/2010/main" val="215018913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223870-2224-2DE2-70E5-18B4B9BDD1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58CF5D-C9E0-8D62-89EB-EC0C575779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E72252D-EA2A-F0EE-B420-52F6CC80E88E}"/>
              </a:ext>
            </a:extLst>
          </p:cNvPr>
          <p:cNvSpPr>
            <a:spLocks noGrp="1"/>
          </p:cNvSpPr>
          <p:nvPr>
            <p:ph type="body" idx="1"/>
          </p:nvPr>
        </p:nvSpPr>
        <p:spPr/>
        <p:txBody>
          <a:bodyPr/>
          <a:lstStyle/>
          <a:p>
            <a:pPr marL="0" marR="0" lvl="0" indent="0" defTabSz="171450" eaLnBrk="1" fontAlgn="auto" latinLnBrk="0" hangingPunct="1">
              <a:lnSpc>
                <a:spcPct val="117999"/>
              </a:lnSpc>
              <a:spcBef>
                <a:spcPts val="0"/>
              </a:spcBef>
              <a:spcAft>
                <a:spcPts val="0"/>
              </a:spcAft>
              <a:buClrTx/>
              <a:buSzTx/>
              <a:buFontTx/>
              <a:buNone/>
              <a:tabLst/>
              <a:defRPr/>
            </a:pPr>
            <a:r>
              <a:rPr lang="en-US"/>
              <a:t>David</a:t>
            </a:r>
          </a:p>
          <a:p>
            <a:pPr marL="0" marR="0" lvl="0" indent="0" defTabSz="171450" eaLnBrk="1" fontAlgn="auto" latinLnBrk="0" hangingPunct="1">
              <a:lnSpc>
                <a:spcPct val="117999"/>
              </a:lnSpc>
              <a:spcBef>
                <a:spcPts val="0"/>
              </a:spcBef>
              <a:spcAft>
                <a:spcPts val="0"/>
              </a:spcAft>
              <a:buClrTx/>
              <a:buSzTx/>
              <a:buFontTx/>
              <a:buNone/>
              <a:tabLst/>
              <a:defRPr/>
            </a:pPr>
            <a:endParaRPr lang="en-US"/>
          </a:p>
          <a:p>
            <a:pPr marL="0" marR="0" lvl="0" indent="0" algn="l" defTabSz="171450" rtl="0" eaLnBrk="1" fontAlgn="auto" latinLnBrk="0" hangingPunct="1">
              <a:lnSpc>
                <a:spcPct val="117999"/>
              </a:lnSpc>
              <a:spcBef>
                <a:spcPts val="0"/>
              </a:spcBef>
              <a:spcAft>
                <a:spcPts val="0"/>
              </a:spcAft>
              <a:buClrTx/>
              <a:buSzTx/>
              <a:buFontTx/>
              <a:buNone/>
              <a:tabLst/>
              <a:defRPr/>
            </a:pPr>
            <a:r>
              <a:rPr lang="en-US"/>
              <a:t>The customer journey…</a:t>
            </a:r>
            <a:r>
              <a:rPr kumimoji="0" lang="en-US" sz="900" b="0" i="0" u="none" strike="noStrike" kern="0" cap="none" spc="0" normalizeH="0" baseline="0" noProof="0">
                <a:ln>
                  <a:noFill/>
                </a:ln>
                <a:solidFill>
                  <a:srgbClr val="0E2440"/>
                </a:solidFill>
                <a:effectLst/>
                <a:uLnTx/>
                <a:uFillTx/>
                <a:latin typeface="Lora Regular"/>
                <a:sym typeface="Lora Regular"/>
              </a:rPr>
              <a:t>we act as a true extension of your HR team, supporting you before, during, and after a workforce transition. We provide tailored planning, training and support through both small and large workforce transitions</a:t>
            </a:r>
          </a:p>
          <a:p>
            <a:pPr marL="0" marR="0" lvl="0" indent="0" algn="l" defTabSz="171450" rtl="0" eaLnBrk="1" fontAlgn="auto" latinLnBrk="0" hangingPunct="1">
              <a:lnSpc>
                <a:spcPct val="117999"/>
              </a:lnSpc>
              <a:spcBef>
                <a:spcPts val="0"/>
              </a:spcBef>
              <a:spcAft>
                <a:spcPts val="0"/>
              </a:spcAft>
              <a:buClrTx/>
              <a:buSzTx/>
              <a:buFontTx/>
              <a:buNone/>
              <a:tabLst/>
              <a:defRPr/>
            </a:pPr>
            <a:endParaRPr kumimoji="0" lang="en-US" sz="900" b="0" i="0" u="none" strike="noStrike" kern="0" cap="none" spc="0" normalizeH="0" baseline="0" noProof="0">
              <a:ln>
                <a:noFill/>
              </a:ln>
              <a:solidFill>
                <a:srgbClr val="0E2440"/>
              </a:solidFill>
              <a:effectLst/>
              <a:uLnTx/>
              <a:uFillTx/>
              <a:latin typeface="Barlow Condensed Bold"/>
              <a:sym typeface="Lora Regular"/>
            </a:endParaRPr>
          </a:p>
          <a:p>
            <a:pPr marL="0" marR="0" lvl="0" indent="0" algn="l" defTabSz="171450" rtl="0" eaLnBrk="1" fontAlgn="auto" latinLnBrk="0" hangingPunct="1">
              <a:lnSpc>
                <a:spcPct val="117999"/>
              </a:lnSpc>
              <a:spcBef>
                <a:spcPts val="0"/>
              </a:spcBef>
              <a:spcAft>
                <a:spcPts val="0"/>
              </a:spcAft>
              <a:buClrTx/>
              <a:buSzTx/>
              <a:buFontTx/>
              <a:buNone/>
              <a:tabLst/>
              <a:defRPr/>
            </a:pPr>
            <a:r>
              <a:rPr kumimoji="0" lang="en-US" sz="800" b="0" i="0" u="none" strike="noStrike" kern="100" cap="none" spc="0" normalizeH="0" baseline="0" noProof="0">
                <a:ln>
                  <a:noFill/>
                </a:ln>
                <a:solidFill>
                  <a:srgbClr val="FFFFFF"/>
                </a:solidFill>
                <a:effectLst/>
                <a:uLnTx/>
                <a:uFillTx/>
                <a:latin typeface="Lora" pitchFamily="2" charset="0"/>
                <a:ea typeface="Helvetica" panose="020B0604020202020204" pitchFamily="34" charset="0"/>
                <a:cs typeface="Helvetica Neue"/>
                <a:sym typeface="Helvetica Light"/>
              </a:rPr>
              <a:t>We also offer </a:t>
            </a:r>
            <a:r>
              <a:rPr kumimoji="0" lang="en-US" sz="800" b="1" i="0" u="none" strike="noStrike" kern="100" cap="none" spc="0" normalizeH="0" baseline="0" noProof="0">
                <a:ln>
                  <a:noFill/>
                </a:ln>
                <a:solidFill>
                  <a:srgbClr val="FFFFFF"/>
                </a:solidFill>
                <a:effectLst/>
                <a:uLnTx/>
                <a:uFillTx/>
                <a:latin typeface="Lora" pitchFamily="2" charset="0"/>
                <a:ea typeface="Helvetica" panose="020B0604020202020204" pitchFamily="34" charset="0"/>
                <a:cs typeface="Helvetica Neue"/>
                <a:sym typeface="Helvetica Light"/>
              </a:rPr>
              <a:t>custom workshops</a:t>
            </a:r>
            <a:r>
              <a:rPr kumimoji="0" lang="en-US" sz="800" b="0" i="0" u="none" strike="noStrike" kern="100" cap="none" spc="0" normalizeH="0" baseline="0" noProof="0">
                <a:ln>
                  <a:noFill/>
                </a:ln>
                <a:solidFill>
                  <a:srgbClr val="FFFFFF"/>
                </a:solidFill>
                <a:effectLst/>
                <a:uLnTx/>
                <a:uFillTx/>
                <a:latin typeface="Lora" pitchFamily="2" charset="0"/>
                <a:ea typeface="Helvetica" panose="020B0604020202020204" pitchFamily="34" charset="0"/>
                <a:cs typeface="Helvetica Neue"/>
                <a:sym typeface="Helvetica Light"/>
              </a:rPr>
              <a:t> for HR teams and managers on topics such as </a:t>
            </a:r>
            <a:r>
              <a:rPr kumimoji="0" lang="en-US" sz="800" b="1" i="0" u="none" strike="noStrike" kern="100" cap="none" spc="0" normalizeH="0" baseline="0" noProof="0">
                <a:ln>
                  <a:noFill/>
                </a:ln>
                <a:solidFill>
                  <a:srgbClr val="FFFFFF"/>
                </a:solidFill>
                <a:effectLst/>
                <a:uLnTx/>
                <a:uFillTx/>
                <a:latin typeface="Lora" pitchFamily="2" charset="0"/>
                <a:ea typeface="Helvetica" panose="020B0604020202020204" pitchFamily="34" charset="0"/>
                <a:cs typeface="Helvetica Neue"/>
                <a:sym typeface="Helvetica Light"/>
              </a:rPr>
              <a:t>managing stress, leading through change</a:t>
            </a:r>
            <a:r>
              <a:rPr kumimoji="0" lang="en-US" sz="800" b="0" i="0" u="none" strike="noStrike" kern="100" cap="none" spc="0" normalizeH="0" baseline="0" noProof="0">
                <a:ln>
                  <a:noFill/>
                </a:ln>
                <a:solidFill>
                  <a:srgbClr val="FFFFFF"/>
                </a:solidFill>
                <a:effectLst/>
                <a:uLnTx/>
                <a:uFillTx/>
                <a:latin typeface="Lora" pitchFamily="2" charset="0"/>
                <a:ea typeface="Helvetica" panose="020B0604020202020204" pitchFamily="34" charset="0"/>
                <a:cs typeface="Helvetica Neue"/>
                <a:sym typeface="Helvetica Light"/>
              </a:rPr>
              <a:t>, and </a:t>
            </a:r>
            <a:r>
              <a:rPr kumimoji="0" lang="en-US" sz="800" b="1" i="0" u="none" strike="noStrike" kern="100" cap="none" spc="0" normalizeH="0" baseline="0" noProof="0">
                <a:ln>
                  <a:noFill/>
                </a:ln>
                <a:solidFill>
                  <a:srgbClr val="FFFFFF"/>
                </a:solidFill>
                <a:effectLst/>
                <a:uLnTx/>
                <a:uFillTx/>
                <a:latin typeface="Lora" pitchFamily="2" charset="0"/>
                <a:ea typeface="Helvetica" panose="020B0604020202020204" pitchFamily="34" charset="0"/>
                <a:cs typeface="Helvetica Neue"/>
                <a:sym typeface="Helvetica Light"/>
              </a:rPr>
              <a:t>supporting remaining employees</a:t>
            </a:r>
            <a:r>
              <a:rPr kumimoji="0" lang="en-US" sz="800" b="0" i="0" u="none" strike="noStrike" kern="100" cap="none" spc="0" normalizeH="0" baseline="0" noProof="0">
                <a:ln>
                  <a:noFill/>
                </a:ln>
                <a:solidFill>
                  <a:srgbClr val="FFFFFF"/>
                </a:solidFill>
                <a:effectLst/>
                <a:uLnTx/>
                <a:uFillTx/>
                <a:latin typeface="Lora" pitchFamily="2" charset="0"/>
                <a:ea typeface="Helvetica" panose="020B0604020202020204" pitchFamily="34" charset="0"/>
                <a:cs typeface="Helvetica Neue"/>
                <a:sym typeface="Helvetica Light"/>
              </a:rPr>
              <a:t>, helping to preserve morale and productivity across the organization.</a:t>
            </a:r>
          </a:p>
          <a:p>
            <a:pPr marL="0" marR="0" lvl="0" indent="0" defTabSz="171450" eaLnBrk="1" fontAlgn="auto" latinLnBrk="0" hangingPunct="1">
              <a:lnSpc>
                <a:spcPct val="117999"/>
              </a:lnSpc>
              <a:spcBef>
                <a:spcPts val="0"/>
              </a:spcBef>
              <a:spcAft>
                <a:spcPts val="0"/>
              </a:spcAft>
              <a:buClrTx/>
              <a:buSzTx/>
              <a:buFontTx/>
              <a:buNone/>
              <a:tabLst/>
              <a:defRPr/>
            </a:pPr>
            <a:endParaRPr lang="en-US"/>
          </a:p>
        </p:txBody>
      </p:sp>
    </p:spTree>
    <p:extLst>
      <p:ext uri="{BB962C8B-B14F-4D97-AF65-F5344CB8AC3E}">
        <p14:creationId xmlns:p14="http://schemas.microsoft.com/office/powerpoint/2010/main" val="270410866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6C1137-89BF-17BB-84EF-93078E5475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20BC1E-D423-DF9A-6926-600136E4407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FFDCE33-FD7B-218F-93C3-31A506E03D32}"/>
              </a:ext>
            </a:extLst>
          </p:cNvPr>
          <p:cNvSpPr>
            <a:spLocks noGrp="1"/>
          </p:cNvSpPr>
          <p:nvPr>
            <p:ph type="body" idx="1"/>
          </p:nvPr>
        </p:nvSpPr>
        <p:spPr/>
        <p:txBody>
          <a:bodyPr/>
          <a:lstStyle/>
          <a:p>
            <a:pPr marL="0" marR="0" lvl="0" indent="0" defTabSz="171450" eaLnBrk="1" fontAlgn="auto" latinLnBrk="0" hangingPunct="1">
              <a:lnSpc>
                <a:spcPct val="117999"/>
              </a:lnSpc>
              <a:spcBef>
                <a:spcPts val="0"/>
              </a:spcBef>
              <a:spcAft>
                <a:spcPts val="0"/>
              </a:spcAft>
              <a:buClrTx/>
              <a:buSzTx/>
              <a:buFontTx/>
              <a:buNone/>
              <a:tabLst/>
              <a:defRPr/>
            </a:pPr>
            <a:r>
              <a:rPr lang="en-US"/>
              <a:t>David</a:t>
            </a:r>
          </a:p>
          <a:p>
            <a:pPr marL="0" marR="0" lvl="0" indent="0" defTabSz="171450" eaLnBrk="1" fontAlgn="auto" latinLnBrk="0" hangingPunct="1">
              <a:lnSpc>
                <a:spcPct val="117999"/>
              </a:lnSpc>
              <a:spcBef>
                <a:spcPts val="0"/>
              </a:spcBef>
              <a:spcAft>
                <a:spcPts val="0"/>
              </a:spcAft>
              <a:buClrTx/>
              <a:buSzTx/>
              <a:buFontTx/>
              <a:buNone/>
              <a:tabLst/>
              <a:defRPr/>
            </a:pPr>
            <a:endParaRPr lang="en-US"/>
          </a:p>
          <a:p>
            <a:pPr marL="0" marR="0" lvl="0" indent="0" algn="l" defTabSz="171450" rtl="0" eaLnBrk="1" fontAlgn="auto" latinLnBrk="0" hangingPunct="1">
              <a:lnSpc>
                <a:spcPct val="117999"/>
              </a:lnSpc>
              <a:spcBef>
                <a:spcPts val="0"/>
              </a:spcBef>
              <a:spcAft>
                <a:spcPts val="0"/>
              </a:spcAft>
              <a:buClrTx/>
              <a:buSzTx/>
              <a:buFontTx/>
              <a:buNone/>
              <a:tabLst/>
              <a:defRPr/>
            </a:pPr>
            <a:r>
              <a:rPr lang="en-US"/>
              <a:t>The customer journey…</a:t>
            </a:r>
            <a:r>
              <a:rPr kumimoji="0" lang="en-US" sz="900" b="0" i="0" u="none" strike="noStrike" kern="0" cap="none" spc="0" normalizeH="0" baseline="0" noProof="0">
                <a:ln>
                  <a:noFill/>
                </a:ln>
                <a:solidFill>
                  <a:srgbClr val="0E2440"/>
                </a:solidFill>
                <a:effectLst/>
                <a:uLnTx/>
                <a:uFillTx/>
                <a:latin typeface="Lora Regular"/>
                <a:sym typeface="Lora Regular"/>
              </a:rPr>
              <a:t>we act as a true extension of your HR team, supporting you before, during, and after a workforce transition. We provide tailored planning, training and support through both small and large workforce transitions</a:t>
            </a:r>
          </a:p>
          <a:p>
            <a:pPr marL="0" marR="0" lvl="0" indent="0" algn="l" defTabSz="171450" rtl="0" eaLnBrk="1" fontAlgn="auto" latinLnBrk="0" hangingPunct="1">
              <a:lnSpc>
                <a:spcPct val="117999"/>
              </a:lnSpc>
              <a:spcBef>
                <a:spcPts val="0"/>
              </a:spcBef>
              <a:spcAft>
                <a:spcPts val="0"/>
              </a:spcAft>
              <a:buClrTx/>
              <a:buSzTx/>
              <a:buFontTx/>
              <a:buNone/>
              <a:tabLst/>
              <a:defRPr/>
            </a:pPr>
            <a:endParaRPr kumimoji="0" lang="en-US" sz="900" b="0" i="0" u="none" strike="noStrike" kern="0" cap="none" spc="0" normalizeH="0" baseline="0" noProof="0">
              <a:ln>
                <a:noFill/>
              </a:ln>
              <a:solidFill>
                <a:srgbClr val="0E2440"/>
              </a:solidFill>
              <a:effectLst/>
              <a:uLnTx/>
              <a:uFillTx/>
              <a:latin typeface="Barlow Condensed Bold"/>
              <a:sym typeface="Lora Regular"/>
            </a:endParaRPr>
          </a:p>
          <a:p>
            <a:pPr marL="0" marR="0" lvl="0" indent="0" algn="l" defTabSz="171450" rtl="0" eaLnBrk="1" fontAlgn="auto" latinLnBrk="0" hangingPunct="1">
              <a:lnSpc>
                <a:spcPct val="117999"/>
              </a:lnSpc>
              <a:spcBef>
                <a:spcPts val="0"/>
              </a:spcBef>
              <a:spcAft>
                <a:spcPts val="0"/>
              </a:spcAft>
              <a:buClrTx/>
              <a:buSzTx/>
              <a:buFontTx/>
              <a:buNone/>
              <a:tabLst/>
              <a:defRPr/>
            </a:pPr>
            <a:r>
              <a:rPr kumimoji="0" lang="en-US" sz="800" b="0" i="0" u="none" strike="noStrike" kern="100" cap="none" spc="0" normalizeH="0" baseline="0" noProof="0">
                <a:ln>
                  <a:noFill/>
                </a:ln>
                <a:solidFill>
                  <a:srgbClr val="FFFFFF"/>
                </a:solidFill>
                <a:effectLst/>
                <a:uLnTx/>
                <a:uFillTx/>
                <a:latin typeface="Lora" pitchFamily="2" charset="0"/>
                <a:ea typeface="Helvetica" panose="020B0604020202020204" pitchFamily="34" charset="0"/>
                <a:cs typeface="Helvetica Neue"/>
                <a:sym typeface="Helvetica Light"/>
              </a:rPr>
              <a:t>We also offer </a:t>
            </a:r>
            <a:r>
              <a:rPr kumimoji="0" lang="en-US" sz="800" b="1" i="0" u="none" strike="noStrike" kern="100" cap="none" spc="0" normalizeH="0" baseline="0" noProof="0">
                <a:ln>
                  <a:noFill/>
                </a:ln>
                <a:solidFill>
                  <a:srgbClr val="FFFFFF"/>
                </a:solidFill>
                <a:effectLst/>
                <a:uLnTx/>
                <a:uFillTx/>
                <a:latin typeface="Lora" pitchFamily="2" charset="0"/>
                <a:ea typeface="Helvetica" panose="020B0604020202020204" pitchFamily="34" charset="0"/>
                <a:cs typeface="Helvetica Neue"/>
                <a:sym typeface="Helvetica Light"/>
              </a:rPr>
              <a:t>custom workshops</a:t>
            </a:r>
            <a:r>
              <a:rPr kumimoji="0" lang="en-US" sz="800" b="0" i="0" u="none" strike="noStrike" kern="100" cap="none" spc="0" normalizeH="0" baseline="0" noProof="0">
                <a:ln>
                  <a:noFill/>
                </a:ln>
                <a:solidFill>
                  <a:srgbClr val="FFFFFF"/>
                </a:solidFill>
                <a:effectLst/>
                <a:uLnTx/>
                <a:uFillTx/>
                <a:latin typeface="Lora" pitchFamily="2" charset="0"/>
                <a:ea typeface="Helvetica" panose="020B0604020202020204" pitchFamily="34" charset="0"/>
                <a:cs typeface="Helvetica Neue"/>
                <a:sym typeface="Helvetica Light"/>
              </a:rPr>
              <a:t> for HR teams and managers on topics such as </a:t>
            </a:r>
            <a:r>
              <a:rPr kumimoji="0" lang="en-US" sz="800" b="1" i="0" u="none" strike="noStrike" kern="100" cap="none" spc="0" normalizeH="0" baseline="0" noProof="0">
                <a:ln>
                  <a:noFill/>
                </a:ln>
                <a:solidFill>
                  <a:srgbClr val="FFFFFF"/>
                </a:solidFill>
                <a:effectLst/>
                <a:uLnTx/>
                <a:uFillTx/>
                <a:latin typeface="Lora" pitchFamily="2" charset="0"/>
                <a:ea typeface="Helvetica" panose="020B0604020202020204" pitchFamily="34" charset="0"/>
                <a:cs typeface="Helvetica Neue"/>
                <a:sym typeface="Helvetica Light"/>
              </a:rPr>
              <a:t>managing stress, leading through change</a:t>
            </a:r>
            <a:r>
              <a:rPr kumimoji="0" lang="en-US" sz="800" b="0" i="0" u="none" strike="noStrike" kern="100" cap="none" spc="0" normalizeH="0" baseline="0" noProof="0">
                <a:ln>
                  <a:noFill/>
                </a:ln>
                <a:solidFill>
                  <a:srgbClr val="FFFFFF"/>
                </a:solidFill>
                <a:effectLst/>
                <a:uLnTx/>
                <a:uFillTx/>
                <a:latin typeface="Lora" pitchFamily="2" charset="0"/>
                <a:ea typeface="Helvetica" panose="020B0604020202020204" pitchFamily="34" charset="0"/>
                <a:cs typeface="Helvetica Neue"/>
                <a:sym typeface="Helvetica Light"/>
              </a:rPr>
              <a:t>, and </a:t>
            </a:r>
            <a:r>
              <a:rPr kumimoji="0" lang="en-US" sz="800" b="1" i="0" u="none" strike="noStrike" kern="100" cap="none" spc="0" normalizeH="0" baseline="0" noProof="0">
                <a:ln>
                  <a:noFill/>
                </a:ln>
                <a:solidFill>
                  <a:srgbClr val="FFFFFF"/>
                </a:solidFill>
                <a:effectLst/>
                <a:uLnTx/>
                <a:uFillTx/>
                <a:latin typeface="Lora" pitchFamily="2" charset="0"/>
                <a:ea typeface="Helvetica" panose="020B0604020202020204" pitchFamily="34" charset="0"/>
                <a:cs typeface="Helvetica Neue"/>
                <a:sym typeface="Helvetica Light"/>
              </a:rPr>
              <a:t>supporting remaining employees</a:t>
            </a:r>
            <a:r>
              <a:rPr kumimoji="0" lang="en-US" sz="800" b="0" i="0" u="none" strike="noStrike" kern="100" cap="none" spc="0" normalizeH="0" baseline="0" noProof="0">
                <a:ln>
                  <a:noFill/>
                </a:ln>
                <a:solidFill>
                  <a:srgbClr val="FFFFFF"/>
                </a:solidFill>
                <a:effectLst/>
                <a:uLnTx/>
                <a:uFillTx/>
                <a:latin typeface="Lora" pitchFamily="2" charset="0"/>
                <a:ea typeface="Helvetica" panose="020B0604020202020204" pitchFamily="34" charset="0"/>
                <a:cs typeface="Helvetica Neue"/>
                <a:sym typeface="Helvetica Light"/>
              </a:rPr>
              <a:t>, helping to preserve morale and productivity across the organization.</a:t>
            </a:r>
          </a:p>
          <a:p>
            <a:pPr marL="0" marR="0" lvl="0" indent="0" defTabSz="171450" eaLnBrk="1" fontAlgn="auto" latinLnBrk="0" hangingPunct="1">
              <a:lnSpc>
                <a:spcPct val="117999"/>
              </a:lnSpc>
              <a:spcBef>
                <a:spcPts val="0"/>
              </a:spcBef>
              <a:spcAft>
                <a:spcPts val="0"/>
              </a:spcAft>
              <a:buClrTx/>
              <a:buSzTx/>
              <a:buFontTx/>
              <a:buNone/>
              <a:tabLst/>
              <a:defRPr/>
            </a:pPr>
            <a:endParaRPr lang="en-US"/>
          </a:p>
        </p:txBody>
      </p:sp>
    </p:spTree>
    <p:extLst>
      <p:ext uri="{BB962C8B-B14F-4D97-AF65-F5344CB8AC3E}">
        <p14:creationId xmlns:p14="http://schemas.microsoft.com/office/powerpoint/2010/main" val="387069092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8F4D91-14CE-9BF2-9798-CEC51B72F0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B30472-D909-3DE6-4502-96B7ACDFEF6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3F5A483-DE7E-3509-F124-A21C5D59B9A3}"/>
              </a:ext>
            </a:extLst>
          </p:cNvPr>
          <p:cNvSpPr>
            <a:spLocks noGrp="1"/>
          </p:cNvSpPr>
          <p:nvPr>
            <p:ph type="body" idx="1"/>
          </p:nvPr>
        </p:nvSpPr>
        <p:spPr/>
        <p:txBody>
          <a:bodyPr/>
          <a:lstStyle/>
          <a:p>
            <a:pPr marL="0" marR="0" lvl="0" indent="0" defTabSz="171450" eaLnBrk="1" fontAlgn="auto" latinLnBrk="0" hangingPunct="1">
              <a:lnSpc>
                <a:spcPct val="117999"/>
              </a:lnSpc>
              <a:spcBef>
                <a:spcPts val="0"/>
              </a:spcBef>
              <a:spcAft>
                <a:spcPts val="0"/>
              </a:spcAft>
              <a:buClrTx/>
              <a:buSzTx/>
              <a:buFontTx/>
              <a:buNone/>
              <a:tabLst/>
              <a:defRPr/>
            </a:pPr>
            <a:r>
              <a:rPr lang="en-US"/>
              <a:t>David</a:t>
            </a:r>
          </a:p>
          <a:p>
            <a:pPr marL="0" marR="0" lvl="0" indent="0" defTabSz="171450" eaLnBrk="1" fontAlgn="auto" latinLnBrk="0" hangingPunct="1">
              <a:lnSpc>
                <a:spcPct val="117999"/>
              </a:lnSpc>
              <a:spcBef>
                <a:spcPts val="0"/>
              </a:spcBef>
              <a:spcAft>
                <a:spcPts val="0"/>
              </a:spcAft>
              <a:buClrTx/>
              <a:buSzTx/>
              <a:buFontTx/>
              <a:buNone/>
              <a:tabLst/>
              <a:defRPr/>
            </a:pPr>
            <a:endParaRPr lang="en-US"/>
          </a:p>
          <a:p>
            <a:pPr marL="0" marR="0" lvl="0" indent="0" algn="l" defTabSz="171450" rtl="0" eaLnBrk="1" fontAlgn="auto" latinLnBrk="0" hangingPunct="1">
              <a:lnSpc>
                <a:spcPct val="117999"/>
              </a:lnSpc>
              <a:spcBef>
                <a:spcPts val="0"/>
              </a:spcBef>
              <a:spcAft>
                <a:spcPts val="0"/>
              </a:spcAft>
              <a:buClrTx/>
              <a:buSzTx/>
              <a:buFontTx/>
              <a:buNone/>
              <a:tabLst/>
              <a:defRPr/>
            </a:pPr>
            <a:r>
              <a:rPr lang="en-US"/>
              <a:t>The customer journey…</a:t>
            </a:r>
            <a:r>
              <a:rPr kumimoji="0" lang="en-US" sz="900" b="0" i="0" u="none" strike="noStrike" kern="0" cap="none" spc="0" normalizeH="0" baseline="0" noProof="0">
                <a:ln>
                  <a:noFill/>
                </a:ln>
                <a:solidFill>
                  <a:srgbClr val="0E2440"/>
                </a:solidFill>
                <a:effectLst/>
                <a:uLnTx/>
                <a:uFillTx/>
                <a:latin typeface="Lora Regular"/>
                <a:sym typeface="Lora Regular"/>
              </a:rPr>
              <a:t>we act as a true extension of your HR team, supporting you before, during, and after a workforce transition. We provide tailored planning, training and support through both small and large workforce transitions</a:t>
            </a:r>
          </a:p>
          <a:p>
            <a:pPr marL="0" marR="0" lvl="0" indent="0" algn="l" defTabSz="171450" rtl="0" eaLnBrk="1" fontAlgn="auto" latinLnBrk="0" hangingPunct="1">
              <a:lnSpc>
                <a:spcPct val="117999"/>
              </a:lnSpc>
              <a:spcBef>
                <a:spcPts val="0"/>
              </a:spcBef>
              <a:spcAft>
                <a:spcPts val="0"/>
              </a:spcAft>
              <a:buClrTx/>
              <a:buSzTx/>
              <a:buFontTx/>
              <a:buNone/>
              <a:tabLst/>
              <a:defRPr/>
            </a:pPr>
            <a:endParaRPr kumimoji="0" lang="en-US" sz="900" b="0" i="0" u="none" strike="noStrike" kern="0" cap="none" spc="0" normalizeH="0" baseline="0" noProof="0">
              <a:ln>
                <a:noFill/>
              </a:ln>
              <a:solidFill>
                <a:srgbClr val="0E2440"/>
              </a:solidFill>
              <a:effectLst/>
              <a:uLnTx/>
              <a:uFillTx/>
              <a:latin typeface="Barlow Condensed Bold"/>
              <a:sym typeface="Lora Regular"/>
            </a:endParaRPr>
          </a:p>
          <a:p>
            <a:pPr marL="0" marR="0" lvl="0" indent="0" algn="l" defTabSz="171450" rtl="0" eaLnBrk="1" fontAlgn="auto" latinLnBrk="0" hangingPunct="1">
              <a:lnSpc>
                <a:spcPct val="117999"/>
              </a:lnSpc>
              <a:spcBef>
                <a:spcPts val="0"/>
              </a:spcBef>
              <a:spcAft>
                <a:spcPts val="0"/>
              </a:spcAft>
              <a:buClrTx/>
              <a:buSzTx/>
              <a:buFontTx/>
              <a:buNone/>
              <a:tabLst/>
              <a:defRPr/>
            </a:pPr>
            <a:r>
              <a:rPr kumimoji="0" lang="en-US" sz="800" b="0" i="0" u="none" strike="noStrike" kern="100" cap="none" spc="0" normalizeH="0" baseline="0" noProof="0">
                <a:ln>
                  <a:noFill/>
                </a:ln>
                <a:solidFill>
                  <a:srgbClr val="FFFFFF"/>
                </a:solidFill>
                <a:effectLst/>
                <a:uLnTx/>
                <a:uFillTx/>
                <a:latin typeface="Lora" pitchFamily="2" charset="0"/>
                <a:ea typeface="Helvetica" panose="020B0604020202020204" pitchFamily="34" charset="0"/>
                <a:cs typeface="Helvetica Neue"/>
                <a:sym typeface="Helvetica Light"/>
              </a:rPr>
              <a:t>We also offer </a:t>
            </a:r>
            <a:r>
              <a:rPr kumimoji="0" lang="en-US" sz="800" b="1" i="0" u="none" strike="noStrike" kern="100" cap="none" spc="0" normalizeH="0" baseline="0" noProof="0">
                <a:ln>
                  <a:noFill/>
                </a:ln>
                <a:solidFill>
                  <a:srgbClr val="FFFFFF"/>
                </a:solidFill>
                <a:effectLst/>
                <a:uLnTx/>
                <a:uFillTx/>
                <a:latin typeface="Lora" pitchFamily="2" charset="0"/>
                <a:ea typeface="Helvetica" panose="020B0604020202020204" pitchFamily="34" charset="0"/>
                <a:cs typeface="Helvetica Neue"/>
                <a:sym typeface="Helvetica Light"/>
              </a:rPr>
              <a:t>custom workshops</a:t>
            </a:r>
            <a:r>
              <a:rPr kumimoji="0" lang="en-US" sz="800" b="0" i="0" u="none" strike="noStrike" kern="100" cap="none" spc="0" normalizeH="0" baseline="0" noProof="0">
                <a:ln>
                  <a:noFill/>
                </a:ln>
                <a:solidFill>
                  <a:srgbClr val="FFFFFF"/>
                </a:solidFill>
                <a:effectLst/>
                <a:uLnTx/>
                <a:uFillTx/>
                <a:latin typeface="Lora" pitchFamily="2" charset="0"/>
                <a:ea typeface="Helvetica" panose="020B0604020202020204" pitchFamily="34" charset="0"/>
                <a:cs typeface="Helvetica Neue"/>
                <a:sym typeface="Helvetica Light"/>
              </a:rPr>
              <a:t> for HR teams and managers on topics such as </a:t>
            </a:r>
            <a:r>
              <a:rPr kumimoji="0" lang="en-US" sz="800" b="1" i="0" u="none" strike="noStrike" kern="100" cap="none" spc="0" normalizeH="0" baseline="0" noProof="0">
                <a:ln>
                  <a:noFill/>
                </a:ln>
                <a:solidFill>
                  <a:srgbClr val="FFFFFF"/>
                </a:solidFill>
                <a:effectLst/>
                <a:uLnTx/>
                <a:uFillTx/>
                <a:latin typeface="Lora" pitchFamily="2" charset="0"/>
                <a:ea typeface="Helvetica" panose="020B0604020202020204" pitchFamily="34" charset="0"/>
                <a:cs typeface="Helvetica Neue"/>
                <a:sym typeface="Helvetica Light"/>
              </a:rPr>
              <a:t>managing stress, leading through change</a:t>
            </a:r>
            <a:r>
              <a:rPr kumimoji="0" lang="en-US" sz="800" b="0" i="0" u="none" strike="noStrike" kern="100" cap="none" spc="0" normalizeH="0" baseline="0" noProof="0">
                <a:ln>
                  <a:noFill/>
                </a:ln>
                <a:solidFill>
                  <a:srgbClr val="FFFFFF"/>
                </a:solidFill>
                <a:effectLst/>
                <a:uLnTx/>
                <a:uFillTx/>
                <a:latin typeface="Lora" pitchFamily="2" charset="0"/>
                <a:ea typeface="Helvetica" panose="020B0604020202020204" pitchFamily="34" charset="0"/>
                <a:cs typeface="Helvetica Neue"/>
                <a:sym typeface="Helvetica Light"/>
              </a:rPr>
              <a:t>, and </a:t>
            </a:r>
            <a:r>
              <a:rPr kumimoji="0" lang="en-US" sz="800" b="1" i="0" u="none" strike="noStrike" kern="100" cap="none" spc="0" normalizeH="0" baseline="0" noProof="0">
                <a:ln>
                  <a:noFill/>
                </a:ln>
                <a:solidFill>
                  <a:srgbClr val="FFFFFF"/>
                </a:solidFill>
                <a:effectLst/>
                <a:uLnTx/>
                <a:uFillTx/>
                <a:latin typeface="Lora" pitchFamily="2" charset="0"/>
                <a:ea typeface="Helvetica" panose="020B0604020202020204" pitchFamily="34" charset="0"/>
                <a:cs typeface="Helvetica Neue"/>
                <a:sym typeface="Helvetica Light"/>
              </a:rPr>
              <a:t>supporting remaining employees</a:t>
            </a:r>
            <a:r>
              <a:rPr kumimoji="0" lang="en-US" sz="800" b="0" i="0" u="none" strike="noStrike" kern="100" cap="none" spc="0" normalizeH="0" baseline="0" noProof="0">
                <a:ln>
                  <a:noFill/>
                </a:ln>
                <a:solidFill>
                  <a:srgbClr val="FFFFFF"/>
                </a:solidFill>
                <a:effectLst/>
                <a:uLnTx/>
                <a:uFillTx/>
                <a:latin typeface="Lora" pitchFamily="2" charset="0"/>
                <a:ea typeface="Helvetica" panose="020B0604020202020204" pitchFamily="34" charset="0"/>
                <a:cs typeface="Helvetica Neue"/>
                <a:sym typeface="Helvetica Light"/>
              </a:rPr>
              <a:t>, helping to preserve morale and productivity across the organization.</a:t>
            </a:r>
          </a:p>
          <a:p>
            <a:pPr marL="0" marR="0" lvl="0" indent="0" defTabSz="171450" eaLnBrk="1" fontAlgn="auto" latinLnBrk="0" hangingPunct="1">
              <a:lnSpc>
                <a:spcPct val="117999"/>
              </a:lnSpc>
              <a:spcBef>
                <a:spcPts val="0"/>
              </a:spcBef>
              <a:spcAft>
                <a:spcPts val="0"/>
              </a:spcAft>
              <a:buClrTx/>
              <a:buSzTx/>
              <a:buFontTx/>
              <a:buNone/>
              <a:tabLst/>
              <a:defRPr/>
            </a:pPr>
            <a:endParaRPr lang="en-US"/>
          </a:p>
        </p:txBody>
      </p:sp>
    </p:spTree>
    <p:extLst>
      <p:ext uri="{BB962C8B-B14F-4D97-AF65-F5344CB8AC3E}">
        <p14:creationId xmlns:p14="http://schemas.microsoft.com/office/powerpoint/2010/main" val="42363931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9.png"/><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1.png"/><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4.png"/><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4.png"/><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4.png"/><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4.png"/><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Master" Target="../slideMasters/slideMaster2.xml"/></Relationships>
</file>

<file path=ppt/slideLayouts/_rels/slideLayout9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2.xml"/></Relationships>
</file>

<file path=ppt/slideLayouts/_rels/slideLayout9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Master" Target="../slideMasters/slideMaster2.xml"/></Relationships>
</file>

<file path=ppt/slideLayouts/_rels/slideLayout9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Master" Target="../slideMasters/slideMaster2.xml"/></Relationships>
</file>

<file path=ppt/slideLayouts/_rels/slideLayout9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Master" Target="../slideMasters/slideMaster2.xml"/></Relationships>
</file>

<file path=ppt/slideLayouts/_rels/slideLayout9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9.png"/><Relationship Id="rId1" Type="http://schemas.openxmlformats.org/officeDocument/2006/relationships/slideMaster" Target="../slideMasters/slideMaster2.xml"/></Relationships>
</file>

<file path=ppt/slideLayouts/_rels/slideLayout9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7.png"/><Relationship Id="rId1" Type="http://schemas.openxmlformats.org/officeDocument/2006/relationships/slideMaster" Target="../slideMasters/slideMaster2.xml"/></Relationships>
</file>

<file path=ppt/slideLayouts/_rels/slideLayout9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27.png"/><Relationship Id="rId1" Type="http://schemas.openxmlformats.org/officeDocument/2006/relationships/slideMaster" Target="../slideMasters/slideMaster2.xml"/></Relationships>
</file>

<file path=ppt/slideLayouts/_rels/slideLayout9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27.png"/><Relationship Id="rId1" Type="http://schemas.openxmlformats.org/officeDocument/2006/relationships/slideMaster" Target="../slideMasters/slideMaster2.xml"/></Relationships>
</file>

<file path=ppt/slideLayouts/_rels/slideLayout10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2.xml"/></Relationships>
</file>

<file path=ppt/slideLayouts/_rels/slideLayout10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2.xml"/></Relationships>
</file>

<file path=ppt/slideLayouts/_rels/slideLayout10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13.jpeg"/><Relationship Id="rId1" Type="http://schemas.openxmlformats.org/officeDocument/2006/relationships/slideMaster" Target="../slideMasters/slideMaster2.xml"/></Relationships>
</file>

<file path=ppt/slideLayouts/_rels/slideLayout10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2.xml"/></Relationships>
</file>

<file path=ppt/slideLayouts/_rels/slideLayout10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33.png"/><Relationship Id="rId1" Type="http://schemas.openxmlformats.org/officeDocument/2006/relationships/slideMaster" Target="../slideMasters/slideMaster2.xml"/></Relationships>
</file>

<file path=ppt/slideLayouts/_rels/slideLayout10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Master" Target="../slideMasters/slideMaster2.xml"/></Relationships>
</file>

<file path=ppt/slideLayouts/_rels/slideLayout10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Master" Target="../slideMasters/slideMaster2.xml"/></Relationships>
</file>

<file path=ppt/slideLayouts/_rels/slideLayout10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2.xml"/></Relationships>
</file>

<file path=ppt/slideLayouts/_rels/slideLayout10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2.xml"/></Relationships>
</file>

<file path=ppt/slideLayouts/_rels/slideLayout10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Master" Target="../slideMasters/slideMaster2.xml"/></Relationships>
</file>

<file path=ppt/slideLayouts/_rels/slideLayout11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Master" Target="../slideMasters/slideMaster2.xml"/></Relationships>
</file>

<file path=ppt/slideLayouts/_rels/slideLayout11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Master" Target="../slideMasters/slideMaster2.xml"/></Relationships>
</file>

<file path=ppt/slideLayouts/_rels/slideLayout1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9.png"/><Relationship Id="rId1" Type="http://schemas.openxmlformats.org/officeDocument/2006/relationships/slideMaster" Target="../slideMasters/slideMaster2.xml"/></Relationships>
</file>

<file path=ppt/slideLayouts/_rels/slideLayout11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Master" Target="../slideMasters/slideMaster2.xml"/></Relationships>
</file>

<file path=ppt/slideLayouts/_rels/slideLayout11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Master" Target="../slideMasters/slideMaster2.xml"/></Relationships>
</file>

<file path=ppt/slideLayouts/_rels/slideLayout11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2.xml"/></Relationships>
</file>

<file path=ppt/slideLayouts/_rels/slideLayout11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Master" Target="../slideMasters/slideMaster2.xml"/></Relationships>
</file>

<file path=ppt/slideLayouts/_rels/slideLayout11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Master" Target="../slideMasters/slideMaster2.xml"/></Relationships>
</file>

<file path=ppt/slideLayouts/_rels/slideLayout11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Master" Target="../slideMasters/slideMaster2.xml"/></Relationships>
</file>

<file path=ppt/slideLayouts/_rels/slideLayout11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Master" Target="../slideMasters/slideMaster2.xml"/></Relationships>
</file>

<file path=ppt/slideLayouts/_rels/slideLayout12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Master" Target="../slideMasters/slideMaster2.xml"/></Relationships>
</file>

<file path=ppt/slideLayouts/_rels/slideLayout12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Master" Target="../slideMasters/slideMaster2.xml"/></Relationships>
</file>

<file path=ppt/slideLayouts/_rels/slideLayout12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2.xml"/></Relationships>
</file>

<file path=ppt/slideLayouts/_rels/slideLayout12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Master" Target="../slideMasters/slideMaster2.xml"/></Relationships>
</file>

<file path=ppt/slideLayouts/_rels/slideLayout12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Master" Target="../slideMasters/slideMaster2.xml"/></Relationships>
</file>

<file path=ppt/slideLayouts/_rels/slideLayout12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2.xml"/></Relationships>
</file>

<file path=ppt/slideLayouts/_rels/slideLayout12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Master" Target="../slideMasters/slideMaster2.xml"/></Relationships>
</file>

<file path=ppt/slideLayouts/_rels/slideLayout12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34.png"/><Relationship Id="rId1" Type="http://schemas.openxmlformats.org/officeDocument/2006/relationships/slideMaster" Target="../slideMasters/slideMaster2.xml"/></Relationships>
</file>

<file path=ppt/slideLayouts/_rels/slideLayout12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35.png"/><Relationship Id="rId1" Type="http://schemas.openxmlformats.org/officeDocument/2006/relationships/slideMaster" Target="../slideMasters/slideMaster2.xml"/></Relationships>
</file>

<file path=ppt/slideLayouts/_rels/slideLayout12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6.png"/><Relationship Id="rId1" Type="http://schemas.openxmlformats.org/officeDocument/2006/relationships/slideMaster" Target="../slideMasters/slideMaster2.xml"/></Relationships>
</file>

<file path=ppt/slideLayouts/_rels/slideLayout13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2.xml"/></Relationships>
</file>

<file path=ppt/slideLayouts/_rels/slideLayout13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Master" Target="../slideMasters/slideMaster2.xml"/></Relationships>
</file>

<file path=ppt/slideLayouts/_rels/slideLayout13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Master" Target="../slideMasters/slideMaster2.xml"/></Relationships>
</file>

<file path=ppt/slideLayouts/_rels/slideLayout13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Master" Target="../slideMasters/slideMaster2.xml"/></Relationships>
</file>

<file path=ppt/slideLayouts/_rels/slideLayout13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27.png"/><Relationship Id="rId1" Type="http://schemas.openxmlformats.org/officeDocument/2006/relationships/slideMaster" Target="../slideMasters/slideMaster2.xml"/></Relationships>
</file>

<file path=ppt/slideLayouts/_rels/slideLayout13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8.png"/><Relationship Id="rId1" Type="http://schemas.openxmlformats.org/officeDocument/2006/relationships/slideMaster" Target="../slideMasters/slideMaster2.xml"/></Relationships>
</file>

<file path=ppt/slideLayouts/_rels/slideLayout13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39.png"/><Relationship Id="rId1" Type="http://schemas.openxmlformats.org/officeDocument/2006/relationships/slideMaster" Target="../slideMasters/slideMaster2.xml"/></Relationships>
</file>

<file path=ppt/slideLayouts/_rels/slideLayout13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Master" Target="../slideMasters/slideMaster2.xml"/></Relationships>
</file>

<file path=ppt/slideLayouts/_rels/slideLayout13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40.png"/><Relationship Id="rId1" Type="http://schemas.openxmlformats.org/officeDocument/2006/relationships/slideMaster" Target="../slideMasters/slideMaster2.xml"/></Relationships>
</file>

<file path=ppt/slideLayouts/_rels/slideLayout13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27.png"/><Relationship Id="rId1" Type="http://schemas.openxmlformats.org/officeDocument/2006/relationships/slideMaster" Target="../slideMasters/slideMaster2.xml"/></Relationships>
</file>

<file path=ppt/slideLayouts/_rels/slideLayout14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2.xml"/></Relationships>
</file>

<file path=ppt/slideLayouts/_rels/slideLayout14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2.xml"/></Relationships>
</file>

<file path=ppt/slideLayouts/_rels/slideLayout14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2.xml"/></Relationships>
</file>

<file path=ppt/slideLayouts/_rels/slideLayout14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14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14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Master" Target="../slideMasters/slideMaster3.xml"/></Relationships>
</file>

<file path=ppt/slideLayouts/_rels/slideLayout15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Master" Target="../slideMasters/slideMaster3.xml"/></Relationships>
</file>

<file path=ppt/slideLayouts/_rels/slideLayout15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3.xml"/></Relationships>
</file>

<file path=ppt/slideLayouts/_rels/slideLayout15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3.xml"/></Relationships>
</file>

<file path=ppt/slideLayouts/_rels/slideLayout15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4.png"/><Relationship Id="rId1" Type="http://schemas.openxmlformats.org/officeDocument/2006/relationships/slideMaster" Target="../slideMasters/slideMaster3.xml"/></Relationships>
</file>

<file path=ppt/slideLayouts/_rels/slideLayout15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3.xml"/></Relationships>
</file>

<file path=ppt/slideLayouts/_rels/slideLayout15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3.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Master" Target="../slideMasters/slideMaster3.xml"/></Relationships>
</file>

<file path=ppt/slideLayouts/_rels/slideLayout15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4.png"/><Relationship Id="rId1" Type="http://schemas.openxmlformats.org/officeDocument/2006/relationships/slideMaster" Target="../slideMasters/slideMaster3.xml"/></Relationships>
</file>

<file path=ppt/slideLayouts/_rels/slideLayout16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3.xml"/></Relationships>
</file>

<file path=ppt/slideLayouts/_rels/slideLayout16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Master" Target="../slideMasters/slideMaster3.xml"/></Relationships>
</file>

<file path=ppt/slideLayouts/_rels/slideLayout16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4.png"/><Relationship Id="rId1" Type="http://schemas.openxmlformats.org/officeDocument/2006/relationships/slideMaster" Target="../slideMasters/slideMaster3.xml"/></Relationships>
</file>

<file path=ppt/slideLayouts/_rels/slideLayout16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4.png"/><Relationship Id="rId1" Type="http://schemas.openxmlformats.org/officeDocument/2006/relationships/slideMaster" Target="../slideMasters/slideMaster3.xml"/></Relationships>
</file>

<file path=ppt/slideLayouts/_rels/slideLayout16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Master" Target="../slideMasters/slideMaster3.xml"/></Relationships>
</file>

<file path=ppt/slideLayouts/_rels/slideLayout16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3.xml"/></Relationships>
</file>

<file path=ppt/slideLayouts/_rels/slideLayout16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Master" Target="../slideMasters/slideMaster3.xml"/></Relationships>
</file>

<file path=ppt/slideLayouts/_rels/slideLayout16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Master" Target="../slideMasters/slideMaster3.xml"/></Relationships>
</file>

<file path=ppt/slideLayouts/_rels/slideLayout16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Master" Target="../slideMasters/slideMaster3.xml"/></Relationships>
</file>

<file path=ppt/slideLayouts/_rels/slideLayout16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9.png"/><Relationship Id="rId1" Type="http://schemas.openxmlformats.org/officeDocument/2006/relationships/slideMaster" Target="../slideMasters/slideMaster3.xml"/></Relationships>
</file>

<file path=ppt/slideLayouts/_rels/slideLayout17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7.png"/><Relationship Id="rId1" Type="http://schemas.openxmlformats.org/officeDocument/2006/relationships/slideMaster" Target="../slideMasters/slideMaster3.xml"/></Relationships>
</file>

<file path=ppt/slideLayouts/_rels/slideLayout17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27.png"/><Relationship Id="rId1" Type="http://schemas.openxmlformats.org/officeDocument/2006/relationships/slideMaster" Target="../slideMasters/slideMaster3.xml"/></Relationships>
</file>

<file path=ppt/slideLayouts/_rels/slideLayout17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27.png"/><Relationship Id="rId1" Type="http://schemas.openxmlformats.org/officeDocument/2006/relationships/slideMaster" Target="../slideMasters/slideMaster3.xml"/></Relationships>
</file>

<file path=ppt/slideLayouts/_rels/slideLayout17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3.xml"/></Relationships>
</file>

<file path=ppt/slideLayouts/_rels/slideLayout17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3.xml"/></Relationships>
</file>

<file path=ppt/slideLayouts/_rels/slideLayout17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13.jpeg"/><Relationship Id="rId1" Type="http://schemas.openxmlformats.org/officeDocument/2006/relationships/slideMaster" Target="../slideMasters/slideMaster3.xml"/></Relationships>
</file>

<file path=ppt/slideLayouts/_rels/slideLayout17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3.xml"/></Relationships>
</file>

<file path=ppt/slideLayouts/_rels/slideLayout17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33.png"/><Relationship Id="rId1" Type="http://schemas.openxmlformats.org/officeDocument/2006/relationships/slideMaster" Target="../slideMasters/slideMaster3.xml"/></Relationships>
</file>

<file path=ppt/slideLayouts/_rels/slideLayout17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Master" Target="../slideMasters/slideMaster3.xml"/></Relationships>
</file>

<file path=ppt/slideLayouts/_rels/slideLayout17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Master" Target="../slideMasters/slideMaster3.xml"/></Relationships>
</file>

<file path=ppt/slideLayouts/_rels/slideLayout18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3.xml"/></Relationships>
</file>

<file path=ppt/slideLayouts/_rels/slideLayout18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3.xml"/></Relationships>
</file>

<file path=ppt/slideLayouts/_rels/slideLayout18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Master" Target="../slideMasters/slideMaster3.xml"/></Relationships>
</file>

<file path=ppt/slideLayouts/_rels/slideLayout18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Master" Target="../slideMasters/slideMaster3.xml"/></Relationships>
</file>

<file path=ppt/slideLayouts/_rels/slideLayout18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Master" Target="../slideMasters/slideMaster3.xml"/></Relationships>
</file>

<file path=ppt/slideLayouts/_rels/slideLayout18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9.png"/><Relationship Id="rId1" Type="http://schemas.openxmlformats.org/officeDocument/2006/relationships/slideMaster" Target="../slideMasters/slideMaster3.xml"/></Relationships>
</file>

<file path=ppt/slideLayouts/_rels/slideLayout18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Master" Target="../slideMasters/slideMaster3.xml"/></Relationships>
</file>

<file path=ppt/slideLayouts/_rels/slideLayout18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Master" Target="../slideMasters/slideMaster3.xml"/></Relationships>
</file>

<file path=ppt/slideLayouts/_rels/slideLayout18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3.xml"/></Relationships>
</file>

<file path=ppt/slideLayouts/_rels/slideLayout18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Master" Target="../slideMasters/slideMaster3.xml"/></Relationships>
</file>

<file path=ppt/slideLayouts/_rels/slideLayout19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Master" Target="../slideMasters/slideMaster3.xml"/></Relationships>
</file>

<file path=ppt/slideLayouts/_rels/slideLayout19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Master" Target="../slideMasters/slideMaster3.xml"/></Relationships>
</file>

<file path=ppt/slideLayouts/_rels/slideLayout19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Master" Target="../slideMasters/slideMaster3.xml"/></Relationships>
</file>

<file path=ppt/slideLayouts/_rels/slideLayout19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Master" Target="../slideMasters/slideMaster3.xml"/></Relationships>
</file>

<file path=ppt/slideLayouts/_rels/slideLayout19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Master" Target="../slideMasters/slideMaster3.xml"/></Relationships>
</file>

<file path=ppt/slideLayouts/_rels/slideLayout19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3.xml"/></Relationships>
</file>

<file path=ppt/slideLayouts/_rels/slideLayout19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Master" Target="../slideMasters/slideMaster3.xml"/></Relationships>
</file>

<file path=ppt/slideLayouts/_rels/slideLayout19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Master" Target="../slideMasters/slideMaster3.xml"/></Relationships>
</file>

<file path=ppt/slideLayouts/_rels/slideLayout19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3.xml"/></Relationships>
</file>

<file path=ppt/slideLayouts/_rels/slideLayout19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Master" Target="../slideMasters/slideMaster3.xml"/></Relationships>
</file>

<file path=ppt/slideLayouts/_rels/slideLayout20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34.png"/><Relationship Id="rId1" Type="http://schemas.openxmlformats.org/officeDocument/2006/relationships/slideMaster" Target="../slideMasters/slideMaster3.xml"/></Relationships>
</file>

<file path=ppt/slideLayouts/_rels/slideLayout20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35.png"/><Relationship Id="rId1" Type="http://schemas.openxmlformats.org/officeDocument/2006/relationships/slideMaster" Target="../slideMasters/slideMaster3.xml"/></Relationships>
</file>

<file path=ppt/slideLayouts/_rels/slideLayout20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6.png"/><Relationship Id="rId1" Type="http://schemas.openxmlformats.org/officeDocument/2006/relationships/slideMaster" Target="../slideMasters/slideMaster3.xml"/></Relationships>
</file>

<file path=ppt/slideLayouts/_rels/slideLayout20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3.xml"/></Relationships>
</file>

<file path=ppt/slideLayouts/_rels/slideLayout20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Master" Target="../slideMasters/slideMaster3.xml"/></Relationships>
</file>

<file path=ppt/slideLayouts/_rels/slideLayout20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Master" Target="../slideMasters/slideMaster3.xml"/></Relationships>
</file>

<file path=ppt/slideLayouts/_rels/slideLayout20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Master" Target="../slideMasters/slideMaster3.xml"/></Relationships>
</file>

<file path=ppt/slideLayouts/_rels/slideLayout20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27.png"/><Relationship Id="rId1" Type="http://schemas.openxmlformats.org/officeDocument/2006/relationships/slideMaster" Target="../slideMasters/slideMaster3.xml"/></Relationships>
</file>

<file path=ppt/slideLayouts/_rels/slideLayout20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8.png"/><Relationship Id="rId1" Type="http://schemas.openxmlformats.org/officeDocument/2006/relationships/slideMaster" Target="../slideMasters/slideMaster3.xml"/></Relationships>
</file>

<file path=ppt/slideLayouts/_rels/slideLayout20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39.png"/><Relationship Id="rId1" Type="http://schemas.openxmlformats.org/officeDocument/2006/relationships/slideMaster" Target="../slideMasters/slideMaster3.xml"/></Relationships>
</file>

<file path=ppt/slideLayouts/_rels/slideLayout21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Master" Target="../slideMasters/slideMaster3.xml"/></Relationships>
</file>

<file path=ppt/slideLayouts/_rels/slideLayout21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40.png"/><Relationship Id="rId1" Type="http://schemas.openxmlformats.org/officeDocument/2006/relationships/slideMaster" Target="../slideMasters/slideMaster3.xml"/></Relationships>
</file>

<file path=ppt/slideLayouts/_rels/slideLayout212.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27.png"/><Relationship Id="rId1" Type="http://schemas.openxmlformats.org/officeDocument/2006/relationships/slideMaster" Target="../slideMasters/slideMaster3.xml"/></Relationships>
</file>

<file path=ppt/slideLayouts/_rels/slideLayout21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3.xml"/></Relationships>
</file>

<file path=ppt/slideLayouts/_rels/slideLayout21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3.xml"/></Relationships>
</file>

<file path=ppt/slideLayouts/_rels/slideLayout21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3.xml"/></Relationships>
</file>

<file path=ppt/slideLayouts/_rels/slideLayout2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2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2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21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Master" Target="../slideMasters/slideMaster3.xml"/></Relationships>
</file>

<file path=ppt/slideLayouts/_rels/slideLayout2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3.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Master" Target="../slideMasters/slideMaster4.xml"/></Relationships>
</file>

<file path=ppt/slideLayouts/_rels/slideLayout224.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Master" Target="../slideMasters/slideMaster4.xml"/></Relationships>
</file>

<file path=ppt/slideLayouts/_rels/slideLayout2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2.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Master" Target="../slideMasters/slideMaster4.xml"/></Relationships>
</file>

<file path=ppt/slideLayouts/_rels/slideLayout2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4.xml"/></Relationships>
</file>

<file path=ppt/slideLayouts/_rels/slideLayout23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39.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Master" Target="../slideMasters/slideMaster5.xml"/></Relationships>
</file>

<file path=ppt/slideLayouts/_rels/slideLayout240.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Master" Target="../slideMasters/slideMaster5.xml"/></Relationships>
</file>

<file path=ppt/slideLayouts/_rels/slideLayout24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4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4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4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48.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Master" Target="../slideMasters/slideMaster5.xml"/></Relationships>
</file>

<file path=ppt/slideLayouts/_rels/slideLayout2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5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image left + text right">
    <p:bg>
      <p:bgPr>
        <a:solidFill>
          <a:srgbClr val="FDFAF2"/>
        </a:solidFill>
        <a:effectLst/>
      </p:bgPr>
    </p:bg>
    <p:spTree>
      <p:nvGrpSpPr>
        <p:cNvPr id="1" name=""/>
        <p:cNvGrpSpPr/>
        <p:nvPr/>
      </p:nvGrpSpPr>
      <p:grpSpPr>
        <a:xfrm>
          <a:off x="0" y="0"/>
          <a:ext cx="0" cy="0"/>
          <a:chOff x="0" y="0"/>
          <a:chExt cx="0" cy="0"/>
        </a:xfrm>
      </p:grpSpPr>
      <p:sp>
        <p:nvSpPr>
          <p:cNvPr id="184" name="Slide Number"/>
          <p:cNvSpPr txBox="1">
            <a:spLocks noGrp="1"/>
          </p:cNvSpPr>
          <p:nvPr>
            <p:ph type="sldNum" sz="quarter" idx="2"/>
          </p:nvPr>
        </p:nvSpPr>
        <p:spPr>
          <a:prstGeom prst="rect">
            <a:avLst/>
          </a:prstGeom>
        </p:spPr>
        <p:txBody>
          <a:bodyPr/>
          <a:lstStyle>
            <a:lvl1pPr>
              <a:defRPr>
                <a:solidFill>
                  <a:schemeClr val="tx1"/>
                </a:solidFill>
              </a:defRPr>
            </a:lvl1pPr>
          </a:lstStyle>
          <a:p>
            <a:fld id="{86CB4B4D-7CA3-9044-876B-883B54F8677D}" type="slidenum">
              <a:rPr lang="en-GB" smtClean="0"/>
              <a:pPr/>
              <a:t>‹#›</a:t>
            </a:fld>
            <a:endParaRPr lang="en-GB"/>
          </a:p>
        </p:txBody>
      </p:sp>
      <p:sp>
        <p:nvSpPr>
          <p:cNvPr id="6" name="Picture Placeholder 5">
            <a:extLst>
              <a:ext uri="{FF2B5EF4-FFF2-40B4-BE49-F238E27FC236}">
                <a16:creationId xmlns:a16="http://schemas.microsoft.com/office/drawing/2014/main" id="{0322D216-DC00-EAB5-7D20-AEC077697228}"/>
              </a:ext>
            </a:extLst>
          </p:cNvPr>
          <p:cNvSpPr>
            <a:spLocks noGrp="1"/>
          </p:cNvSpPr>
          <p:nvPr>
            <p:ph type="pic" sz="quarter" idx="10"/>
          </p:nvPr>
        </p:nvSpPr>
        <p:spPr>
          <a:xfrm>
            <a:off x="0" y="0"/>
            <a:ext cx="4531688" cy="5143500"/>
          </a:xfrm>
          <a:prstGeom prst="rect">
            <a:avLst/>
          </a:prstGeom>
        </p:spPr>
        <p:txBody>
          <a:bodyPr/>
          <a:lstStyle/>
          <a:p>
            <a:endParaRPr lang="en-US"/>
          </a:p>
        </p:txBody>
      </p:sp>
      <p:sp>
        <p:nvSpPr>
          <p:cNvPr id="15" name="Text Placeholder 14">
            <a:extLst>
              <a:ext uri="{FF2B5EF4-FFF2-40B4-BE49-F238E27FC236}">
                <a16:creationId xmlns:a16="http://schemas.microsoft.com/office/drawing/2014/main" id="{4D7654DB-631C-DFCF-EF34-B99E8857C7B1}"/>
              </a:ext>
            </a:extLst>
          </p:cNvPr>
          <p:cNvSpPr>
            <a:spLocks noGrp="1"/>
          </p:cNvSpPr>
          <p:nvPr>
            <p:ph type="body" sz="quarter" idx="11" hasCustomPrompt="1"/>
          </p:nvPr>
        </p:nvSpPr>
        <p:spPr>
          <a:xfrm>
            <a:off x="5122948" y="1141939"/>
            <a:ext cx="3326488" cy="347472"/>
          </a:xfrm>
          <a:prstGeom prst="rect">
            <a:avLst/>
          </a:prstGeom>
        </p:spPr>
        <p:txBody>
          <a:bodyPr lIns="0" tIns="0" rIns="0" bIns="0" anchor="b">
            <a:noAutofit/>
          </a:bodyPr>
          <a:lstStyle>
            <a:lvl1pPr marL="0" marR="0" indent="0" algn="l" defTabSz="219075" rtl="0" eaLnBrk="1" fontAlgn="auto" latinLnBrk="0" hangingPunct="1">
              <a:lnSpc>
                <a:spcPct val="70000"/>
              </a:lnSpc>
              <a:spcBef>
                <a:spcPts val="900"/>
              </a:spcBef>
              <a:spcAft>
                <a:spcPts val="0"/>
              </a:spcAft>
              <a:buClr>
                <a:srgbClr val="57BEF0"/>
              </a:buClr>
              <a:buSzPct val="250000"/>
              <a:buFontTx/>
              <a:buNone/>
              <a:tabLst/>
              <a:defRPr sz="1850">
                <a:solidFill>
                  <a:schemeClr val="tx1"/>
                </a:solidFill>
                <a:latin typeface="+mj-lt"/>
              </a:defRPr>
            </a:lvl1pPr>
          </a:lstStyle>
          <a:p>
            <a:pPr marL="0" marR="0" lvl="0" indent="0" algn="l" defTabSz="219075" rtl="0" eaLnBrk="1" fontAlgn="auto" latinLnBrk="0" hangingPunct="1">
              <a:lnSpc>
                <a:spcPct val="100000"/>
              </a:lnSpc>
              <a:spcBef>
                <a:spcPts val="900"/>
              </a:spcBef>
              <a:spcAft>
                <a:spcPts val="0"/>
              </a:spcAft>
              <a:buClr>
                <a:srgbClr val="57BEF0"/>
              </a:buClr>
              <a:buSzPct val="250000"/>
              <a:buFontTx/>
              <a:buNone/>
              <a:tabLst/>
              <a:defRPr/>
            </a:pPr>
            <a:r>
              <a:rPr lang="en-US"/>
              <a:t>TITLE</a:t>
            </a:r>
          </a:p>
        </p:txBody>
      </p:sp>
      <p:sp>
        <p:nvSpPr>
          <p:cNvPr id="20" name="Text Placeholder 19">
            <a:extLst>
              <a:ext uri="{FF2B5EF4-FFF2-40B4-BE49-F238E27FC236}">
                <a16:creationId xmlns:a16="http://schemas.microsoft.com/office/drawing/2014/main" id="{384CAA40-DDD1-8FE0-5E0B-91020E4B52F0}"/>
              </a:ext>
            </a:extLst>
          </p:cNvPr>
          <p:cNvSpPr>
            <a:spLocks noGrp="1"/>
          </p:cNvSpPr>
          <p:nvPr>
            <p:ph type="body" sz="quarter" idx="13" hasCustomPrompt="1"/>
          </p:nvPr>
        </p:nvSpPr>
        <p:spPr>
          <a:xfrm>
            <a:off x="5122949" y="1500360"/>
            <a:ext cx="3326487" cy="2432304"/>
          </a:xfrm>
          <a:prstGeom prst="rect">
            <a:avLst/>
          </a:prstGeom>
        </p:spPr>
        <p:txBody>
          <a:bodyPr lIns="0" tIns="0" rIns="0" bIns="0">
            <a:noAutofit/>
          </a:bodyPr>
          <a:lstStyle>
            <a:lvl1pPr marL="0" indent="0">
              <a:lnSpc>
                <a:spcPct val="120000"/>
              </a:lnSpc>
              <a:spcBef>
                <a:spcPts val="0"/>
              </a:spcBef>
              <a:spcAft>
                <a:spcPts val="600"/>
              </a:spcAft>
              <a:buNone/>
              <a:defRPr sz="900">
                <a:solidFill>
                  <a:schemeClr val="tx1"/>
                </a:solidFill>
              </a:defRPr>
            </a:lvl1pPr>
          </a:lstStyle>
          <a:p>
            <a:pPr lvl="0"/>
            <a:r>
              <a:rPr lang="en-US"/>
              <a:t>text</a:t>
            </a:r>
          </a:p>
        </p:txBody>
      </p:sp>
    </p:spTree>
    <p:extLst>
      <p:ext uri="{BB962C8B-B14F-4D97-AF65-F5344CB8AC3E}">
        <p14:creationId xmlns:p14="http://schemas.microsoft.com/office/powerpoint/2010/main" val="2034625798"/>
      </p:ext>
    </p:extLst>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ext left + image over shape">
    <p:bg>
      <p:bgPr>
        <a:solidFill>
          <a:srgbClr val="FDFAF2"/>
        </a:solidFill>
        <a:effectLst/>
      </p:bgPr>
    </p:bg>
    <p:spTree>
      <p:nvGrpSpPr>
        <p:cNvPr id="1" name=""/>
        <p:cNvGrpSpPr/>
        <p:nvPr/>
      </p:nvGrpSpPr>
      <p:grpSpPr>
        <a:xfrm>
          <a:off x="0" y="0"/>
          <a:ext cx="0" cy="0"/>
          <a:chOff x="0" y="0"/>
          <a:chExt cx="0" cy="0"/>
        </a:xfrm>
      </p:grpSpPr>
      <p:sp>
        <p:nvSpPr>
          <p:cNvPr id="184" name="Slide Number"/>
          <p:cNvSpPr txBox="1">
            <a:spLocks noGrp="1"/>
          </p:cNvSpPr>
          <p:nvPr>
            <p:ph type="sldNum" sz="quarter" idx="2"/>
          </p:nvPr>
        </p:nvSpPr>
        <p:spPr>
          <a:prstGeom prst="rect">
            <a:avLst/>
          </a:prstGeom>
        </p:spPr>
        <p:txBody>
          <a:bodyPr/>
          <a:lstStyle>
            <a:lvl1pPr>
              <a:defRPr>
                <a:solidFill>
                  <a:schemeClr val="tx1"/>
                </a:solidFill>
              </a:defRPr>
            </a:lvl1pPr>
          </a:lstStyle>
          <a:p>
            <a:fld id="{86CB4B4D-7CA3-9044-876B-883B54F8677D}" type="slidenum">
              <a:rPr lang="en-GB" smtClean="0"/>
              <a:pPr/>
              <a:t>‹#›</a:t>
            </a:fld>
            <a:endParaRPr lang="en-GB"/>
          </a:p>
        </p:txBody>
      </p:sp>
      <p:sp>
        <p:nvSpPr>
          <p:cNvPr id="15" name="Text Placeholder 14">
            <a:extLst>
              <a:ext uri="{FF2B5EF4-FFF2-40B4-BE49-F238E27FC236}">
                <a16:creationId xmlns:a16="http://schemas.microsoft.com/office/drawing/2014/main" id="{4D7654DB-631C-DFCF-EF34-B99E8857C7B1}"/>
              </a:ext>
            </a:extLst>
          </p:cNvPr>
          <p:cNvSpPr>
            <a:spLocks noGrp="1"/>
          </p:cNvSpPr>
          <p:nvPr>
            <p:ph type="body" sz="quarter" idx="11" hasCustomPrompt="1"/>
          </p:nvPr>
        </p:nvSpPr>
        <p:spPr>
          <a:xfrm>
            <a:off x="672106" y="1312832"/>
            <a:ext cx="3326488" cy="342900"/>
          </a:xfrm>
          <a:prstGeom prst="rect">
            <a:avLst/>
          </a:prstGeom>
        </p:spPr>
        <p:txBody>
          <a:bodyPr lIns="0" tIns="0" rIns="0" bIns="0">
            <a:noAutofit/>
          </a:bodyPr>
          <a:lstStyle>
            <a:lvl1pPr marL="0" marR="0" indent="0" algn="l" defTabSz="219075" rtl="0" eaLnBrk="1" fontAlgn="auto" latinLnBrk="0" hangingPunct="1">
              <a:lnSpc>
                <a:spcPct val="100000"/>
              </a:lnSpc>
              <a:spcBef>
                <a:spcPts val="900"/>
              </a:spcBef>
              <a:spcAft>
                <a:spcPts val="0"/>
              </a:spcAft>
              <a:buClr>
                <a:srgbClr val="57BEF0"/>
              </a:buClr>
              <a:buSzPct val="250000"/>
              <a:buFontTx/>
              <a:buNone/>
              <a:tabLst/>
              <a:defRPr sz="1850">
                <a:solidFill>
                  <a:schemeClr val="tx1"/>
                </a:solidFill>
                <a:latin typeface="+mj-lt"/>
              </a:defRPr>
            </a:lvl1pPr>
          </a:lstStyle>
          <a:p>
            <a:pPr marL="0" marR="0" lvl="0" indent="0" algn="l" defTabSz="219075" rtl="0" eaLnBrk="1" fontAlgn="auto" latinLnBrk="0" hangingPunct="1">
              <a:lnSpc>
                <a:spcPct val="100000"/>
              </a:lnSpc>
              <a:spcBef>
                <a:spcPts val="900"/>
              </a:spcBef>
              <a:spcAft>
                <a:spcPts val="0"/>
              </a:spcAft>
              <a:buClr>
                <a:srgbClr val="57BEF0"/>
              </a:buClr>
              <a:buSzPct val="250000"/>
              <a:buFontTx/>
              <a:buNone/>
              <a:tabLst/>
              <a:defRPr/>
            </a:pPr>
            <a:r>
              <a:rPr lang="en-US"/>
              <a:t>TITLE</a:t>
            </a:r>
          </a:p>
        </p:txBody>
      </p:sp>
      <p:sp>
        <p:nvSpPr>
          <p:cNvPr id="20" name="Text Placeholder 19">
            <a:extLst>
              <a:ext uri="{FF2B5EF4-FFF2-40B4-BE49-F238E27FC236}">
                <a16:creationId xmlns:a16="http://schemas.microsoft.com/office/drawing/2014/main" id="{384CAA40-DDD1-8FE0-5E0B-91020E4B52F0}"/>
              </a:ext>
            </a:extLst>
          </p:cNvPr>
          <p:cNvSpPr>
            <a:spLocks noGrp="1"/>
          </p:cNvSpPr>
          <p:nvPr>
            <p:ph type="body" sz="quarter" idx="13" hasCustomPrompt="1"/>
          </p:nvPr>
        </p:nvSpPr>
        <p:spPr>
          <a:xfrm>
            <a:off x="672107" y="1694902"/>
            <a:ext cx="3326487" cy="2199179"/>
          </a:xfrm>
          <a:prstGeom prst="rect">
            <a:avLst/>
          </a:prstGeom>
        </p:spPr>
        <p:txBody>
          <a:bodyPr lIns="0" tIns="0" rIns="0" bIns="0">
            <a:noAutofit/>
          </a:bodyPr>
          <a:lstStyle>
            <a:lvl1pPr marL="0" indent="0">
              <a:lnSpc>
                <a:spcPct val="120000"/>
              </a:lnSpc>
              <a:spcBef>
                <a:spcPts val="0"/>
              </a:spcBef>
              <a:spcAft>
                <a:spcPts val="600"/>
              </a:spcAft>
              <a:buNone/>
              <a:defRPr sz="900">
                <a:solidFill>
                  <a:schemeClr val="tx1"/>
                </a:solidFill>
              </a:defRPr>
            </a:lvl1pPr>
          </a:lstStyle>
          <a:p>
            <a:pPr lvl="0"/>
            <a:r>
              <a:rPr lang="en-US"/>
              <a:t>text</a:t>
            </a:r>
          </a:p>
        </p:txBody>
      </p:sp>
      <p:pic>
        <p:nvPicPr>
          <p:cNvPr id="2" name="Rectangle 355-5.svg" descr="Rectangle 355-5.svg">
            <a:extLst>
              <a:ext uri="{FF2B5EF4-FFF2-40B4-BE49-F238E27FC236}">
                <a16:creationId xmlns:a16="http://schemas.microsoft.com/office/drawing/2014/main" id="{EDAD1D9D-0B93-B0A0-A351-2E6AF5D7585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860083" y="1655732"/>
            <a:ext cx="2945392" cy="2945392"/>
          </a:xfrm>
          <a:prstGeom prst="rect">
            <a:avLst/>
          </a:prstGeom>
          <a:ln w="12700">
            <a:miter lim="400000"/>
          </a:ln>
        </p:spPr>
      </p:pic>
      <p:pic>
        <p:nvPicPr>
          <p:cNvPr id="9" name="CGC logo.png" descr="CGC logo.png">
            <a:extLst>
              <a:ext uri="{FF2B5EF4-FFF2-40B4-BE49-F238E27FC236}">
                <a16:creationId xmlns:a16="http://schemas.microsoft.com/office/drawing/2014/main" id="{F5D0896A-85F3-2FA7-58ED-F35C784639C4}"/>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285750" y="285750"/>
            <a:ext cx="1152525" cy="199894"/>
          </a:xfrm>
          <a:prstGeom prst="rect">
            <a:avLst/>
          </a:prstGeom>
          <a:ln w="12700">
            <a:miter lim="400000"/>
          </a:ln>
        </p:spPr>
      </p:pic>
      <p:sp>
        <p:nvSpPr>
          <p:cNvPr id="5" name="Picture Placeholder 3">
            <a:extLst>
              <a:ext uri="{FF2B5EF4-FFF2-40B4-BE49-F238E27FC236}">
                <a16:creationId xmlns:a16="http://schemas.microsoft.com/office/drawing/2014/main" id="{ADBEFD21-00E0-E65E-518E-CE56E87FF39A}"/>
              </a:ext>
            </a:extLst>
          </p:cNvPr>
          <p:cNvSpPr>
            <a:spLocks noGrp="1"/>
          </p:cNvSpPr>
          <p:nvPr>
            <p:ph type="pic" sz="quarter" idx="15"/>
          </p:nvPr>
        </p:nvSpPr>
        <p:spPr>
          <a:xfrm>
            <a:off x="5660967" y="733833"/>
            <a:ext cx="2222445" cy="2846780"/>
          </a:xfrm>
        </p:spPr>
        <p:txBody>
          <a:bodyPr/>
          <a:lstStyle/>
          <a:p>
            <a:endParaRPr lang="en-US"/>
          </a:p>
        </p:txBody>
      </p:sp>
    </p:spTree>
    <p:extLst>
      <p:ext uri="{BB962C8B-B14F-4D97-AF65-F5344CB8AC3E}">
        <p14:creationId xmlns:p14="http://schemas.microsoft.com/office/powerpoint/2010/main" val="609601828"/>
      </p:ext>
    </p:extLst>
  </p:cSld>
  <p:clrMapOvr>
    <a:masterClrMapping/>
  </p:clrMapOvr>
  <p:transition spd="med"/>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3 column title, subtitle, text - shape">
    <p:bg>
      <p:bgPr>
        <a:solidFill>
          <a:srgbClr val="FDFAF2"/>
        </a:solidFill>
        <a:effectLst/>
      </p:bgPr>
    </p:bg>
    <p:spTree>
      <p:nvGrpSpPr>
        <p:cNvPr id="1" name=""/>
        <p:cNvGrpSpPr/>
        <p:nvPr/>
      </p:nvGrpSpPr>
      <p:grpSpPr>
        <a:xfrm>
          <a:off x="0" y="0"/>
          <a:ext cx="0" cy="0"/>
          <a:chOff x="0" y="0"/>
          <a:chExt cx="0" cy="0"/>
        </a:xfrm>
      </p:grpSpPr>
      <p:sp>
        <p:nvSpPr>
          <p:cNvPr id="184" name="Slide Number"/>
          <p:cNvSpPr txBox="1">
            <a:spLocks noGrp="1"/>
          </p:cNvSpPr>
          <p:nvPr>
            <p:ph type="sldNum" sz="quarter" idx="2"/>
          </p:nvPr>
        </p:nvSpPr>
        <p:spPr>
          <a:prstGeom prst="rect">
            <a:avLst/>
          </a:prstGeom>
        </p:spPr>
        <p:txBody>
          <a:bodyPr/>
          <a:lstStyle/>
          <a:p>
            <a:fld id="{86CB4B4D-7CA3-9044-876B-883B54F8677D}" type="slidenum">
              <a:t>‹#›</a:t>
            </a:fld>
            <a:endParaRPr/>
          </a:p>
        </p:txBody>
      </p:sp>
      <p:pic>
        <p:nvPicPr>
          <p:cNvPr id="9" name="CGC logo.png" descr="CGC logo.png">
            <a:extLst>
              <a:ext uri="{FF2B5EF4-FFF2-40B4-BE49-F238E27FC236}">
                <a16:creationId xmlns:a16="http://schemas.microsoft.com/office/drawing/2014/main" id="{F5D0896A-85F3-2FA7-58ED-F35C784639C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85750" y="285750"/>
            <a:ext cx="1152525" cy="199894"/>
          </a:xfrm>
          <a:prstGeom prst="rect">
            <a:avLst/>
          </a:prstGeom>
          <a:ln w="12700">
            <a:miter lim="400000"/>
          </a:ln>
        </p:spPr>
      </p:pic>
      <p:pic>
        <p:nvPicPr>
          <p:cNvPr id="3" name="Rectangle 355-3.svg" descr="Rectangle 355-3.svg">
            <a:extLst>
              <a:ext uri="{FF2B5EF4-FFF2-40B4-BE49-F238E27FC236}">
                <a16:creationId xmlns:a16="http://schemas.microsoft.com/office/drawing/2014/main" id="{F696256A-902A-C409-DEBD-DC3505EED6AE}"/>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a:fillRect/>
          </a:stretch>
        </p:blipFill>
        <p:spPr>
          <a:xfrm flipH="1">
            <a:off x="4974600" y="3603001"/>
            <a:ext cx="4169399" cy="1540499"/>
          </a:xfrm>
          <a:prstGeom prst="rect">
            <a:avLst/>
          </a:prstGeom>
          <a:ln w="12700">
            <a:miter lim="400000"/>
          </a:ln>
        </p:spPr>
      </p:pic>
      <p:sp>
        <p:nvSpPr>
          <p:cNvPr id="10" name="Text Placeholder 14">
            <a:extLst>
              <a:ext uri="{FF2B5EF4-FFF2-40B4-BE49-F238E27FC236}">
                <a16:creationId xmlns:a16="http://schemas.microsoft.com/office/drawing/2014/main" id="{C27AA178-17F0-961D-039E-91F1D0A82817}"/>
              </a:ext>
            </a:extLst>
          </p:cNvPr>
          <p:cNvSpPr>
            <a:spLocks noGrp="1"/>
          </p:cNvSpPr>
          <p:nvPr>
            <p:ph type="body" sz="quarter" idx="11" hasCustomPrompt="1"/>
          </p:nvPr>
        </p:nvSpPr>
        <p:spPr>
          <a:xfrm>
            <a:off x="547999" y="1075402"/>
            <a:ext cx="3326488" cy="342900"/>
          </a:xfrm>
          <a:prstGeom prst="rect">
            <a:avLst/>
          </a:prstGeom>
        </p:spPr>
        <p:txBody>
          <a:bodyPr lIns="0" tIns="0" rIns="0" bIns="0">
            <a:noAutofit/>
          </a:bodyPr>
          <a:lstStyle>
            <a:lvl1pPr marL="0" marR="0" indent="0" algn="l" defTabSz="219075" rtl="0" eaLnBrk="1" fontAlgn="auto" latinLnBrk="0" hangingPunct="1">
              <a:lnSpc>
                <a:spcPct val="100000"/>
              </a:lnSpc>
              <a:spcBef>
                <a:spcPts val="900"/>
              </a:spcBef>
              <a:spcAft>
                <a:spcPts val="0"/>
              </a:spcAft>
              <a:buClr>
                <a:srgbClr val="57BEF0"/>
              </a:buClr>
              <a:buSzPct val="250000"/>
              <a:buFontTx/>
              <a:buNone/>
              <a:tabLst/>
              <a:defRPr sz="1850">
                <a:solidFill>
                  <a:schemeClr val="tx1"/>
                </a:solidFill>
                <a:latin typeface="+mj-lt"/>
              </a:defRPr>
            </a:lvl1pPr>
          </a:lstStyle>
          <a:p>
            <a:pPr marL="0" marR="0" lvl="0" indent="0" algn="l" defTabSz="219075" rtl="0" eaLnBrk="1" fontAlgn="auto" latinLnBrk="0" hangingPunct="1">
              <a:lnSpc>
                <a:spcPct val="100000"/>
              </a:lnSpc>
              <a:spcBef>
                <a:spcPts val="900"/>
              </a:spcBef>
              <a:spcAft>
                <a:spcPts val="0"/>
              </a:spcAft>
              <a:buClr>
                <a:srgbClr val="57BEF0"/>
              </a:buClr>
              <a:buSzPct val="250000"/>
              <a:buFontTx/>
              <a:buNone/>
              <a:tabLst/>
              <a:defRPr/>
            </a:pPr>
            <a:r>
              <a:rPr lang="en-US"/>
              <a:t>TITLE</a:t>
            </a:r>
          </a:p>
        </p:txBody>
      </p:sp>
      <p:sp>
        <p:nvSpPr>
          <p:cNvPr id="18" name="Text Placeholder 17">
            <a:extLst>
              <a:ext uri="{FF2B5EF4-FFF2-40B4-BE49-F238E27FC236}">
                <a16:creationId xmlns:a16="http://schemas.microsoft.com/office/drawing/2014/main" id="{5318441B-8F84-93BA-F574-CAEC7A168CC9}"/>
              </a:ext>
            </a:extLst>
          </p:cNvPr>
          <p:cNvSpPr>
            <a:spLocks noGrp="1"/>
          </p:cNvSpPr>
          <p:nvPr>
            <p:ph type="body" sz="quarter" idx="16" hasCustomPrompt="1"/>
          </p:nvPr>
        </p:nvSpPr>
        <p:spPr>
          <a:xfrm>
            <a:off x="547998" y="1769935"/>
            <a:ext cx="2486209" cy="238125"/>
          </a:xfrm>
          <a:prstGeom prst="rect">
            <a:avLst/>
          </a:prstGeom>
        </p:spPr>
        <p:txBody>
          <a:bodyPr lIns="0" tIns="0" rIns="0" bIns="0">
            <a:noAutofit/>
          </a:bodyPr>
          <a:lstStyle>
            <a:lvl1pPr marL="0" indent="0">
              <a:buNone/>
              <a:defRPr sz="1100">
                <a:solidFill>
                  <a:schemeClr val="tx1"/>
                </a:solidFill>
                <a:latin typeface="+mj-lt"/>
              </a:defRPr>
            </a:lvl1pPr>
          </a:lstStyle>
          <a:p>
            <a:pPr lvl="0"/>
            <a:r>
              <a:rPr lang="en-US"/>
              <a:t>TITLE </a:t>
            </a:r>
          </a:p>
        </p:txBody>
      </p:sp>
      <p:sp>
        <p:nvSpPr>
          <p:cNvPr id="21" name="Text Placeholder 17">
            <a:extLst>
              <a:ext uri="{FF2B5EF4-FFF2-40B4-BE49-F238E27FC236}">
                <a16:creationId xmlns:a16="http://schemas.microsoft.com/office/drawing/2014/main" id="{AC7682A7-69D4-3946-48D8-D9E74DB3D18F}"/>
              </a:ext>
            </a:extLst>
          </p:cNvPr>
          <p:cNvSpPr>
            <a:spLocks noGrp="1"/>
          </p:cNvSpPr>
          <p:nvPr>
            <p:ph type="body" sz="quarter" idx="18" hasCustomPrompt="1"/>
          </p:nvPr>
        </p:nvSpPr>
        <p:spPr>
          <a:xfrm>
            <a:off x="3402958" y="1769935"/>
            <a:ext cx="2486209" cy="238125"/>
          </a:xfrm>
          <a:prstGeom prst="rect">
            <a:avLst/>
          </a:prstGeom>
        </p:spPr>
        <p:txBody>
          <a:bodyPr lIns="0" tIns="0" rIns="0" bIns="0">
            <a:noAutofit/>
          </a:bodyPr>
          <a:lstStyle>
            <a:lvl1pPr marL="0" indent="0">
              <a:buNone/>
              <a:defRPr sz="1100">
                <a:solidFill>
                  <a:schemeClr val="tx1"/>
                </a:solidFill>
                <a:latin typeface="+mj-lt"/>
              </a:defRPr>
            </a:lvl1pPr>
          </a:lstStyle>
          <a:p>
            <a:pPr lvl="0"/>
            <a:r>
              <a:rPr lang="en-US"/>
              <a:t>TITLE </a:t>
            </a:r>
          </a:p>
        </p:txBody>
      </p:sp>
      <p:sp>
        <p:nvSpPr>
          <p:cNvPr id="24" name="Text Placeholder 17">
            <a:extLst>
              <a:ext uri="{FF2B5EF4-FFF2-40B4-BE49-F238E27FC236}">
                <a16:creationId xmlns:a16="http://schemas.microsoft.com/office/drawing/2014/main" id="{CE0DC798-6C6D-18D8-2531-E99CB19E7F25}"/>
              </a:ext>
            </a:extLst>
          </p:cNvPr>
          <p:cNvSpPr>
            <a:spLocks noGrp="1"/>
          </p:cNvSpPr>
          <p:nvPr>
            <p:ph type="body" sz="quarter" idx="20" hasCustomPrompt="1"/>
          </p:nvPr>
        </p:nvSpPr>
        <p:spPr>
          <a:xfrm>
            <a:off x="6257918" y="1769934"/>
            <a:ext cx="2486209" cy="238125"/>
          </a:xfrm>
          <a:prstGeom prst="rect">
            <a:avLst/>
          </a:prstGeom>
        </p:spPr>
        <p:txBody>
          <a:bodyPr lIns="0" tIns="0" rIns="0" bIns="0">
            <a:noAutofit/>
          </a:bodyPr>
          <a:lstStyle>
            <a:lvl1pPr marL="0" indent="0">
              <a:buNone/>
              <a:defRPr sz="1100">
                <a:solidFill>
                  <a:schemeClr val="tx1"/>
                </a:solidFill>
                <a:latin typeface="+mj-lt"/>
              </a:defRPr>
            </a:lvl1pPr>
          </a:lstStyle>
          <a:p>
            <a:pPr lvl="0"/>
            <a:r>
              <a:rPr lang="en-US"/>
              <a:t>TITLE </a:t>
            </a:r>
          </a:p>
        </p:txBody>
      </p:sp>
      <p:sp>
        <p:nvSpPr>
          <p:cNvPr id="14" name="Text Placeholder 19">
            <a:extLst>
              <a:ext uri="{FF2B5EF4-FFF2-40B4-BE49-F238E27FC236}">
                <a16:creationId xmlns:a16="http://schemas.microsoft.com/office/drawing/2014/main" id="{40AC698F-4339-B95D-EF90-0BC4756572BA}"/>
              </a:ext>
            </a:extLst>
          </p:cNvPr>
          <p:cNvSpPr>
            <a:spLocks noGrp="1"/>
          </p:cNvSpPr>
          <p:nvPr>
            <p:ph type="body" sz="quarter" idx="13" hasCustomPrompt="1"/>
          </p:nvPr>
        </p:nvSpPr>
        <p:spPr>
          <a:xfrm>
            <a:off x="547997" y="2010703"/>
            <a:ext cx="2486209" cy="1787525"/>
          </a:xfrm>
          <a:prstGeom prst="rect">
            <a:avLst/>
          </a:prstGeom>
        </p:spPr>
        <p:txBody>
          <a:bodyPr lIns="0" tIns="0" rIns="0" bIns="0">
            <a:noAutofit/>
          </a:bodyPr>
          <a:lstStyle>
            <a:lvl1pPr marL="0" indent="0">
              <a:lnSpc>
                <a:spcPct val="120000"/>
              </a:lnSpc>
              <a:spcBef>
                <a:spcPts val="0"/>
              </a:spcBef>
              <a:spcAft>
                <a:spcPts val="600"/>
              </a:spcAft>
              <a:buNone/>
              <a:defRPr sz="900">
                <a:solidFill>
                  <a:schemeClr val="tx1"/>
                </a:solidFill>
              </a:defRPr>
            </a:lvl1pPr>
          </a:lstStyle>
          <a:p>
            <a:pPr lvl="0"/>
            <a:r>
              <a:rPr lang="en-US"/>
              <a:t>text</a:t>
            </a:r>
          </a:p>
        </p:txBody>
      </p:sp>
      <p:sp>
        <p:nvSpPr>
          <p:cNvPr id="15" name="Text Placeholder 19">
            <a:extLst>
              <a:ext uri="{FF2B5EF4-FFF2-40B4-BE49-F238E27FC236}">
                <a16:creationId xmlns:a16="http://schemas.microsoft.com/office/drawing/2014/main" id="{19747F4A-05B5-D2B2-81BF-0F91A3786FD7}"/>
              </a:ext>
            </a:extLst>
          </p:cNvPr>
          <p:cNvSpPr>
            <a:spLocks noGrp="1"/>
          </p:cNvSpPr>
          <p:nvPr>
            <p:ph type="body" sz="quarter" idx="21" hasCustomPrompt="1"/>
          </p:nvPr>
        </p:nvSpPr>
        <p:spPr>
          <a:xfrm>
            <a:off x="3401556" y="2010703"/>
            <a:ext cx="2486209" cy="1787525"/>
          </a:xfrm>
          <a:prstGeom prst="rect">
            <a:avLst/>
          </a:prstGeom>
        </p:spPr>
        <p:txBody>
          <a:bodyPr lIns="0" tIns="0" rIns="0" bIns="0">
            <a:noAutofit/>
          </a:bodyPr>
          <a:lstStyle>
            <a:lvl1pPr marL="0" indent="0">
              <a:lnSpc>
                <a:spcPct val="120000"/>
              </a:lnSpc>
              <a:spcBef>
                <a:spcPts val="0"/>
              </a:spcBef>
              <a:spcAft>
                <a:spcPts val="600"/>
              </a:spcAft>
              <a:buNone/>
              <a:defRPr sz="900">
                <a:solidFill>
                  <a:schemeClr val="tx1"/>
                </a:solidFill>
              </a:defRPr>
            </a:lvl1pPr>
          </a:lstStyle>
          <a:p>
            <a:pPr lvl="0"/>
            <a:r>
              <a:rPr lang="en-US"/>
              <a:t>text</a:t>
            </a:r>
          </a:p>
        </p:txBody>
      </p:sp>
      <p:sp>
        <p:nvSpPr>
          <p:cNvPr id="16" name="Text Placeholder 19">
            <a:extLst>
              <a:ext uri="{FF2B5EF4-FFF2-40B4-BE49-F238E27FC236}">
                <a16:creationId xmlns:a16="http://schemas.microsoft.com/office/drawing/2014/main" id="{F7D78868-E68F-F570-D452-0A9B519581A4}"/>
              </a:ext>
            </a:extLst>
          </p:cNvPr>
          <p:cNvSpPr>
            <a:spLocks noGrp="1"/>
          </p:cNvSpPr>
          <p:nvPr>
            <p:ph type="body" sz="quarter" idx="22" hasCustomPrompt="1"/>
          </p:nvPr>
        </p:nvSpPr>
        <p:spPr>
          <a:xfrm>
            <a:off x="6255115" y="2010703"/>
            <a:ext cx="2486209" cy="1787525"/>
          </a:xfrm>
          <a:prstGeom prst="rect">
            <a:avLst/>
          </a:prstGeom>
        </p:spPr>
        <p:txBody>
          <a:bodyPr lIns="0" tIns="0" rIns="0" bIns="0">
            <a:noAutofit/>
          </a:bodyPr>
          <a:lstStyle>
            <a:lvl1pPr marL="0" indent="0">
              <a:lnSpc>
                <a:spcPct val="120000"/>
              </a:lnSpc>
              <a:spcBef>
                <a:spcPts val="0"/>
              </a:spcBef>
              <a:spcAft>
                <a:spcPts val="600"/>
              </a:spcAft>
              <a:buNone/>
              <a:defRPr sz="900">
                <a:solidFill>
                  <a:schemeClr val="tx1"/>
                </a:solidFill>
              </a:defRPr>
            </a:lvl1pPr>
          </a:lstStyle>
          <a:p>
            <a:pPr lvl="0"/>
            <a:r>
              <a:rPr lang="en-US"/>
              <a:t>text</a:t>
            </a:r>
          </a:p>
        </p:txBody>
      </p:sp>
    </p:spTree>
    <p:extLst>
      <p:ext uri="{BB962C8B-B14F-4D97-AF65-F5344CB8AC3E}">
        <p14:creationId xmlns:p14="http://schemas.microsoft.com/office/powerpoint/2010/main" val="2344077366"/>
      </p:ext>
    </p:extLst>
  </p:cSld>
  <p:clrMapOvr>
    <a:masterClrMapping/>
  </p:clrMapOvr>
  <p:transition spd="med"/>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1_3 column title, subtitle, text - shape">
    <p:bg>
      <p:bgPr>
        <a:solidFill>
          <a:srgbClr val="FDFAF2"/>
        </a:solidFill>
        <a:effectLst/>
      </p:bgPr>
    </p:bg>
    <p:spTree>
      <p:nvGrpSpPr>
        <p:cNvPr id="1" name=""/>
        <p:cNvGrpSpPr/>
        <p:nvPr/>
      </p:nvGrpSpPr>
      <p:grpSpPr>
        <a:xfrm>
          <a:off x="0" y="0"/>
          <a:ext cx="0" cy="0"/>
          <a:chOff x="0" y="0"/>
          <a:chExt cx="0" cy="0"/>
        </a:xfrm>
      </p:grpSpPr>
      <p:sp>
        <p:nvSpPr>
          <p:cNvPr id="184" name="Slide Number"/>
          <p:cNvSpPr txBox="1">
            <a:spLocks noGrp="1"/>
          </p:cNvSpPr>
          <p:nvPr>
            <p:ph type="sldNum" sz="quarter" idx="2"/>
          </p:nvPr>
        </p:nvSpPr>
        <p:spPr>
          <a:prstGeom prst="rect">
            <a:avLst/>
          </a:prstGeom>
        </p:spPr>
        <p:txBody>
          <a:bodyPr/>
          <a:lstStyle/>
          <a:p>
            <a:fld id="{86CB4B4D-7CA3-9044-876B-883B54F8677D}" type="slidenum">
              <a:t>‹#›</a:t>
            </a:fld>
            <a:endParaRPr/>
          </a:p>
        </p:txBody>
      </p:sp>
      <p:pic>
        <p:nvPicPr>
          <p:cNvPr id="9" name="CGC logo.png" descr="CGC logo.png">
            <a:extLst>
              <a:ext uri="{FF2B5EF4-FFF2-40B4-BE49-F238E27FC236}">
                <a16:creationId xmlns:a16="http://schemas.microsoft.com/office/drawing/2014/main" id="{F5D0896A-85F3-2FA7-58ED-F35C784639C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85750" y="285750"/>
            <a:ext cx="1152525" cy="199894"/>
          </a:xfrm>
          <a:prstGeom prst="rect">
            <a:avLst/>
          </a:prstGeom>
          <a:ln w="12700">
            <a:miter lim="400000"/>
          </a:ln>
        </p:spPr>
      </p:pic>
      <p:sp>
        <p:nvSpPr>
          <p:cNvPr id="10" name="Text Placeholder 14">
            <a:extLst>
              <a:ext uri="{FF2B5EF4-FFF2-40B4-BE49-F238E27FC236}">
                <a16:creationId xmlns:a16="http://schemas.microsoft.com/office/drawing/2014/main" id="{C27AA178-17F0-961D-039E-91F1D0A82817}"/>
              </a:ext>
            </a:extLst>
          </p:cNvPr>
          <p:cNvSpPr>
            <a:spLocks noGrp="1"/>
          </p:cNvSpPr>
          <p:nvPr>
            <p:ph type="body" sz="quarter" idx="11" hasCustomPrompt="1"/>
          </p:nvPr>
        </p:nvSpPr>
        <p:spPr>
          <a:xfrm>
            <a:off x="547999" y="1075402"/>
            <a:ext cx="3326488" cy="342900"/>
          </a:xfrm>
          <a:prstGeom prst="rect">
            <a:avLst/>
          </a:prstGeom>
        </p:spPr>
        <p:txBody>
          <a:bodyPr lIns="0" tIns="0" rIns="0" bIns="0">
            <a:noAutofit/>
          </a:bodyPr>
          <a:lstStyle>
            <a:lvl1pPr marL="0" marR="0" indent="0" algn="l" defTabSz="219075" rtl="0" eaLnBrk="1" fontAlgn="auto" latinLnBrk="0" hangingPunct="1">
              <a:lnSpc>
                <a:spcPct val="100000"/>
              </a:lnSpc>
              <a:spcBef>
                <a:spcPts val="900"/>
              </a:spcBef>
              <a:spcAft>
                <a:spcPts val="0"/>
              </a:spcAft>
              <a:buClr>
                <a:srgbClr val="57BEF0"/>
              </a:buClr>
              <a:buSzPct val="250000"/>
              <a:buFontTx/>
              <a:buNone/>
              <a:tabLst/>
              <a:defRPr sz="1850">
                <a:solidFill>
                  <a:schemeClr val="tx1"/>
                </a:solidFill>
                <a:latin typeface="+mj-lt"/>
              </a:defRPr>
            </a:lvl1pPr>
          </a:lstStyle>
          <a:p>
            <a:pPr marL="0" marR="0" lvl="0" indent="0" algn="l" defTabSz="219075" rtl="0" eaLnBrk="1" fontAlgn="auto" latinLnBrk="0" hangingPunct="1">
              <a:lnSpc>
                <a:spcPct val="100000"/>
              </a:lnSpc>
              <a:spcBef>
                <a:spcPts val="900"/>
              </a:spcBef>
              <a:spcAft>
                <a:spcPts val="0"/>
              </a:spcAft>
              <a:buClr>
                <a:srgbClr val="57BEF0"/>
              </a:buClr>
              <a:buSzPct val="250000"/>
              <a:buFontTx/>
              <a:buNone/>
              <a:tabLst/>
              <a:defRPr/>
            </a:pPr>
            <a:r>
              <a:rPr lang="en-US"/>
              <a:t>TITLE</a:t>
            </a:r>
          </a:p>
        </p:txBody>
      </p:sp>
      <p:sp>
        <p:nvSpPr>
          <p:cNvPr id="18" name="Text Placeholder 17">
            <a:extLst>
              <a:ext uri="{FF2B5EF4-FFF2-40B4-BE49-F238E27FC236}">
                <a16:creationId xmlns:a16="http://schemas.microsoft.com/office/drawing/2014/main" id="{5318441B-8F84-93BA-F574-CAEC7A168CC9}"/>
              </a:ext>
            </a:extLst>
          </p:cNvPr>
          <p:cNvSpPr>
            <a:spLocks noGrp="1"/>
          </p:cNvSpPr>
          <p:nvPr>
            <p:ph type="body" sz="quarter" idx="16" hasCustomPrompt="1"/>
          </p:nvPr>
        </p:nvSpPr>
        <p:spPr>
          <a:xfrm>
            <a:off x="547998" y="1769935"/>
            <a:ext cx="2486209" cy="238125"/>
          </a:xfrm>
          <a:prstGeom prst="rect">
            <a:avLst/>
          </a:prstGeom>
        </p:spPr>
        <p:txBody>
          <a:bodyPr lIns="0" tIns="0" rIns="0" bIns="0">
            <a:noAutofit/>
          </a:bodyPr>
          <a:lstStyle>
            <a:lvl1pPr marL="0" indent="0">
              <a:buNone/>
              <a:defRPr sz="1100">
                <a:solidFill>
                  <a:schemeClr val="tx1"/>
                </a:solidFill>
                <a:latin typeface="+mj-lt"/>
              </a:defRPr>
            </a:lvl1pPr>
          </a:lstStyle>
          <a:p>
            <a:pPr lvl="0"/>
            <a:r>
              <a:rPr lang="en-US"/>
              <a:t>TITLE </a:t>
            </a:r>
          </a:p>
        </p:txBody>
      </p:sp>
      <p:sp>
        <p:nvSpPr>
          <p:cNvPr id="21" name="Text Placeholder 17">
            <a:extLst>
              <a:ext uri="{FF2B5EF4-FFF2-40B4-BE49-F238E27FC236}">
                <a16:creationId xmlns:a16="http://schemas.microsoft.com/office/drawing/2014/main" id="{AC7682A7-69D4-3946-48D8-D9E74DB3D18F}"/>
              </a:ext>
            </a:extLst>
          </p:cNvPr>
          <p:cNvSpPr>
            <a:spLocks noGrp="1"/>
          </p:cNvSpPr>
          <p:nvPr>
            <p:ph type="body" sz="quarter" idx="18" hasCustomPrompt="1"/>
          </p:nvPr>
        </p:nvSpPr>
        <p:spPr>
          <a:xfrm>
            <a:off x="3402958" y="1769935"/>
            <a:ext cx="2486209" cy="238125"/>
          </a:xfrm>
          <a:prstGeom prst="rect">
            <a:avLst/>
          </a:prstGeom>
        </p:spPr>
        <p:txBody>
          <a:bodyPr lIns="0" tIns="0" rIns="0" bIns="0">
            <a:noAutofit/>
          </a:bodyPr>
          <a:lstStyle>
            <a:lvl1pPr marL="0" indent="0">
              <a:buNone/>
              <a:defRPr sz="1100">
                <a:solidFill>
                  <a:schemeClr val="tx1"/>
                </a:solidFill>
                <a:latin typeface="+mj-lt"/>
              </a:defRPr>
            </a:lvl1pPr>
          </a:lstStyle>
          <a:p>
            <a:pPr lvl="0"/>
            <a:r>
              <a:rPr lang="en-US"/>
              <a:t>TITLE </a:t>
            </a:r>
          </a:p>
        </p:txBody>
      </p:sp>
      <p:sp>
        <p:nvSpPr>
          <p:cNvPr id="24" name="Text Placeholder 17">
            <a:extLst>
              <a:ext uri="{FF2B5EF4-FFF2-40B4-BE49-F238E27FC236}">
                <a16:creationId xmlns:a16="http://schemas.microsoft.com/office/drawing/2014/main" id="{CE0DC798-6C6D-18D8-2531-E99CB19E7F25}"/>
              </a:ext>
            </a:extLst>
          </p:cNvPr>
          <p:cNvSpPr>
            <a:spLocks noGrp="1"/>
          </p:cNvSpPr>
          <p:nvPr>
            <p:ph type="body" sz="quarter" idx="20" hasCustomPrompt="1"/>
          </p:nvPr>
        </p:nvSpPr>
        <p:spPr>
          <a:xfrm>
            <a:off x="6257918" y="1769934"/>
            <a:ext cx="2486209" cy="238125"/>
          </a:xfrm>
          <a:prstGeom prst="rect">
            <a:avLst/>
          </a:prstGeom>
        </p:spPr>
        <p:txBody>
          <a:bodyPr lIns="0" tIns="0" rIns="0" bIns="0">
            <a:noAutofit/>
          </a:bodyPr>
          <a:lstStyle>
            <a:lvl1pPr marL="0" indent="0">
              <a:buNone/>
              <a:defRPr sz="1100">
                <a:solidFill>
                  <a:schemeClr val="tx1"/>
                </a:solidFill>
                <a:latin typeface="+mj-lt"/>
              </a:defRPr>
            </a:lvl1pPr>
          </a:lstStyle>
          <a:p>
            <a:pPr lvl="0"/>
            <a:r>
              <a:rPr lang="en-US"/>
              <a:t>TITLE </a:t>
            </a:r>
          </a:p>
        </p:txBody>
      </p:sp>
      <p:sp>
        <p:nvSpPr>
          <p:cNvPr id="14" name="Text Placeholder 19">
            <a:extLst>
              <a:ext uri="{FF2B5EF4-FFF2-40B4-BE49-F238E27FC236}">
                <a16:creationId xmlns:a16="http://schemas.microsoft.com/office/drawing/2014/main" id="{40AC698F-4339-B95D-EF90-0BC4756572BA}"/>
              </a:ext>
            </a:extLst>
          </p:cNvPr>
          <p:cNvSpPr>
            <a:spLocks noGrp="1"/>
          </p:cNvSpPr>
          <p:nvPr>
            <p:ph type="body" sz="quarter" idx="13" hasCustomPrompt="1"/>
          </p:nvPr>
        </p:nvSpPr>
        <p:spPr>
          <a:xfrm>
            <a:off x="547997" y="2010703"/>
            <a:ext cx="2486209" cy="1787525"/>
          </a:xfrm>
          <a:prstGeom prst="rect">
            <a:avLst/>
          </a:prstGeom>
        </p:spPr>
        <p:txBody>
          <a:bodyPr lIns="0" tIns="0" rIns="0" bIns="0">
            <a:noAutofit/>
          </a:bodyPr>
          <a:lstStyle>
            <a:lvl1pPr marL="0" indent="0">
              <a:lnSpc>
                <a:spcPct val="120000"/>
              </a:lnSpc>
              <a:spcBef>
                <a:spcPts val="0"/>
              </a:spcBef>
              <a:spcAft>
                <a:spcPts val="600"/>
              </a:spcAft>
              <a:buNone/>
              <a:defRPr sz="900">
                <a:solidFill>
                  <a:schemeClr val="tx1"/>
                </a:solidFill>
              </a:defRPr>
            </a:lvl1pPr>
          </a:lstStyle>
          <a:p>
            <a:pPr lvl="0"/>
            <a:r>
              <a:rPr lang="en-US"/>
              <a:t>text</a:t>
            </a:r>
          </a:p>
        </p:txBody>
      </p:sp>
      <p:sp>
        <p:nvSpPr>
          <p:cNvPr id="15" name="Text Placeholder 19">
            <a:extLst>
              <a:ext uri="{FF2B5EF4-FFF2-40B4-BE49-F238E27FC236}">
                <a16:creationId xmlns:a16="http://schemas.microsoft.com/office/drawing/2014/main" id="{19747F4A-05B5-D2B2-81BF-0F91A3786FD7}"/>
              </a:ext>
            </a:extLst>
          </p:cNvPr>
          <p:cNvSpPr>
            <a:spLocks noGrp="1"/>
          </p:cNvSpPr>
          <p:nvPr>
            <p:ph type="body" sz="quarter" idx="21" hasCustomPrompt="1"/>
          </p:nvPr>
        </p:nvSpPr>
        <p:spPr>
          <a:xfrm>
            <a:off x="3401556" y="2010703"/>
            <a:ext cx="2486209" cy="1787525"/>
          </a:xfrm>
          <a:prstGeom prst="rect">
            <a:avLst/>
          </a:prstGeom>
        </p:spPr>
        <p:txBody>
          <a:bodyPr lIns="0" tIns="0" rIns="0" bIns="0">
            <a:noAutofit/>
          </a:bodyPr>
          <a:lstStyle>
            <a:lvl1pPr marL="0" indent="0">
              <a:lnSpc>
                <a:spcPct val="120000"/>
              </a:lnSpc>
              <a:spcBef>
                <a:spcPts val="0"/>
              </a:spcBef>
              <a:spcAft>
                <a:spcPts val="600"/>
              </a:spcAft>
              <a:buNone/>
              <a:defRPr sz="900">
                <a:solidFill>
                  <a:schemeClr val="tx1"/>
                </a:solidFill>
              </a:defRPr>
            </a:lvl1pPr>
          </a:lstStyle>
          <a:p>
            <a:pPr lvl="0"/>
            <a:r>
              <a:rPr lang="en-US"/>
              <a:t>text</a:t>
            </a:r>
          </a:p>
        </p:txBody>
      </p:sp>
      <p:sp>
        <p:nvSpPr>
          <p:cNvPr id="16" name="Text Placeholder 19">
            <a:extLst>
              <a:ext uri="{FF2B5EF4-FFF2-40B4-BE49-F238E27FC236}">
                <a16:creationId xmlns:a16="http://schemas.microsoft.com/office/drawing/2014/main" id="{F7D78868-E68F-F570-D452-0A9B519581A4}"/>
              </a:ext>
            </a:extLst>
          </p:cNvPr>
          <p:cNvSpPr>
            <a:spLocks noGrp="1"/>
          </p:cNvSpPr>
          <p:nvPr>
            <p:ph type="body" sz="quarter" idx="22" hasCustomPrompt="1"/>
          </p:nvPr>
        </p:nvSpPr>
        <p:spPr>
          <a:xfrm>
            <a:off x="6255115" y="2010703"/>
            <a:ext cx="2486209" cy="1787525"/>
          </a:xfrm>
          <a:prstGeom prst="rect">
            <a:avLst/>
          </a:prstGeom>
        </p:spPr>
        <p:txBody>
          <a:bodyPr lIns="0" tIns="0" rIns="0" bIns="0">
            <a:noAutofit/>
          </a:bodyPr>
          <a:lstStyle>
            <a:lvl1pPr marL="0" indent="0">
              <a:lnSpc>
                <a:spcPct val="120000"/>
              </a:lnSpc>
              <a:spcBef>
                <a:spcPts val="0"/>
              </a:spcBef>
              <a:spcAft>
                <a:spcPts val="600"/>
              </a:spcAft>
              <a:buNone/>
              <a:defRPr sz="900">
                <a:solidFill>
                  <a:schemeClr val="tx1"/>
                </a:solidFill>
              </a:defRPr>
            </a:lvl1pPr>
          </a:lstStyle>
          <a:p>
            <a:pPr lvl="0"/>
            <a:r>
              <a:rPr lang="en-US"/>
              <a:t>text</a:t>
            </a:r>
          </a:p>
        </p:txBody>
      </p:sp>
    </p:spTree>
    <p:extLst>
      <p:ext uri="{BB962C8B-B14F-4D97-AF65-F5344CB8AC3E}">
        <p14:creationId xmlns:p14="http://schemas.microsoft.com/office/powerpoint/2010/main" val="3462090182"/>
      </p:ext>
    </p:extLst>
  </p:cSld>
  <p:clrMapOvr>
    <a:masterClrMapping/>
  </p:clrMapOvr>
  <p:transition spd="med"/>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3 column title, subtitle, text - long">
    <p:bg>
      <p:bgPr>
        <a:solidFill>
          <a:srgbClr val="FDFAF2"/>
        </a:solidFill>
        <a:effectLst/>
      </p:bgPr>
    </p:bg>
    <p:spTree>
      <p:nvGrpSpPr>
        <p:cNvPr id="1" name=""/>
        <p:cNvGrpSpPr/>
        <p:nvPr/>
      </p:nvGrpSpPr>
      <p:grpSpPr>
        <a:xfrm>
          <a:off x="0" y="0"/>
          <a:ext cx="0" cy="0"/>
          <a:chOff x="0" y="0"/>
          <a:chExt cx="0" cy="0"/>
        </a:xfrm>
      </p:grpSpPr>
      <p:sp>
        <p:nvSpPr>
          <p:cNvPr id="184" name="Slide Number"/>
          <p:cNvSpPr txBox="1">
            <a:spLocks noGrp="1"/>
          </p:cNvSpPr>
          <p:nvPr>
            <p:ph type="sldNum" sz="quarter" idx="2"/>
          </p:nvPr>
        </p:nvSpPr>
        <p:spPr>
          <a:prstGeom prst="rect">
            <a:avLst/>
          </a:prstGeom>
        </p:spPr>
        <p:txBody>
          <a:bodyPr/>
          <a:lstStyle>
            <a:lvl1pPr>
              <a:defRPr>
                <a:solidFill>
                  <a:schemeClr val="tx1"/>
                </a:solidFill>
              </a:defRPr>
            </a:lvl1pPr>
          </a:lstStyle>
          <a:p>
            <a:fld id="{86CB4B4D-7CA3-9044-876B-883B54F8677D}" type="slidenum">
              <a:rPr lang="en-GB" smtClean="0"/>
              <a:pPr/>
              <a:t>‹#›</a:t>
            </a:fld>
            <a:endParaRPr lang="en-GB"/>
          </a:p>
        </p:txBody>
      </p:sp>
      <p:pic>
        <p:nvPicPr>
          <p:cNvPr id="9" name="CGC logo.png" descr="CGC logo.png">
            <a:extLst>
              <a:ext uri="{FF2B5EF4-FFF2-40B4-BE49-F238E27FC236}">
                <a16:creationId xmlns:a16="http://schemas.microsoft.com/office/drawing/2014/main" id="{F5D0896A-85F3-2FA7-58ED-F35C784639C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85750" y="285750"/>
            <a:ext cx="1152525" cy="199894"/>
          </a:xfrm>
          <a:prstGeom prst="rect">
            <a:avLst/>
          </a:prstGeom>
          <a:ln w="12700">
            <a:miter lim="400000"/>
          </a:ln>
        </p:spPr>
      </p:pic>
      <p:sp>
        <p:nvSpPr>
          <p:cNvPr id="10" name="Text Placeholder 14">
            <a:extLst>
              <a:ext uri="{FF2B5EF4-FFF2-40B4-BE49-F238E27FC236}">
                <a16:creationId xmlns:a16="http://schemas.microsoft.com/office/drawing/2014/main" id="{C27AA178-17F0-961D-039E-91F1D0A82817}"/>
              </a:ext>
            </a:extLst>
          </p:cNvPr>
          <p:cNvSpPr>
            <a:spLocks noGrp="1"/>
          </p:cNvSpPr>
          <p:nvPr>
            <p:ph type="body" sz="quarter" idx="11" hasCustomPrompt="1"/>
          </p:nvPr>
        </p:nvSpPr>
        <p:spPr>
          <a:xfrm>
            <a:off x="662122" y="868871"/>
            <a:ext cx="3326488" cy="342900"/>
          </a:xfrm>
          <a:prstGeom prst="rect">
            <a:avLst/>
          </a:prstGeom>
        </p:spPr>
        <p:txBody>
          <a:bodyPr lIns="0" tIns="0" rIns="0" bIns="0">
            <a:noAutofit/>
          </a:bodyPr>
          <a:lstStyle>
            <a:lvl1pPr marL="0" marR="0" indent="0" algn="l" defTabSz="219075" rtl="0" eaLnBrk="1" fontAlgn="auto" latinLnBrk="0" hangingPunct="1">
              <a:lnSpc>
                <a:spcPct val="100000"/>
              </a:lnSpc>
              <a:spcBef>
                <a:spcPts val="900"/>
              </a:spcBef>
              <a:spcAft>
                <a:spcPts val="0"/>
              </a:spcAft>
              <a:buClr>
                <a:srgbClr val="57BEF0"/>
              </a:buClr>
              <a:buSzPct val="250000"/>
              <a:buFontTx/>
              <a:buNone/>
              <a:tabLst/>
              <a:defRPr sz="1850">
                <a:solidFill>
                  <a:schemeClr val="tx1"/>
                </a:solidFill>
                <a:latin typeface="+mj-lt"/>
              </a:defRPr>
            </a:lvl1pPr>
          </a:lstStyle>
          <a:p>
            <a:pPr marL="0" marR="0" lvl="0" indent="0" algn="l" defTabSz="219075" rtl="0" eaLnBrk="1" fontAlgn="auto" latinLnBrk="0" hangingPunct="1">
              <a:lnSpc>
                <a:spcPct val="100000"/>
              </a:lnSpc>
              <a:spcBef>
                <a:spcPts val="900"/>
              </a:spcBef>
              <a:spcAft>
                <a:spcPts val="0"/>
              </a:spcAft>
              <a:buClr>
                <a:srgbClr val="57BEF0"/>
              </a:buClr>
              <a:buSzPct val="250000"/>
              <a:buFontTx/>
              <a:buNone/>
              <a:tabLst/>
              <a:defRPr/>
            </a:pPr>
            <a:r>
              <a:rPr lang="en-US"/>
              <a:t>TITLE</a:t>
            </a:r>
          </a:p>
        </p:txBody>
      </p:sp>
      <p:sp>
        <p:nvSpPr>
          <p:cNvPr id="18" name="Text Placeholder 17">
            <a:extLst>
              <a:ext uri="{FF2B5EF4-FFF2-40B4-BE49-F238E27FC236}">
                <a16:creationId xmlns:a16="http://schemas.microsoft.com/office/drawing/2014/main" id="{5318441B-8F84-93BA-F574-CAEC7A168CC9}"/>
              </a:ext>
            </a:extLst>
          </p:cNvPr>
          <p:cNvSpPr>
            <a:spLocks noGrp="1"/>
          </p:cNvSpPr>
          <p:nvPr>
            <p:ph type="body" sz="quarter" idx="16" hasCustomPrompt="1"/>
          </p:nvPr>
        </p:nvSpPr>
        <p:spPr>
          <a:xfrm>
            <a:off x="662121" y="1574690"/>
            <a:ext cx="2486209" cy="238125"/>
          </a:xfrm>
          <a:prstGeom prst="rect">
            <a:avLst/>
          </a:prstGeom>
        </p:spPr>
        <p:txBody>
          <a:bodyPr lIns="0" tIns="0" rIns="0" bIns="0">
            <a:noAutofit/>
          </a:bodyPr>
          <a:lstStyle>
            <a:lvl1pPr marL="0" indent="0">
              <a:buNone/>
              <a:defRPr sz="1100">
                <a:solidFill>
                  <a:schemeClr val="tx1"/>
                </a:solidFill>
                <a:latin typeface="+mj-lt"/>
              </a:defRPr>
            </a:lvl1pPr>
          </a:lstStyle>
          <a:p>
            <a:pPr lvl="0"/>
            <a:r>
              <a:rPr lang="en-US"/>
              <a:t>TITLE </a:t>
            </a:r>
          </a:p>
        </p:txBody>
      </p:sp>
      <p:sp>
        <p:nvSpPr>
          <p:cNvPr id="21" name="Text Placeholder 17">
            <a:extLst>
              <a:ext uri="{FF2B5EF4-FFF2-40B4-BE49-F238E27FC236}">
                <a16:creationId xmlns:a16="http://schemas.microsoft.com/office/drawing/2014/main" id="{AC7682A7-69D4-3946-48D8-D9E74DB3D18F}"/>
              </a:ext>
            </a:extLst>
          </p:cNvPr>
          <p:cNvSpPr>
            <a:spLocks noGrp="1"/>
          </p:cNvSpPr>
          <p:nvPr>
            <p:ph type="body" sz="quarter" idx="18" hasCustomPrompt="1"/>
          </p:nvPr>
        </p:nvSpPr>
        <p:spPr>
          <a:xfrm>
            <a:off x="3517081" y="1574690"/>
            <a:ext cx="2486209" cy="238125"/>
          </a:xfrm>
          <a:prstGeom prst="rect">
            <a:avLst/>
          </a:prstGeom>
        </p:spPr>
        <p:txBody>
          <a:bodyPr lIns="0" tIns="0" rIns="0" bIns="0">
            <a:noAutofit/>
          </a:bodyPr>
          <a:lstStyle>
            <a:lvl1pPr marL="0" indent="0">
              <a:buNone/>
              <a:defRPr sz="1100">
                <a:solidFill>
                  <a:schemeClr val="tx1"/>
                </a:solidFill>
                <a:latin typeface="+mj-lt"/>
              </a:defRPr>
            </a:lvl1pPr>
          </a:lstStyle>
          <a:p>
            <a:pPr lvl="0"/>
            <a:r>
              <a:rPr lang="en-US"/>
              <a:t>TITLE </a:t>
            </a:r>
          </a:p>
        </p:txBody>
      </p:sp>
      <p:sp>
        <p:nvSpPr>
          <p:cNvPr id="24" name="Text Placeholder 17">
            <a:extLst>
              <a:ext uri="{FF2B5EF4-FFF2-40B4-BE49-F238E27FC236}">
                <a16:creationId xmlns:a16="http://schemas.microsoft.com/office/drawing/2014/main" id="{CE0DC798-6C6D-18D8-2531-E99CB19E7F25}"/>
              </a:ext>
            </a:extLst>
          </p:cNvPr>
          <p:cNvSpPr>
            <a:spLocks noGrp="1"/>
          </p:cNvSpPr>
          <p:nvPr>
            <p:ph type="body" sz="quarter" idx="20" hasCustomPrompt="1"/>
          </p:nvPr>
        </p:nvSpPr>
        <p:spPr>
          <a:xfrm>
            <a:off x="6372041" y="1574689"/>
            <a:ext cx="2486209" cy="238125"/>
          </a:xfrm>
          <a:prstGeom prst="rect">
            <a:avLst/>
          </a:prstGeom>
        </p:spPr>
        <p:txBody>
          <a:bodyPr lIns="0" tIns="0" rIns="0" bIns="0">
            <a:noAutofit/>
          </a:bodyPr>
          <a:lstStyle>
            <a:lvl1pPr marL="0" indent="0">
              <a:buNone/>
              <a:defRPr sz="1100">
                <a:solidFill>
                  <a:schemeClr val="tx1"/>
                </a:solidFill>
                <a:latin typeface="+mj-lt"/>
              </a:defRPr>
            </a:lvl1pPr>
          </a:lstStyle>
          <a:p>
            <a:pPr lvl="0"/>
            <a:r>
              <a:rPr lang="en-US"/>
              <a:t>TITLE </a:t>
            </a:r>
          </a:p>
        </p:txBody>
      </p:sp>
      <p:sp>
        <p:nvSpPr>
          <p:cNvPr id="14" name="Text Placeholder 19">
            <a:extLst>
              <a:ext uri="{FF2B5EF4-FFF2-40B4-BE49-F238E27FC236}">
                <a16:creationId xmlns:a16="http://schemas.microsoft.com/office/drawing/2014/main" id="{40AC698F-4339-B95D-EF90-0BC4756572BA}"/>
              </a:ext>
            </a:extLst>
          </p:cNvPr>
          <p:cNvSpPr>
            <a:spLocks noGrp="1"/>
          </p:cNvSpPr>
          <p:nvPr>
            <p:ph type="body" sz="quarter" idx="13" hasCustomPrompt="1"/>
          </p:nvPr>
        </p:nvSpPr>
        <p:spPr>
          <a:xfrm>
            <a:off x="662120" y="1843078"/>
            <a:ext cx="2486209" cy="2752567"/>
          </a:xfrm>
          <a:prstGeom prst="rect">
            <a:avLst/>
          </a:prstGeom>
        </p:spPr>
        <p:txBody>
          <a:bodyPr lIns="0" tIns="0" rIns="0" bIns="0">
            <a:noAutofit/>
          </a:bodyPr>
          <a:lstStyle>
            <a:lvl1pPr marL="0" indent="0">
              <a:lnSpc>
                <a:spcPct val="120000"/>
              </a:lnSpc>
              <a:spcBef>
                <a:spcPts val="0"/>
              </a:spcBef>
              <a:spcAft>
                <a:spcPts val="600"/>
              </a:spcAft>
              <a:buNone/>
              <a:defRPr sz="900">
                <a:solidFill>
                  <a:schemeClr val="tx1"/>
                </a:solidFill>
              </a:defRPr>
            </a:lvl1pPr>
          </a:lstStyle>
          <a:p>
            <a:pPr lvl="0"/>
            <a:r>
              <a:rPr lang="en-US"/>
              <a:t>text</a:t>
            </a:r>
          </a:p>
        </p:txBody>
      </p:sp>
      <p:sp>
        <p:nvSpPr>
          <p:cNvPr id="15" name="Text Placeholder 19">
            <a:extLst>
              <a:ext uri="{FF2B5EF4-FFF2-40B4-BE49-F238E27FC236}">
                <a16:creationId xmlns:a16="http://schemas.microsoft.com/office/drawing/2014/main" id="{19747F4A-05B5-D2B2-81BF-0F91A3786FD7}"/>
              </a:ext>
            </a:extLst>
          </p:cNvPr>
          <p:cNvSpPr>
            <a:spLocks noGrp="1"/>
          </p:cNvSpPr>
          <p:nvPr>
            <p:ph type="body" sz="quarter" idx="21" hasCustomPrompt="1"/>
          </p:nvPr>
        </p:nvSpPr>
        <p:spPr>
          <a:xfrm>
            <a:off x="3515679" y="1843078"/>
            <a:ext cx="2486209" cy="2752567"/>
          </a:xfrm>
          <a:prstGeom prst="rect">
            <a:avLst/>
          </a:prstGeom>
        </p:spPr>
        <p:txBody>
          <a:bodyPr lIns="0" tIns="0" rIns="0" bIns="0">
            <a:noAutofit/>
          </a:bodyPr>
          <a:lstStyle>
            <a:lvl1pPr marL="0" indent="0">
              <a:lnSpc>
                <a:spcPct val="120000"/>
              </a:lnSpc>
              <a:spcBef>
                <a:spcPts val="0"/>
              </a:spcBef>
              <a:spcAft>
                <a:spcPts val="600"/>
              </a:spcAft>
              <a:buNone/>
              <a:defRPr sz="900">
                <a:solidFill>
                  <a:schemeClr val="tx1"/>
                </a:solidFill>
              </a:defRPr>
            </a:lvl1pPr>
          </a:lstStyle>
          <a:p>
            <a:pPr lvl="0"/>
            <a:r>
              <a:rPr lang="en-US"/>
              <a:t>text</a:t>
            </a:r>
          </a:p>
        </p:txBody>
      </p:sp>
      <p:sp>
        <p:nvSpPr>
          <p:cNvPr id="16" name="Text Placeholder 19">
            <a:extLst>
              <a:ext uri="{FF2B5EF4-FFF2-40B4-BE49-F238E27FC236}">
                <a16:creationId xmlns:a16="http://schemas.microsoft.com/office/drawing/2014/main" id="{F7D78868-E68F-F570-D452-0A9B519581A4}"/>
              </a:ext>
            </a:extLst>
          </p:cNvPr>
          <p:cNvSpPr>
            <a:spLocks noGrp="1"/>
          </p:cNvSpPr>
          <p:nvPr>
            <p:ph type="body" sz="quarter" idx="22" hasCustomPrompt="1"/>
          </p:nvPr>
        </p:nvSpPr>
        <p:spPr>
          <a:xfrm>
            <a:off x="6369238" y="1843078"/>
            <a:ext cx="2486209" cy="2752567"/>
          </a:xfrm>
          <a:prstGeom prst="rect">
            <a:avLst/>
          </a:prstGeom>
        </p:spPr>
        <p:txBody>
          <a:bodyPr lIns="0" tIns="0" rIns="0" bIns="0">
            <a:noAutofit/>
          </a:bodyPr>
          <a:lstStyle>
            <a:lvl1pPr marL="0" indent="0">
              <a:lnSpc>
                <a:spcPct val="120000"/>
              </a:lnSpc>
              <a:spcBef>
                <a:spcPts val="0"/>
              </a:spcBef>
              <a:spcAft>
                <a:spcPts val="600"/>
              </a:spcAft>
              <a:buNone/>
              <a:defRPr sz="900">
                <a:solidFill>
                  <a:schemeClr val="tx1"/>
                </a:solidFill>
              </a:defRPr>
            </a:lvl1pPr>
          </a:lstStyle>
          <a:p>
            <a:pPr lvl="0"/>
            <a:r>
              <a:rPr lang="en-US"/>
              <a:t>text</a:t>
            </a:r>
          </a:p>
        </p:txBody>
      </p:sp>
    </p:spTree>
    <p:extLst>
      <p:ext uri="{BB962C8B-B14F-4D97-AF65-F5344CB8AC3E}">
        <p14:creationId xmlns:p14="http://schemas.microsoft.com/office/powerpoint/2010/main" val="3135597783"/>
      </p:ext>
    </p:extLst>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2 column title, subtitle, text">
    <p:bg>
      <p:bgPr>
        <a:solidFill>
          <a:srgbClr val="FDFAF2"/>
        </a:solidFill>
        <a:effectLst/>
      </p:bgPr>
    </p:bg>
    <p:spTree>
      <p:nvGrpSpPr>
        <p:cNvPr id="1" name=""/>
        <p:cNvGrpSpPr/>
        <p:nvPr/>
      </p:nvGrpSpPr>
      <p:grpSpPr>
        <a:xfrm>
          <a:off x="0" y="0"/>
          <a:ext cx="0" cy="0"/>
          <a:chOff x="0" y="0"/>
          <a:chExt cx="0" cy="0"/>
        </a:xfrm>
      </p:grpSpPr>
      <p:sp>
        <p:nvSpPr>
          <p:cNvPr id="184" name="Slide Number"/>
          <p:cNvSpPr txBox="1">
            <a:spLocks noGrp="1"/>
          </p:cNvSpPr>
          <p:nvPr>
            <p:ph type="sldNum" sz="quarter" idx="2"/>
          </p:nvPr>
        </p:nvSpPr>
        <p:spPr>
          <a:prstGeom prst="rect">
            <a:avLst/>
          </a:prstGeom>
        </p:spPr>
        <p:txBody>
          <a:bodyPr/>
          <a:lstStyle>
            <a:lvl1pPr>
              <a:defRPr>
                <a:solidFill>
                  <a:schemeClr val="tx1"/>
                </a:solidFill>
              </a:defRPr>
            </a:lvl1pPr>
          </a:lstStyle>
          <a:p>
            <a:fld id="{86CB4B4D-7CA3-9044-876B-883B54F8677D}" type="slidenum">
              <a:rPr lang="en-GB" smtClean="0"/>
              <a:pPr/>
              <a:t>‹#›</a:t>
            </a:fld>
            <a:endParaRPr lang="en-GB"/>
          </a:p>
        </p:txBody>
      </p:sp>
      <p:pic>
        <p:nvPicPr>
          <p:cNvPr id="9" name="CGC logo.png" descr="CGC logo.png">
            <a:extLst>
              <a:ext uri="{FF2B5EF4-FFF2-40B4-BE49-F238E27FC236}">
                <a16:creationId xmlns:a16="http://schemas.microsoft.com/office/drawing/2014/main" id="{F5D0896A-85F3-2FA7-58ED-F35C784639C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85750" y="285750"/>
            <a:ext cx="1152525" cy="199894"/>
          </a:xfrm>
          <a:prstGeom prst="rect">
            <a:avLst/>
          </a:prstGeom>
          <a:ln w="12700">
            <a:miter lim="400000"/>
          </a:ln>
        </p:spPr>
      </p:pic>
      <p:sp>
        <p:nvSpPr>
          <p:cNvPr id="10" name="Text Placeholder 14">
            <a:extLst>
              <a:ext uri="{FF2B5EF4-FFF2-40B4-BE49-F238E27FC236}">
                <a16:creationId xmlns:a16="http://schemas.microsoft.com/office/drawing/2014/main" id="{C27AA178-17F0-961D-039E-91F1D0A82817}"/>
              </a:ext>
            </a:extLst>
          </p:cNvPr>
          <p:cNvSpPr>
            <a:spLocks noGrp="1"/>
          </p:cNvSpPr>
          <p:nvPr>
            <p:ph type="body" sz="quarter" idx="11" hasCustomPrompt="1"/>
          </p:nvPr>
        </p:nvSpPr>
        <p:spPr>
          <a:xfrm>
            <a:off x="644252" y="868871"/>
            <a:ext cx="3326488" cy="342900"/>
          </a:xfrm>
          <a:prstGeom prst="rect">
            <a:avLst/>
          </a:prstGeom>
        </p:spPr>
        <p:txBody>
          <a:bodyPr lIns="0" tIns="0" rIns="0" bIns="0">
            <a:noAutofit/>
          </a:bodyPr>
          <a:lstStyle>
            <a:lvl1pPr marL="0" marR="0" indent="0" algn="l" defTabSz="219075" rtl="0" eaLnBrk="1" fontAlgn="auto" latinLnBrk="0" hangingPunct="1">
              <a:lnSpc>
                <a:spcPct val="100000"/>
              </a:lnSpc>
              <a:spcBef>
                <a:spcPts val="900"/>
              </a:spcBef>
              <a:spcAft>
                <a:spcPts val="0"/>
              </a:spcAft>
              <a:buClr>
                <a:srgbClr val="57BEF0"/>
              </a:buClr>
              <a:buSzPct val="250000"/>
              <a:buFontTx/>
              <a:buNone/>
              <a:tabLst/>
              <a:defRPr sz="1850">
                <a:solidFill>
                  <a:schemeClr val="tx1"/>
                </a:solidFill>
                <a:latin typeface="+mj-lt"/>
              </a:defRPr>
            </a:lvl1pPr>
          </a:lstStyle>
          <a:p>
            <a:pPr marL="0" marR="0" lvl="0" indent="0" algn="l" defTabSz="219075" rtl="0" eaLnBrk="1" fontAlgn="auto" latinLnBrk="0" hangingPunct="1">
              <a:lnSpc>
                <a:spcPct val="100000"/>
              </a:lnSpc>
              <a:spcBef>
                <a:spcPts val="900"/>
              </a:spcBef>
              <a:spcAft>
                <a:spcPts val="0"/>
              </a:spcAft>
              <a:buClr>
                <a:srgbClr val="57BEF0"/>
              </a:buClr>
              <a:buSzPct val="250000"/>
              <a:buFontTx/>
              <a:buNone/>
              <a:tabLst/>
              <a:defRPr/>
            </a:pPr>
            <a:r>
              <a:rPr lang="en-US"/>
              <a:t>TITLE</a:t>
            </a:r>
          </a:p>
        </p:txBody>
      </p:sp>
      <p:sp>
        <p:nvSpPr>
          <p:cNvPr id="18" name="Text Placeholder 17">
            <a:extLst>
              <a:ext uri="{FF2B5EF4-FFF2-40B4-BE49-F238E27FC236}">
                <a16:creationId xmlns:a16="http://schemas.microsoft.com/office/drawing/2014/main" id="{5318441B-8F84-93BA-F574-CAEC7A168CC9}"/>
              </a:ext>
            </a:extLst>
          </p:cNvPr>
          <p:cNvSpPr>
            <a:spLocks noGrp="1"/>
          </p:cNvSpPr>
          <p:nvPr>
            <p:ph type="body" sz="quarter" idx="16" hasCustomPrompt="1"/>
          </p:nvPr>
        </p:nvSpPr>
        <p:spPr>
          <a:xfrm>
            <a:off x="644251" y="1382468"/>
            <a:ext cx="3629865" cy="238125"/>
          </a:xfrm>
          <a:prstGeom prst="rect">
            <a:avLst/>
          </a:prstGeom>
        </p:spPr>
        <p:txBody>
          <a:bodyPr lIns="0" tIns="0" rIns="0" bIns="0">
            <a:noAutofit/>
          </a:bodyPr>
          <a:lstStyle>
            <a:lvl1pPr marL="0" indent="0">
              <a:buNone/>
              <a:defRPr sz="1100">
                <a:solidFill>
                  <a:schemeClr val="tx1"/>
                </a:solidFill>
                <a:latin typeface="+mj-lt"/>
              </a:defRPr>
            </a:lvl1pPr>
          </a:lstStyle>
          <a:p>
            <a:pPr lvl="0"/>
            <a:r>
              <a:rPr lang="en-US"/>
              <a:t>TITLE </a:t>
            </a:r>
          </a:p>
        </p:txBody>
      </p:sp>
      <p:sp>
        <p:nvSpPr>
          <p:cNvPr id="14" name="Text Placeholder 19">
            <a:extLst>
              <a:ext uri="{FF2B5EF4-FFF2-40B4-BE49-F238E27FC236}">
                <a16:creationId xmlns:a16="http://schemas.microsoft.com/office/drawing/2014/main" id="{40AC698F-4339-B95D-EF90-0BC4756572BA}"/>
              </a:ext>
            </a:extLst>
          </p:cNvPr>
          <p:cNvSpPr>
            <a:spLocks noGrp="1"/>
          </p:cNvSpPr>
          <p:nvPr>
            <p:ph type="body" sz="quarter" idx="13" hasCustomPrompt="1"/>
          </p:nvPr>
        </p:nvSpPr>
        <p:spPr>
          <a:xfrm>
            <a:off x="644250" y="1650856"/>
            <a:ext cx="3629865" cy="2752567"/>
          </a:xfrm>
          <a:prstGeom prst="rect">
            <a:avLst/>
          </a:prstGeom>
        </p:spPr>
        <p:txBody>
          <a:bodyPr lIns="0" tIns="0" rIns="0" bIns="0">
            <a:noAutofit/>
          </a:bodyPr>
          <a:lstStyle>
            <a:lvl1pPr marL="0" indent="0">
              <a:lnSpc>
                <a:spcPct val="120000"/>
              </a:lnSpc>
              <a:spcBef>
                <a:spcPts val="0"/>
              </a:spcBef>
              <a:spcAft>
                <a:spcPts val="600"/>
              </a:spcAft>
              <a:buNone/>
              <a:defRPr sz="900">
                <a:solidFill>
                  <a:schemeClr val="tx1"/>
                </a:solidFill>
              </a:defRPr>
            </a:lvl1pPr>
          </a:lstStyle>
          <a:p>
            <a:pPr lvl="0"/>
            <a:r>
              <a:rPr lang="en-US"/>
              <a:t>text</a:t>
            </a:r>
          </a:p>
        </p:txBody>
      </p:sp>
      <p:sp>
        <p:nvSpPr>
          <p:cNvPr id="6" name="Text Placeholder 17">
            <a:extLst>
              <a:ext uri="{FF2B5EF4-FFF2-40B4-BE49-F238E27FC236}">
                <a16:creationId xmlns:a16="http://schemas.microsoft.com/office/drawing/2014/main" id="{28BBBD51-8DF7-F0E0-6AC9-EE9DB49F3390}"/>
              </a:ext>
            </a:extLst>
          </p:cNvPr>
          <p:cNvSpPr>
            <a:spLocks noGrp="1"/>
          </p:cNvSpPr>
          <p:nvPr>
            <p:ph type="body" sz="quarter" idx="17" hasCustomPrompt="1"/>
          </p:nvPr>
        </p:nvSpPr>
        <p:spPr>
          <a:xfrm>
            <a:off x="4782699" y="1382468"/>
            <a:ext cx="3629865" cy="238125"/>
          </a:xfrm>
          <a:prstGeom prst="rect">
            <a:avLst/>
          </a:prstGeom>
        </p:spPr>
        <p:txBody>
          <a:bodyPr lIns="0" tIns="0" rIns="0" bIns="0">
            <a:noAutofit/>
          </a:bodyPr>
          <a:lstStyle>
            <a:lvl1pPr marL="0" indent="0">
              <a:buNone/>
              <a:defRPr sz="1100">
                <a:solidFill>
                  <a:schemeClr val="tx1"/>
                </a:solidFill>
                <a:latin typeface="+mj-lt"/>
              </a:defRPr>
            </a:lvl1pPr>
          </a:lstStyle>
          <a:p>
            <a:pPr lvl="0"/>
            <a:r>
              <a:rPr lang="en-US"/>
              <a:t>TITLE </a:t>
            </a:r>
          </a:p>
        </p:txBody>
      </p:sp>
      <p:sp>
        <p:nvSpPr>
          <p:cNvPr id="7" name="Text Placeholder 19">
            <a:extLst>
              <a:ext uri="{FF2B5EF4-FFF2-40B4-BE49-F238E27FC236}">
                <a16:creationId xmlns:a16="http://schemas.microsoft.com/office/drawing/2014/main" id="{083C0D40-C0E5-39F1-0C9C-6DC05F27A8D6}"/>
              </a:ext>
            </a:extLst>
          </p:cNvPr>
          <p:cNvSpPr>
            <a:spLocks noGrp="1"/>
          </p:cNvSpPr>
          <p:nvPr>
            <p:ph type="body" sz="quarter" idx="18" hasCustomPrompt="1"/>
          </p:nvPr>
        </p:nvSpPr>
        <p:spPr>
          <a:xfrm>
            <a:off x="4782698" y="1650856"/>
            <a:ext cx="3629865" cy="2752567"/>
          </a:xfrm>
          <a:prstGeom prst="rect">
            <a:avLst/>
          </a:prstGeom>
        </p:spPr>
        <p:txBody>
          <a:bodyPr lIns="0" tIns="0" rIns="0" bIns="0">
            <a:noAutofit/>
          </a:bodyPr>
          <a:lstStyle>
            <a:lvl1pPr marL="0" indent="0">
              <a:lnSpc>
                <a:spcPct val="120000"/>
              </a:lnSpc>
              <a:spcBef>
                <a:spcPts val="0"/>
              </a:spcBef>
              <a:spcAft>
                <a:spcPts val="600"/>
              </a:spcAft>
              <a:buNone/>
              <a:defRPr sz="900">
                <a:solidFill>
                  <a:schemeClr val="tx1"/>
                </a:solidFill>
              </a:defRPr>
            </a:lvl1pPr>
          </a:lstStyle>
          <a:p>
            <a:pPr lvl="0"/>
            <a:r>
              <a:rPr lang="en-US"/>
              <a:t>text</a:t>
            </a:r>
          </a:p>
        </p:txBody>
      </p:sp>
    </p:spTree>
    <p:extLst>
      <p:ext uri="{BB962C8B-B14F-4D97-AF65-F5344CB8AC3E}">
        <p14:creationId xmlns:p14="http://schemas.microsoft.com/office/powerpoint/2010/main" val="379453375"/>
      </p:ext>
    </p:extLst>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3 column title, text - shape">
    <p:bg>
      <p:bgPr>
        <a:solidFill>
          <a:srgbClr val="FDFAF2"/>
        </a:solidFill>
        <a:effectLst/>
      </p:bgPr>
    </p:bg>
    <p:spTree>
      <p:nvGrpSpPr>
        <p:cNvPr id="1" name=""/>
        <p:cNvGrpSpPr/>
        <p:nvPr/>
      </p:nvGrpSpPr>
      <p:grpSpPr>
        <a:xfrm>
          <a:off x="0" y="0"/>
          <a:ext cx="0" cy="0"/>
          <a:chOff x="0" y="0"/>
          <a:chExt cx="0" cy="0"/>
        </a:xfrm>
      </p:grpSpPr>
      <p:sp>
        <p:nvSpPr>
          <p:cNvPr id="184" name="Slide Number"/>
          <p:cNvSpPr txBox="1">
            <a:spLocks noGrp="1"/>
          </p:cNvSpPr>
          <p:nvPr>
            <p:ph type="sldNum" sz="quarter" idx="2"/>
          </p:nvPr>
        </p:nvSpPr>
        <p:spPr>
          <a:prstGeom prst="rect">
            <a:avLst/>
          </a:prstGeom>
        </p:spPr>
        <p:txBody>
          <a:bodyPr/>
          <a:lstStyle>
            <a:lvl1pPr>
              <a:defRPr>
                <a:solidFill>
                  <a:schemeClr val="tx1"/>
                </a:solidFill>
              </a:defRPr>
            </a:lvl1pPr>
          </a:lstStyle>
          <a:p>
            <a:fld id="{86CB4B4D-7CA3-9044-876B-883B54F8677D}" type="slidenum">
              <a:rPr lang="en-GB" smtClean="0"/>
              <a:pPr/>
              <a:t>‹#›</a:t>
            </a:fld>
            <a:endParaRPr lang="en-GB"/>
          </a:p>
        </p:txBody>
      </p:sp>
      <p:pic>
        <p:nvPicPr>
          <p:cNvPr id="9" name="CGC logo.png" descr="CGC logo.png">
            <a:extLst>
              <a:ext uri="{FF2B5EF4-FFF2-40B4-BE49-F238E27FC236}">
                <a16:creationId xmlns:a16="http://schemas.microsoft.com/office/drawing/2014/main" id="{F5D0896A-85F3-2FA7-58ED-F35C784639C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85750" y="285750"/>
            <a:ext cx="1152525" cy="199894"/>
          </a:xfrm>
          <a:prstGeom prst="rect">
            <a:avLst/>
          </a:prstGeom>
          <a:ln w="12700">
            <a:miter lim="400000"/>
          </a:ln>
        </p:spPr>
      </p:pic>
      <p:sp>
        <p:nvSpPr>
          <p:cNvPr id="10" name="Text Placeholder 14">
            <a:extLst>
              <a:ext uri="{FF2B5EF4-FFF2-40B4-BE49-F238E27FC236}">
                <a16:creationId xmlns:a16="http://schemas.microsoft.com/office/drawing/2014/main" id="{C27AA178-17F0-961D-039E-91F1D0A82817}"/>
              </a:ext>
            </a:extLst>
          </p:cNvPr>
          <p:cNvSpPr>
            <a:spLocks noGrp="1"/>
          </p:cNvSpPr>
          <p:nvPr>
            <p:ph type="body" sz="quarter" idx="11" hasCustomPrompt="1"/>
          </p:nvPr>
        </p:nvSpPr>
        <p:spPr>
          <a:xfrm>
            <a:off x="626425" y="1075402"/>
            <a:ext cx="3326488" cy="342900"/>
          </a:xfrm>
          <a:prstGeom prst="rect">
            <a:avLst/>
          </a:prstGeom>
        </p:spPr>
        <p:txBody>
          <a:bodyPr lIns="0" tIns="0" rIns="0" bIns="0">
            <a:noAutofit/>
          </a:bodyPr>
          <a:lstStyle>
            <a:lvl1pPr marL="0" marR="0" indent="0" algn="l" defTabSz="219075" rtl="0" eaLnBrk="1" fontAlgn="auto" latinLnBrk="0" hangingPunct="1">
              <a:lnSpc>
                <a:spcPct val="100000"/>
              </a:lnSpc>
              <a:spcBef>
                <a:spcPts val="900"/>
              </a:spcBef>
              <a:spcAft>
                <a:spcPts val="0"/>
              </a:spcAft>
              <a:buClr>
                <a:srgbClr val="57BEF0"/>
              </a:buClr>
              <a:buSzPct val="250000"/>
              <a:buFontTx/>
              <a:buNone/>
              <a:tabLst/>
              <a:defRPr sz="1850">
                <a:solidFill>
                  <a:schemeClr val="tx1"/>
                </a:solidFill>
                <a:latin typeface="+mj-lt"/>
              </a:defRPr>
            </a:lvl1pPr>
          </a:lstStyle>
          <a:p>
            <a:pPr marL="0" marR="0" lvl="0" indent="0" algn="l" defTabSz="219075" rtl="0" eaLnBrk="1" fontAlgn="auto" latinLnBrk="0" hangingPunct="1">
              <a:lnSpc>
                <a:spcPct val="100000"/>
              </a:lnSpc>
              <a:spcBef>
                <a:spcPts val="900"/>
              </a:spcBef>
              <a:spcAft>
                <a:spcPts val="0"/>
              </a:spcAft>
              <a:buClr>
                <a:srgbClr val="57BEF0"/>
              </a:buClr>
              <a:buSzPct val="250000"/>
              <a:buFontTx/>
              <a:buNone/>
              <a:tabLst/>
              <a:defRPr/>
            </a:pPr>
            <a:r>
              <a:rPr lang="en-US"/>
              <a:t>TITLE</a:t>
            </a:r>
          </a:p>
        </p:txBody>
      </p:sp>
      <p:pic>
        <p:nvPicPr>
          <p:cNvPr id="2" name="Rectangle 355-3.svg" descr="Rectangle 355-3.svg">
            <a:extLst>
              <a:ext uri="{FF2B5EF4-FFF2-40B4-BE49-F238E27FC236}">
                <a16:creationId xmlns:a16="http://schemas.microsoft.com/office/drawing/2014/main" id="{661ADE1F-0D37-3726-A69B-9F0A8E41392D}"/>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a:fillRect/>
          </a:stretch>
        </p:blipFill>
        <p:spPr>
          <a:xfrm>
            <a:off x="4717427" y="0"/>
            <a:ext cx="4426574" cy="1588124"/>
          </a:xfrm>
          <a:prstGeom prst="rect">
            <a:avLst/>
          </a:prstGeom>
          <a:ln w="12700">
            <a:miter lim="400000"/>
          </a:ln>
        </p:spPr>
      </p:pic>
      <p:sp>
        <p:nvSpPr>
          <p:cNvPr id="4" name="Text Placeholder 19">
            <a:extLst>
              <a:ext uri="{FF2B5EF4-FFF2-40B4-BE49-F238E27FC236}">
                <a16:creationId xmlns:a16="http://schemas.microsoft.com/office/drawing/2014/main" id="{58D17ED4-F3E6-50AE-3B5B-289840C463DB}"/>
              </a:ext>
            </a:extLst>
          </p:cNvPr>
          <p:cNvSpPr>
            <a:spLocks noGrp="1"/>
          </p:cNvSpPr>
          <p:nvPr>
            <p:ph type="body" sz="quarter" idx="20" hasCustomPrompt="1"/>
          </p:nvPr>
        </p:nvSpPr>
        <p:spPr>
          <a:xfrm>
            <a:off x="626423" y="1769935"/>
            <a:ext cx="2486209" cy="2118977"/>
          </a:xfrm>
          <a:prstGeom prst="rect">
            <a:avLst/>
          </a:prstGeom>
        </p:spPr>
        <p:txBody>
          <a:bodyPr lIns="0" tIns="0" rIns="0" bIns="0">
            <a:noAutofit/>
          </a:bodyPr>
          <a:lstStyle>
            <a:lvl1pPr marL="0" indent="0">
              <a:lnSpc>
                <a:spcPct val="120000"/>
              </a:lnSpc>
              <a:spcBef>
                <a:spcPts val="0"/>
              </a:spcBef>
              <a:spcAft>
                <a:spcPts val="600"/>
              </a:spcAft>
              <a:buNone/>
              <a:defRPr sz="900">
                <a:solidFill>
                  <a:schemeClr val="tx1"/>
                </a:solidFill>
              </a:defRPr>
            </a:lvl1pPr>
          </a:lstStyle>
          <a:p>
            <a:pPr lvl="0"/>
            <a:r>
              <a:rPr lang="en-US"/>
              <a:t>text</a:t>
            </a:r>
          </a:p>
        </p:txBody>
      </p:sp>
      <p:sp>
        <p:nvSpPr>
          <p:cNvPr id="6" name="Text Placeholder 19">
            <a:extLst>
              <a:ext uri="{FF2B5EF4-FFF2-40B4-BE49-F238E27FC236}">
                <a16:creationId xmlns:a16="http://schemas.microsoft.com/office/drawing/2014/main" id="{25A0468A-373B-677D-D546-AE234165BC0F}"/>
              </a:ext>
            </a:extLst>
          </p:cNvPr>
          <p:cNvSpPr>
            <a:spLocks noGrp="1"/>
          </p:cNvSpPr>
          <p:nvPr>
            <p:ph type="body" sz="quarter" idx="21" hasCustomPrompt="1"/>
          </p:nvPr>
        </p:nvSpPr>
        <p:spPr>
          <a:xfrm>
            <a:off x="3479982" y="1769935"/>
            <a:ext cx="2486209" cy="2118977"/>
          </a:xfrm>
          <a:prstGeom prst="rect">
            <a:avLst/>
          </a:prstGeom>
        </p:spPr>
        <p:txBody>
          <a:bodyPr lIns="0" tIns="0" rIns="0" bIns="0">
            <a:noAutofit/>
          </a:bodyPr>
          <a:lstStyle>
            <a:lvl1pPr marL="0" indent="0">
              <a:lnSpc>
                <a:spcPct val="120000"/>
              </a:lnSpc>
              <a:spcBef>
                <a:spcPts val="0"/>
              </a:spcBef>
              <a:spcAft>
                <a:spcPts val="600"/>
              </a:spcAft>
              <a:buNone/>
              <a:defRPr sz="900">
                <a:solidFill>
                  <a:schemeClr val="tx1"/>
                </a:solidFill>
              </a:defRPr>
            </a:lvl1pPr>
          </a:lstStyle>
          <a:p>
            <a:pPr lvl="0"/>
            <a:r>
              <a:rPr lang="en-US"/>
              <a:t>text</a:t>
            </a:r>
          </a:p>
        </p:txBody>
      </p:sp>
      <p:sp>
        <p:nvSpPr>
          <p:cNvPr id="8" name="Text Placeholder 19">
            <a:extLst>
              <a:ext uri="{FF2B5EF4-FFF2-40B4-BE49-F238E27FC236}">
                <a16:creationId xmlns:a16="http://schemas.microsoft.com/office/drawing/2014/main" id="{E0CFB8EE-72BA-1124-C6A1-18E5C11C2BE4}"/>
              </a:ext>
            </a:extLst>
          </p:cNvPr>
          <p:cNvSpPr>
            <a:spLocks noGrp="1"/>
          </p:cNvSpPr>
          <p:nvPr>
            <p:ph type="body" sz="quarter" idx="22" hasCustomPrompt="1"/>
          </p:nvPr>
        </p:nvSpPr>
        <p:spPr>
          <a:xfrm>
            <a:off x="6333541" y="1769935"/>
            <a:ext cx="2486209" cy="2118977"/>
          </a:xfrm>
          <a:prstGeom prst="rect">
            <a:avLst/>
          </a:prstGeom>
        </p:spPr>
        <p:txBody>
          <a:bodyPr lIns="0" tIns="0" rIns="0" bIns="0">
            <a:noAutofit/>
          </a:bodyPr>
          <a:lstStyle>
            <a:lvl1pPr marL="0" indent="0">
              <a:lnSpc>
                <a:spcPct val="120000"/>
              </a:lnSpc>
              <a:spcBef>
                <a:spcPts val="0"/>
              </a:spcBef>
              <a:spcAft>
                <a:spcPts val="600"/>
              </a:spcAft>
              <a:buNone/>
              <a:defRPr sz="900">
                <a:solidFill>
                  <a:schemeClr val="tx1"/>
                </a:solidFill>
              </a:defRPr>
            </a:lvl1pPr>
          </a:lstStyle>
          <a:p>
            <a:pPr lvl="0"/>
            <a:r>
              <a:rPr lang="en-US"/>
              <a:t>text</a:t>
            </a:r>
          </a:p>
        </p:txBody>
      </p:sp>
    </p:spTree>
    <p:extLst>
      <p:ext uri="{BB962C8B-B14F-4D97-AF65-F5344CB8AC3E}">
        <p14:creationId xmlns:p14="http://schemas.microsoft.com/office/powerpoint/2010/main" val="2464897135"/>
      </p:ext>
    </p:extLst>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1_3 column title, text">
    <p:bg>
      <p:bgPr>
        <a:solidFill>
          <a:srgbClr val="FDFAF2"/>
        </a:solidFill>
        <a:effectLst/>
      </p:bgPr>
    </p:bg>
    <p:spTree>
      <p:nvGrpSpPr>
        <p:cNvPr id="1" name=""/>
        <p:cNvGrpSpPr/>
        <p:nvPr/>
      </p:nvGrpSpPr>
      <p:grpSpPr>
        <a:xfrm>
          <a:off x="0" y="0"/>
          <a:ext cx="0" cy="0"/>
          <a:chOff x="0" y="0"/>
          <a:chExt cx="0" cy="0"/>
        </a:xfrm>
      </p:grpSpPr>
      <p:pic>
        <p:nvPicPr>
          <p:cNvPr id="9" name="CGC logo.png" descr="CGC logo.png">
            <a:extLst>
              <a:ext uri="{FF2B5EF4-FFF2-40B4-BE49-F238E27FC236}">
                <a16:creationId xmlns:a16="http://schemas.microsoft.com/office/drawing/2014/main" id="{F5D0896A-85F3-2FA7-58ED-F35C784639C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85750" y="285750"/>
            <a:ext cx="1152525" cy="199894"/>
          </a:xfrm>
          <a:prstGeom prst="rect">
            <a:avLst/>
          </a:prstGeom>
          <a:ln w="12700">
            <a:miter lim="400000"/>
          </a:ln>
        </p:spPr>
      </p:pic>
      <p:sp>
        <p:nvSpPr>
          <p:cNvPr id="10" name="Text Placeholder 14">
            <a:extLst>
              <a:ext uri="{FF2B5EF4-FFF2-40B4-BE49-F238E27FC236}">
                <a16:creationId xmlns:a16="http://schemas.microsoft.com/office/drawing/2014/main" id="{C27AA178-17F0-961D-039E-91F1D0A82817}"/>
              </a:ext>
            </a:extLst>
          </p:cNvPr>
          <p:cNvSpPr>
            <a:spLocks noGrp="1"/>
          </p:cNvSpPr>
          <p:nvPr>
            <p:ph type="body" sz="quarter" idx="11" hasCustomPrompt="1"/>
          </p:nvPr>
        </p:nvSpPr>
        <p:spPr>
          <a:xfrm>
            <a:off x="645675" y="861205"/>
            <a:ext cx="3326488" cy="342900"/>
          </a:xfrm>
          <a:prstGeom prst="rect">
            <a:avLst/>
          </a:prstGeom>
        </p:spPr>
        <p:txBody>
          <a:bodyPr lIns="0" tIns="0" rIns="0" bIns="0">
            <a:noAutofit/>
          </a:bodyPr>
          <a:lstStyle>
            <a:lvl1pPr marL="0" marR="0" indent="0" algn="l" defTabSz="219075" rtl="0" eaLnBrk="1" fontAlgn="auto" latinLnBrk="0" hangingPunct="1">
              <a:lnSpc>
                <a:spcPct val="100000"/>
              </a:lnSpc>
              <a:spcBef>
                <a:spcPts val="900"/>
              </a:spcBef>
              <a:spcAft>
                <a:spcPts val="0"/>
              </a:spcAft>
              <a:buClr>
                <a:srgbClr val="57BEF0"/>
              </a:buClr>
              <a:buSzPct val="250000"/>
              <a:buFontTx/>
              <a:buNone/>
              <a:tabLst/>
              <a:defRPr sz="1850">
                <a:solidFill>
                  <a:schemeClr val="tx1"/>
                </a:solidFill>
                <a:latin typeface="+mj-lt"/>
              </a:defRPr>
            </a:lvl1pPr>
          </a:lstStyle>
          <a:p>
            <a:pPr marL="0" marR="0" lvl="0" indent="0" algn="l" defTabSz="219075" rtl="0" eaLnBrk="1" fontAlgn="auto" latinLnBrk="0" hangingPunct="1">
              <a:lnSpc>
                <a:spcPct val="100000"/>
              </a:lnSpc>
              <a:spcBef>
                <a:spcPts val="900"/>
              </a:spcBef>
              <a:spcAft>
                <a:spcPts val="0"/>
              </a:spcAft>
              <a:buClr>
                <a:srgbClr val="57BEF0"/>
              </a:buClr>
              <a:buSzPct val="250000"/>
              <a:buFontTx/>
              <a:buNone/>
              <a:tabLst/>
              <a:defRPr/>
            </a:pPr>
            <a:r>
              <a:rPr lang="en-US"/>
              <a:t>TITLE</a:t>
            </a:r>
          </a:p>
        </p:txBody>
      </p:sp>
      <p:sp>
        <p:nvSpPr>
          <p:cNvPr id="4" name="Text Placeholder 19">
            <a:extLst>
              <a:ext uri="{FF2B5EF4-FFF2-40B4-BE49-F238E27FC236}">
                <a16:creationId xmlns:a16="http://schemas.microsoft.com/office/drawing/2014/main" id="{58D17ED4-F3E6-50AE-3B5B-289840C463DB}"/>
              </a:ext>
            </a:extLst>
          </p:cNvPr>
          <p:cNvSpPr>
            <a:spLocks noGrp="1"/>
          </p:cNvSpPr>
          <p:nvPr>
            <p:ph type="body" sz="quarter" idx="20" hasCustomPrompt="1"/>
          </p:nvPr>
        </p:nvSpPr>
        <p:spPr>
          <a:xfrm>
            <a:off x="645673" y="1386138"/>
            <a:ext cx="2486209" cy="3416725"/>
          </a:xfrm>
          <a:prstGeom prst="rect">
            <a:avLst/>
          </a:prstGeom>
        </p:spPr>
        <p:txBody>
          <a:bodyPr lIns="0" tIns="0" rIns="0" bIns="0">
            <a:noAutofit/>
          </a:bodyPr>
          <a:lstStyle>
            <a:lvl1pPr marL="0" indent="0">
              <a:lnSpc>
                <a:spcPct val="120000"/>
              </a:lnSpc>
              <a:spcBef>
                <a:spcPts val="0"/>
              </a:spcBef>
              <a:spcAft>
                <a:spcPts val="600"/>
              </a:spcAft>
              <a:buNone/>
              <a:defRPr sz="900">
                <a:solidFill>
                  <a:schemeClr val="tx1"/>
                </a:solidFill>
              </a:defRPr>
            </a:lvl1pPr>
          </a:lstStyle>
          <a:p>
            <a:pPr lvl="0"/>
            <a:r>
              <a:rPr lang="en-US"/>
              <a:t>text</a:t>
            </a:r>
          </a:p>
        </p:txBody>
      </p:sp>
      <p:sp>
        <p:nvSpPr>
          <p:cNvPr id="6" name="Text Placeholder 19">
            <a:extLst>
              <a:ext uri="{FF2B5EF4-FFF2-40B4-BE49-F238E27FC236}">
                <a16:creationId xmlns:a16="http://schemas.microsoft.com/office/drawing/2014/main" id="{25A0468A-373B-677D-D546-AE234165BC0F}"/>
              </a:ext>
            </a:extLst>
          </p:cNvPr>
          <p:cNvSpPr>
            <a:spLocks noGrp="1"/>
          </p:cNvSpPr>
          <p:nvPr>
            <p:ph type="body" sz="quarter" idx="21" hasCustomPrompt="1"/>
          </p:nvPr>
        </p:nvSpPr>
        <p:spPr>
          <a:xfrm>
            <a:off x="3499232" y="1386138"/>
            <a:ext cx="2486209" cy="3416725"/>
          </a:xfrm>
          <a:prstGeom prst="rect">
            <a:avLst/>
          </a:prstGeom>
        </p:spPr>
        <p:txBody>
          <a:bodyPr lIns="0" tIns="0" rIns="0" bIns="0">
            <a:noAutofit/>
          </a:bodyPr>
          <a:lstStyle>
            <a:lvl1pPr marL="0" indent="0">
              <a:lnSpc>
                <a:spcPct val="120000"/>
              </a:lnSpc>
              <a:spcBef>
                <a:spcPts val="0"/>
              </a:spcBef>
              <a:spcAft>
                <a:spcPts val="600"/>
              </a:spcAft>
              <a:buNone/>
              <a:defRPr sz="900">
                <a:solidFill>
                  <a:schemeClr val="tx1"/>
                </a:solidFill>
              </a:defRPr>
            </a:lvl1pPr>
          </a:lstStyle>
          <a:p>
            <a:pPr lvl="0"/>
            <a:r>
              <a:rPr lang="en-US"/>
              <a:t>text</a:t>
            </a:r>
          </a:p>
        </p:txBody>
      </p:sp>
      <p:sp>
        <p:nvSpPr>
          <p:cNvPr id="8" name="Text Placeholder 19">
            <a:extLst>
              <a:ext uri="{FF2B5EF4-FFF2-40B4-BE49-F238E27FC236}">
                <a16:creationId xmlns:a16="http://schemas.microsoft.com/office/drawing/2014/main" id="{E0CFB8EE-72BA-1124-C6A1-18E5C11C2BE4}"/>
              </a:ext>
            </a:extLst>
          </p:cNvPr>
          <p:cNvSpPr>
            <a:spLocks noGrp="1"/>
          </p:cNvSpPr>
          <p:nvPr>
            <p:ph type="body" sz="quarter" idx="22" hasCustomPrompt="1"/>
          </p:nvPr>
        </p:nvSpPr>
        <p:spPr>
          <a:xfrm>
            <a:off x="6352791" y="1386138"/>
            <a:ext cx="2486209" cy="3416725"/>
          </a:xfrm>
          <a:prstGeom prst="rect">
            <a:avLst/>
          </a:prstGeom>
        </p:spPr>
        <p:txBody>
          <a:bodyPr lIns="0" tIns="0" rIns="0" bIns="0">
            <a:noAutofit/>
          </a:bodyPr>
          <a:lstStyle>
            <a:lvl1pPr marL="0" indent="0">
              <a:lnSpc>
                <a:spcPct val="120000"/>
              </a:lnSpc>
              <a:spcBef>
                <a:spcPts val="0"/>
              </a:spcBef>
              <a:spcAft>
                <a:spcPts val="600"/>
              </a:spcAft>
              <a:buNone/>
              <a:defRPr sz="900">
                <a:solidFill>
                  <a:schemeClr val="tx1"/>
                </a:solidFill>
              </a:defRPr>
            </a:lvl1pPr>
          </a:lstStyle>
          <a:p>
            <a:pPr lvl="0"/>
            <a:r>
              <a:rPr lang="en-US"/>
              <a:t>text</a:t>
            </a:r>
          </a:p>
        </p:txBody>
      </p:sp>
      <p:sp>
        <p:nvSpPr>
          <p:cNvPr id="7" name="Slide Number">
            <a:extLst>
              <a:ext uri="{FF2B5EF4-FFF2-40B4-BE49-F238E27FC236}">
                <a16:creationId xmlns:a16="http://schemas.microsoft.com/office/drawing/2014/main" id="{628A358E-6216-60F6-1C38-7476396563FD}"/>
              </a:ext>
            </a:extLst>
          </p:cNvPr>
          <p:cNvSpPr txBox="1">
            <a:spLocks noGrp="1"/>
          </p:cNvSpPr>
          <p:nvPr>
            <p:ph type="sldNum" sz="quarter" idx="2"/>
          </p:nvPr>
        </p:nvSpPr>
        <p:spPr>
          <a:xfrm>
            <a:off x="8858250" y="4842465"/>
            <a:ext cx="208390" cy="218073"/>
          </a:xfrm>
          <a:prstGeom prst="rect">
            <a:avLst/>
          </a:prstGeom>
        </p:spPr>
        <p:txBody>
          <a:bodyPr/>
          <a:lstStyle>
            <a:lvl1pPr>
              <a:defRPr>
                <a:solidFill>
                  <a:schemeClr val="tx1"/>
                </a:solidFill>
              </a:defRPr>
            </a:lvl1pPr>
          </a:lstStyle>
          <a:p>
            <a:fld id="{86CB4B4D-7CA3-9044-876B-883B54F8677D}" type="slidenum">
              <a:rPr lang="en-GB" smtClean="0"/>
              <a:pPr/>
              <a:t>‹#›</a:t>
            </a:fld>
            <a:endParaRPr lang="en-GB"/>
          </a:p>
        </p:txBody>
      </p:sp>
    </p:spTree>
    <p:extLst>
      <p:ext uri="{BB962C8B-B14F-4D97-AF65-F5344CB8AC3E}">
        <p14:creationId xmlns:p14="http://schemas.microsoft.com/office/powerpoint/2010/main" val="1448559934"/>
      </p:ext>
    </p:extLst>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2 column title, text - long">
    <p:bg>
      <p:bgPr>
        <a:solidFill>
          <a:srgbClr val="FDFAF2"/>
        </a:solidFill>
        <a:effectLst/>
      </p:bgPr>
    </p:bg>
    <p:spTree>
      <p:nvGrpSpPr>
        <p:cNvPr id="1" name=""/>
        <p:cNvGrpSpPr/>
        <p:nvPr/>
      </p:nvGrpSpPr>
      <p:grpSpPr>
        <a:xfrm>
          <a:off x="0" y="0"/>
          <a:ext cx="0" cy="0"/>
          <a:chOff x="0" y="0"/>
          <a:chExt cx="0" cy="0"/>
        </a:xfrm>
      </p:grpSpPr>
      <p:sp>
        <p:nvSpPr>
          <p:cNvPr id="184" name="Slide Number"/>
          <p:cNvSpPr txBox="1">
            <a:spLocks noGrp="1"/>
          </p:cNvSpPr>
          <p:nvPr>
            <p:ph type="sldNum" sz="quarter" idx="2"/>
          </p:nvPr>
        </p:nvSpPr>
        <p:spPr>
          <a:prstGeom prst="rect">
            <a:avLst/>
          </a:prstGeom>
        </p:spPr>
        <p:txBody>
          <a:bodyPr/>
          <a:lstStyle>
            <a:lvl1pPr>
              <a:defRPr>
                <a:solidFill>
                  <a:schemeClr val="tx1"/>
                </a:solidFill>
              </a:defRPr>
            </a:lvl1pPr>
          </a:lstStyle>
          <a:p>
            <a:fld id="{86CB4B4D-7CA3-9044-876B-883B54F8677D}" type="slidenum">
              <a:rPr lang="en-GB" smtClean="0"/>
              <a:pPr/>
              <a:t>‹#›</a:t>
            </a:fld>
            <a:endParaRPr lang="en-GB"/>
          </a:p>
        </p:txBody>
      </p:sp>
      <p:pic>
        <p:nvPicPr>
          <p:cNvPr id="9" name="CGC logo.png" descr="CGC logo.png">
            <a:extLst>
              <a:ext uri="{FF2B5EF4-FFF2-40B4-BE49-F238E27FC236}">
                <a16:creationId xmlns:a16="http://schemas.microsoft.com/office/drawing/2014/main" id="{F5D0896A-85F3-2FA7-58ED-F35C784639C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85750" y="285750"/>
            <a:ext cx="1152525" cy="199894"/>
          </a:xfrm>
          <a:prstGeom prst="rect">
            <a:avLst/>
          </a:prstGeom>
          <a:ln w="12700">
            <a:miter lim="400000"/>
          </a:ln>
        </p:spPr>
      </p:pic>
      <p:sp>
        <p:nvSpPr>
          <p:cNvPr id="10" name="Text Placeholder 14">
            <a:extLst>
              <a:ext uri="{FF2B5EF4-FFF2-40B4-BE49-F238E27FC236}">
                <a16:creationId xmlns:a16="http://schemas.microsoft.com/office/drawing/2014/main" id="{C27AA178-17F0-961D-039E-91F1D0A82817}"/>
              </a:ext>
            </a:extLst>
          </p:cNvPr>
          <p:cNvSpPr>
            <a:spLocks noGrp="1"/>
          </p:cNvSpPr>
          <p:nvPr>
            <p:ph type="body" sz="quarter" idx="11" hasCustomPrompt="1"/>
          </p:nvPr>
        </p:nvSpPr>
        <p:spPr>
          <a:xfrm>
            <a:off x="653877" y="868871"/>
            <a:ext cx="3326488" cy="342900"/>
          </a:xfrm>
          <a:prstGeom prst="rect">
            <a:avLst/>
          </a:prstGeom>
        </p:spPr>
        <p:txBody>
          <a:bodyPr lIns="0" tIns="0" rIns="0" bIns="0">
            <a:noAutofit/>
          </a:bodyPr>
          <a:lstStyle>
            <a:lvl1pPr marL="0" marR="0" indent="0" algn="l" defTabSz="219075" rtl="0" eaLnBrk="1" fontAlgn="auto" latinLnBrk="0" hangingPunct="1">
              <a:lnSpc>
                <a:spcPct val="100000"/>
              </a:lnSpc>
              <a:spcBef>
                <a:spcPts val="900"/>
              </a:spcBef>
              <a:spcAft>
                <a:spcPts val="0"/>
              </a:spcAft>
              <a:buClr>
                <a:srgbClr val="57BEF0"/>
              </a:buClr>
              <a:buSzPct val="250000"/>
              <a:buFontTx/>
              <a:buNone/>
              <a:tabLst/>
              <a:defRPr sz="1850">
                <a:solidFill>
                  <a:schemeClr val="tx1"/>
                </a:solidFill>
                <a:latin typeface="+mj-lt"/>
              </a:defRPr>
            </a:lvl1pPr>
          </a:lstStyle>
          <a:p>
            <a:pPr marL="0" marR="0" lvl="0" indent="0" algn="l" defTabSz="219075" rtl="0" eaLnBrk="1" fontAlgn="auto" latinLnBrk="0" hangingPunct="1">
              <a:lnSpc>
                <a:spcPct val="100000"/>
              </a:lnSpc>
              <a:spcBef>
                <a:spcPts val="900"/>
              </a:spcBef>
              <a:spcAft>
                <a:spcPts val="0"/>
              </a:spcAft>
              <a:buClr>
                <a:srgbClr val="57BEF0"/>
              </a:buClr>
              <a:buSzPct val="250000"/>
              <a:buFontTx/>
              <a:buNone/>
              <a:tabLst/>
              <a:defRPr/>
            </a:pPr>
            <a:r>
              <a:rPr lang="en-US"/>
              <a:t>TITLE</a:t>
            </a:r>
          </a:p>
        </p:txBody>
      </p:sp>
      <p:sp>
        <p:nvSpPr>
          <p:cNvPr id="14" name="Text Placeholder 19">
            <a:extLst>
              <a:ext uri="{FF2B5EF4-FFF2-40B4-BE49-F238E27FC236}">
                <a16:creationId xmlns:a16="http://schemas.microsoft.com/office/drawing/2014/main" id="{40AC698F-4339-B95D-EF90-0BC4756572BA}"/>
              </a:ext>
            </a:extLst>
          </p:cNvPr>
          <p:cNvSpPr>
            <a:spLocks noGrp="1"/>
          </p:cNvSpPr>
          <p:nvPr>
            <p:ph type="body" sz="quarter" idx="13" hasCustomPrompt="1"/>
          </p:nvPr>
        </p:nvSpPr>
        <p:spPr>
          <a:xfrm>
            <a:off x="653875" y="1382468"/>
            <a:ext cx="3629865" cy="3228946"/>
          </a:xfrm>
          <a:prstGeom prst="rect">
            <a:avLst/>
          </a:prstGeom>
        </p:spPr>
        <p:txBody>
          <a:bodyPr lIns="0" tIns="0" rIns="0" bIns="0">
            <a:noAutofit/>
          </a:bodyPr>
          <a:lstStyle>
            <a:lvl1pPr marL="0" indent="0">
              <a:lnSpc>
                <a:spcPct val="120000"/>
              </a:lnSpc>
              <a:spcBef>
                <a:spcPts val="0"/>
              </a:spcBef>
              <a:spcAft>
                <a:spcPts val="600"/>
              </a:spcAft>
              <a:buNone/>
              <a:defRPr sz="900">
                <a:solidFill>
                  <a:schemeClr val="tx1"/>
                </a:solidFill>
              </a:defRPr>
            </a:lvl1pPr>
          </a:lstStyle>
          <a:p>
            <a:pPr lvl="0"/>
            <a:r>
              <a:rPr lang="en-US"/>
              <a:t>text</a:t>
            </a:r>
          </a:p>
        </p:txBody>
      </p:sp>
      <p:sp>
        <p:nvSpPr>
          <p:cNvPr id="7" name="Text Placeholder 19">
            <a:extLst>
              <a:ext uri="{FF2B5EF4-FFF2-40B4-BE49-F238E27FC236}">
                <a16:creationId xmlns:a16="http://schemas.microsoft.com/office/drawing/2014/main" id="{083C0D40-C0E5-39F1-0C9C-6DC05F27A8D6}"/>
              </a:ext>
            </a:extLst>
          </p:cNvPr>
          <p:cNvSpPr>
            <a:spLocks noGrp="1"/>
          </p:cNvSpPr>
          <p:nvPr>
            <p:ph type="body" sz="quarter" idx="18" hasCustomPrompt="1"/>
          </p:nvPr>
        </p:nvSpPr>
        <p:spPr>
          <a:xfrm>
            <a:off x="4792323" y="1382468"/>
            <a:ext cx="3629865" cy="3228946"/>
          </a:xfrm>
          <a:prstGeom prst="rect">
            <a:avLst/>
          </a:prstGeom>
        </p:spPr>
        <p:txBody>
          <a:bodyPr lIns="0" tIns="0" rIns="0" bIns="0">
            <a:noAutofit/>
          </a:bodyPr>
          <a:lstStyle>
            <a:lvl1pPr marL="0" indent="0">
              <a:lnSpc>
                <a:spcPct val="120000"/>
              </a:lnSpc>
              <a:spcBef>
                <a:spcPts val="0"/>
              </a:spcBef>
              <a:spcAft>
                <a:spcPts val="600"/>
              </a:spcAft>
              <a:buNone/>
              <a:defRPr sz="900">
                <a:solidFill>
                  <a:schemeClr val="tx1"/>
                </a:solidFill>
              </a:defRPr>
            </a:lvl1pPr>
          </a:lstStyle>
          <a:p>
            <a:pPr lvl="0"/>
            <a:r>
              <a:rPr lang="en-US"/>
              <a:t>text</a:t>
            </a:r>
          </a:p>
        </p:txBody>
      </p:sp>
    </p:spTree>
    <p:extLst>
      <p:ext uri="{BB962C8B-B14F-4D97-AF65-F5344CB8AC3E}">
        <p14:creationId xmlns:p14="http://schemas.microsoft.com/office/powerpoint/2010/main" val="4046900043"/>
      </p:ext>
    </p:extLst>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Full screen photo">
    <p:bg>
      <p:bgPr>
        <a:solidFill>
          <a:srgbClr val="000000"/>
        </a:solidFill>
        <a:effectLst/>
      </p:bgPr>
    </p:bg>
    <p:spTree>
      <p:nvGrpSpPr>
        <p:cNvPr id="1" name=""/>
        <p:cNvGrpSpPr/>
        <p:nvPr/>
      </p:nvGrpSpPr>
      <p:grpSpPr>
        <a:xfrm>
          <a:off x="0" y="0"/>
          <a:ext cx="0" cy="0"/>
          <a:chOff x="0" y="0"/>
          <a:chExt cx="0" cy="0"/>
        </a:xfrm>
      </p:grpSpPr>
      <p:sp>
        <p:nvSpPr>
          <p:cNvPr id="176" name="A person’s lower body with blue trousers and green shoes on a yellow and pink floor"/>
          <p:cNvSpPr>
            <a:spLocks noGrp="1"/>
          </p:cNvSpPr>
          <p:nvPr>
            <p:ph type="pic" idx="21"/>
          </p:nvPr>
        </p:nvSpPr>
        <p:spPr>
          <a:xfrm>
            <a:off x="0" y="0"/>
            <a:ext cx="9144000" cy="5143500"/>
          </a:xfrm>
          <a:prstGeom prst="rect">
            <a:avLst/>
          </a:prstGeom>
        </p:spPr>
        <p:txBody>
          <a:bodyPr lIns="91439" tIns="45719" rIns="91439" bIns="45719">
            <a:noAutofit/>
          </a:bodyPr>
          <a:lstStyle/>
          <a:p>
            <a:endParaRPr/>
          </a:p>
        </p:txBody>
      </p:sp>
    </p:spTree>
    <p:extLst>
      <p:ext uri="{BB962C8B-B14F-4D97-AF65-F5344CB8AC3E}">
        <p14:creationId xmlns:p14="http://schemas.microsoft.com/office/powerpoint/2010/main" val="1415802923"/>
      </p:ext>
    </p:extLst>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text left + image right - dark">
    <p:bg>
      <p:bgPr>
        <a:solidFill>
          <a:srgbClr val="0F2240"/>
        </a:solidFill>
        <a:effectLst/>
      </p:bgPr>
    </p:bg>
    <p:spTree>
      <p:nvGrpSpPr>
        <p:cNvPr id="1" name=""/>
        <p:cNvGrpSpPr/>
        <p:nvPr/>
      </p:nvGrpSpPr>
      <p:grpSpPr>
        <a:xfrm>
          <a:off x="0" y="0"/>
          <a:ext cx="0" cy="0"/>
          <a:chOff x="0" y="0"/>
          <a:chExt cx="0" cy="0"/>
        </a:xfrm>
      </p:grpSpPr>
      <p:sp>
        <p:nvSpPr>
          <p:cNvPr id="176" name="A person’s lower body with blue trousers and green shoes on a yellow and pink floor"/>
          <p:cNvSpPr>
            <a:spLocks noGrp="1"/>
          </p:cNvSpPr>
          <p:nvPr>
            <p:ph type="pic" idx="21"/>
          </p:nvPr>
        </p:nvSpPr>
        <p:spPr>
          <a:xfrm>
            <a:off x="5334000" y="0"/>
            <a:ext cx="3810000" cy="5143500"/>
          </a:xfrm>
          <a:prstGeom prst="rect">
            <a:avLst/>
          </a:prstGeom>
        </p:spPr>
        <p:txBody>
          <a:bodyPr lIns="91439" tIns="45719" rIns="91439" bIns="45719">
            <a:noAutofit/>
          </a:bodyPr>
          <a:lstStyle/>
          <a:p>
            <a:endParaRPr/>
          </a:p>
        </p:txBody>
      </p:sp>
      <p:sp>
        <p:nvSpPr>
          <p:cNvPr id="7" name="Text Placeholder 6">
            <a:extLst>
              <a:ext uri="{FF2B5EF4-FFF2-40B4-BE49-F238E27FC236}">
                <a16:creationId xmlns:a16="http://schemas.microsoft.com/office/drawing/2014/main" id="{C84412A7-28A0-3F6B-652E-9FDF592A77A6}"/>
              </a:ext>
            </a:extLst>
          </p:cNvPr>
          <p:cNvSpPr>
            <a:spLocks noGrp="1"/>
          </p:cNvSpPr>
          <p:nvPr>
            <p:ph type="body" sz="quarter" idx="22" hasCustomPrompt="1"/>
          </p:nvPr>
        </p:nvSpPr>
        <p:spPr>
          <a:xfrm>
            <a:off x="640080" y="2814321"/>
            <a:ext cx="3931920" cy="1254098"/>
          </a:xfrm>
          <a:prstGeom prst="rect">
            <a:avLst/>
          </a:prstGeom>
        </p:spPr>
        <p:txBody>
          <a:bodyPr lIns="0" tIns="0" rIns="0" bIns="0" anchor="b">
            <a:noAutofit/>
          </a:bodyPr>
          <a:lstStyle>
            <a:lvl1pPr marL="0" indent="0">
              <a:lnSpc>
                <a:spcPct val="60000"/>
              </a:lnSpc>
              <a:buNone/>
              <a:defRPr sz="4500">
                <a:solidFill>
                  <a:schemeClr val="bg1"/>
                </a:solidFill>
                <a:latin typeface="+mj-lt"/>
              </a:defRPr>
            </a:lvl1pPr>
          </a:lstStyle>
          <a:p>
            <a:pPr lvl="0"/>
            <a:r>
              <a:rPr lang="en-US"/>
              <a:t>TITLE</a:t>
            </a:r>
          </a:p>
        </p:txBody>
      </p:sp>
      <p:sp>
        <p:nvSpPr>
          <p:cNvPr id="15" name="Text Placeholder 14">
            <a:extLst>
              <a:ext uri="{FF2B5EF4-FFF2-40B4-BE49-F238E27FC236}">
                <a16:creationId xmlns:a16="http://schemas.microsoft.com/office/drawing/2014/main" id="{AE63AEF7-439E-1803-B450-3673B0014C36}"/>
              </a:ext>
            </a:extLst>
          </p:cNvPr>
          <p:cNvSpPr>
            <a:spLocks noGrp="1"/>
          </p:cNvSpPr>
          <p:nvPr>
            <p:ph type="body" sz="quarter" idx="23" hasCustomPrompt="1"/>
          </p:nvPr>
        </p:nvSpPr>
        <p:spPr>
          <a:xfrm>
            <a:off x="630455" y="4170539"/>
            <a:ext cx="1524000" cy="588962"/>
          </a:xfrm>
        </p:spPr>
        <p:txBody>
          <a:bodyPr lIns="0" tIns="0" rIns="0" bIns="0">
            <a:noAutofit/>
          </a:bodyPr>
          <a:lstStyle>
            <a:lvl1pPr marL="0" indent="0">
              <a:lnSpc>
                <a:spcPct val="80000"/>
              </a:lnSpc>
              <a:spcBef>
                <a:spcPts val="0"/>
              </a:spcBef>
              <a:spcAft>
                <a:spcPts val="600"/>
              </a:spcAft>
              <a:buNone/>
              <a:defRPr sz="900">
                <a:solidFill>
                  <a:schemeClr val="bg1"/>
                </a:solidFill>
              </a:defRPr>
            </a:lvl1pPr>
          </a:lstStyle>
          <a:p>
            <a:pPr lvl="0"/>
            <a:r>
              <a:rPr lang="en-US"/>
              <a:t>text</a:t>
            </a:r>
          </a:p>
        </p:txBody>
      </p:sp>
      <p:pic>
        <p:nvPicPr>
          <p:cNvPr id="16" name="CGC logo white.png" descr="CGC logo white.png">
            <a:extLst>
              <a:ext uri="{FF2B5EF4-FFF2-40B4-BE49-F238E27FC236}">
                <a16:creationId xmlns:a16="http://schemas.microsoft.com/office/drawing/2014/main" id="{8DB8557F-2125-B942-873C-F5DAACA3787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85750" y="285750"/>
            <a:ext cx="1152091" cy="199818"/>
          </a:xfrm>
          <a:prstGeom prst="rect">
            <a:avLst/>
          </a:prstGeom>
          <a:ln w="12700">
            <a:miter lim="400000"/>
          </a:ln>
        </p:spPr>
      </p:pic>
    </p:spTree>
    <p:extLst>
      <p:ext uri="{BB962C8B-B14F-4D97-AF65-F5344CB8AC3E}">
        <p14:creationId xmlns:p14="http://schemas.microsoft.com/office/powerpoint/2010/main" val="2402661631"/>
      </p:ext>
    </p:extLst>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text left + image over shape right - light">
    <p:bg>
      <p:bgPr>
        <a:solidFill>
          <a:srgbClr val="FDFAF2"/>
        </a:solidFill>
        <a:effectLst/>
      </p:bgPr>
    </p:bg>
    <p:spTree>
      <p:nvGrpSpPr>
        <p:cNvPr id="1" name=""/>
        <p:cNvGrpSpPr/>
        <p:nvPr/>
      </p:nvGrpSpPr>
      <p:grpSpPr>
        <a:xfrm>
          <a:off x="0" y="0"/>
          <a:ext cx="0" cy="0"/>
          <a:chOff x="0" y="0"/>
          <a:chExt cx="0" cy="0"/>
        </a:xfrm>
      </p:grpSpPr>
      <p:sp>
        <p:nvSpPr>
          <p:cNvPr id="184" name="Slide Number"/>
          <p:cNvSpPr txBox="1">
            <a:spLocks noGrp="1"/>
          </p:cNvSpPr>
          <p:nvPr>
            <p:ph type="sldNum" sz="quarter" idx="2"/>
          </p:nvPr>
        </p:nvSpPr>
        <p:spPr>
          <a:prstGeom prst="rect">
            <a:avLst/>
          </a:prstGeom>
        </p:spPr>
        <p:txBody>
          <a:bodyPr/>
          <a:lstStyle>
            <a:lvl1pPr>
              <a:defRPr>
                <a:solidFill>
                  <a:schemeClr val="tx1"/>
                </a:solidFill>
              </a:defRPr>
            </a:lvl1pPr>
          </a:lstStyle>
          <a:p>
            <a:fld id="{86CB4B4D-7CA3-9044-876B-883B54F8677D}" type="slidenum">
              <a:rPr lang="en-GB" smtClean="0"/>
              <a:pPr/>
              <a:t>‹#›</a:t>
            </a:fld>
            <a:endParaRPr lang="en-GB"/>
          </a:p>
        </p:txBody>
      </p:sp>
      <p:pic>
        <p:nvPicPr>
          <p:cNvPr id="9" name="CGC logo.png" descr="CGC logo.png">
            <a:extLst>
              <a:ext uri="{FF2B5EF4-FFF2-40B4-BE49-F238E27FC236}">
                <a16:creationId xmlns:a16="http://schemas.microsoft.com/office/drawing/2014/main" id="{F5D0896A-85F3-2FA7-58ED-F35C784639C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85750" y="285750"/>
            <a:ext cx="1152525" cy="199894"/>
          </a:xfrm>
          <a:prstGeom prst="rect">
            <a:avLst/>
          </a:prstGeom>
          <a:ln w="12700">
            <a:miter lim="400000"/>
          </a:ln>
        </p:spPr>
      </p:pic>
      <p:pic>
        <p:nvPicPr>
          <p:cNvPr id="4" name="shape-1.png" descr="shape-1.png">
            <a:extLst>
              <a:ext uri="{FF2B5EF4-FFF2-40B4-BE49-F238E27FC236}">
                <a16:creationId xmlns:a16="http://schemas.microsoft.com/office/drawing/2014/main" id="{CC24CED9-09B6-EABE-ACD1-520DE630076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flipH="1">
            <a:off x="4674609" y="1973005"/>
            <a:ext cx="3922753" cy="2574780"/>
          </a:xfrm>
          <a:prstGeom prst="rect">
            <a:avLst/>
          </a:prstGeom>
          <a:ln w="12700" cap="flat">
            <a:noFill/>
            <a:miter lim="400000"/>
          </a:ln>
          <a:effectLst/>
        </p:spPr>
      </p:pic>
      <p:sp>
        <p:nvSpPr>
          <p:cNvPr id="8" name="Text Placeholder 6">
            <a:extLst>
              <a:ext uri="{FF2B5EF4-FFF2-40B4-BE49-F238E27FC236}">
                <a16:creationId xmlns:a16="http://schemas.microsoft.com/office/drawing/2014/main" id="{E4B4A470-80CD-B8FF-7932-6E8442222871}"/>
              </a:ext>
            </a:extLst>
          </p:cNvPr>
          <p:cNvSpPr>
            <a:spLocks noGrp="1"/>
          </p:cNvSpPr>
          <p:nvPr>
            <p:ph type="body" sz="quarter" idx="22" hasCustomPrompt="1"/>
          </p:nvPr>
        </p:nvSpPr>
        <p:spPr>
          <a:xfrm>
            <a:off x="624570" y="1982330"/>
            <a:ext cx="3850640" cy="1021767"/>
          </a:xfrm>
          <a:prstGeom prst="rect">
            <a:avLst/>
          </a:prstGeom>
        </p:spPr>
        <p:txBody>
          <a:bodyPr lIns="0" tIns="0" rIns="0" bIns="0" anchor="b">
            <a:noAutofit/>
          </a:bodyPr>
          <a:lstStyle>
            <a:lvl1pPr marL="0" indent="0">
              <a:lnSpc>
                <a:spcPct val="70000"/>
              </a:lnSpc>
              <a:buNone/>
              <a:defRPr sz="4500">
                <a:solidFill>
                  <a:schemeClr val="tx1"/>
                </a:solidFill>
                <a:latin typeface="+mj-lt"/>
              </a:defRPr>
            </a:lvl1pPr>
          </a:lstStyle>
          <a:p>
            <a:pPr lvl="0"/>
            <a:r>
              <a:rPr lang="en-US"/>
              <a:t>TITLE</a:t>
            </a:r>
          </a:p>
        </p:txBody>
      </p:sp>
      <p:sp>
        <p:nvSpPr>
          <p:cNvPr id="12" name="Text Placeholder 14">
            <a:extLst>
              <a:ext uri="{FF2B5EF4-FFF2-40B4-BE49-F238E27FC236}">
                <a16:creationId xmlns:a16="http://schemas.microsoft.com/office/drawing/2014/main" id="{E4213261-3552-515D-6BEA-7C3FBC63EFC0}"/>
              </a:ext>
            </a:extLst>
          </p:cNvPr>
          <p:cNvSpPr>
            <a:spLocks noGrp="1"/>
          </p:cNvSpPr>
          <p:nvPr>
            <p:ph type="body" sz="quarter" idx="23" hasCustomPrompt="1"/>
          </p:nvPr>
        </p:nvSpPr>
        <p:spPr>
          <a:xfrm>
            <a:off x="624570" y="3110370"/>
            <a:ext cx="1524000" cy="588962"/>
          </a:xfrm>
        </p:spPr>
        <p:txBody>
          <a:bodyPr lIns="0" tIns="0" rIns="0" bIns="0">
            <a:noAutofit/>
          </a:bodyPr>
          <a:lstStyle>
            <a:lvl1pPr marL="0" indent="0">
              <a:lnSpc>
                <a:spcPct val="80000"/>
              </a:lnSpc>
              <a:buNone/>
              <a:defRPr sz="900">
                <a:solidFill>
                  <a:schemeClr val="tx1"/>
                </a:solidFill>
              </a:defRPr>
            </a:lvl1pPr>
          </a:lstStyle>
          <a:p>
            <a:pPr lvl="0"/>
            <a:r>
              <a:rPr lang="en-US"/>
              <a:t>text</a:t>
            </a:r>
          </a:p>
        </p:txBody>
      </p:sp>
      <p:sp>
        <p:nvSpPr>
          <p:cNvPr id="3" name="Picture Placeholder 3">
            <a:extLst>
              <a:ext uri="{FF2B5EF4-FFF2-40B4-BE49-F238E27FC236}">
                <a16:creationId xmlns:a16="http://schemas.microsoft.com/office/drawing/2014/main" id="{D143D9BD-5856-191C-F34E-032D81D64126}"/>
              </a:ext>
            </a:extLst>
          </p:cNvPr>
          <p:cNvSpPr>
            <a:spLocks noGrp="1"/>
          </p:cNvSpPr>
          <p:nvPr>
            <p:ph type="pic" sz="quarter" idx="15"/>
          </p:nvPr>
        </p:nvSpPr>
        <p:spPr>
          <a:xfrm>
            <a:off x="5740712" y="730462"/>
            <a:ext cx="2634558" cy="3537495"/>
          </a:xfrm>
        </p:spPr>
        <p:txBody>
          <a:bodyPr/>
          <a:lstStyle/>
          <a:p>
            <a:endParaRPr lang="en-US"/>
          </a:p>
        </p:txBody>
      </p:sp>
    </p:spTree>
    <p:extLst>
      <p:ext uri="{BB962C8B-B14F-4D97-AF65-F5344CB8AC3E}">
        <p14:creationId xmlns:p14="http://schemas.microsoft.com/office/powerpoint/2010/main" val="1900229254"/>
      </p:ext>
    </p:extLst>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title, bullet left + image right - light">
    <p:bg>
      <p:bgPr>
        <a:solidFill>
          <a:srgbClr val="FDFAF2"/>
        </a:solidFill>
        <a:effectLst/>
      </p:bgPr>
    </p:bg>
    <p:spTree>
      <p:nvGrpSpPr>
        <p:cNvPr id="1" name=""/>
        <p:cNvGrpSpPr/>
        <p:nvPr/>
      </p:nvGrpSpPr>
      <p:grpSpPr>
        <a:xfrm>
          <a:off x="0" y="0"/>
          <a:ext cx="0" cy="0"/>
          <a:chOff x="0" y="0"/>
          <a:chExt cx="0" cy="0"/>
        </a:xfrm>
      </p:grpSpPr>
      <p:pic>
        <p:nvPicPr>
          <p:cNvPr id="9" name="CGC logo.png" descr="CGC logo.png">
            <a:extLst>
              <a:ext uri="{FF2B5EF4-FFF2-40B4-BE49-F238E27FC236}">
                <a16:creationId xmlns:a16="http://schemas.microsoft.com/office/drawing/2014/main" id="{F5D0896A-85F3-2FA7-58ED-F35C784639C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85750" y="285750"/>
            <a:ext cx="1152525" cy="199894"/>
          </a:xfrm>
          <a:prstGeom prst="rect">
            <a:avLst/>
          </a:prstGeom>
          <a:ln w="12700">
            <a:miter lim="400000"/>
          </a:ln>
        </p:spPr>
      </p:pic>
      <p:sp>
        <p:nvSpPr>
          <p:cNvPr id="7" name="A person’s lower body with blue trousers and green shoes on a yellow and pink floor">
            <a:extLst>
              <a:ext uri="{FF2B5EF4-FFF2-40B4-BE49-F238E27FC236}">
                <a16:creationId xmlns:a16="http://schemas.microsoft.com/office/drawing/2014/main" id="{120B3287-2D29-97D3-E17C-97833A9D6C15}"/>
              </a:ext>
            </a:extLst>
          </p:cNvPr>
          <p:cNvSpPr>
            <a:spLocks noGrp="1"/>
          </p:cNvSpPr>
          <p:nvPr>
            <p:ph type="pic" idx="21"/>
          </p:nvPr>
        </p:nvSpPr>
        <p:spPr>
          <a:xfrm>
            <a:off x="5334000" y="0"/>
            <a:ext cx="3810000" cy="5143500"/>
          </a:xfrm>
          <a:prstGeom prst="rect">
            <a:avLst/>
          </a:prstGeom>
        </p:spPr>
        <p:txBody>
          <a:bodyPr lIns="91439" tIns="45719" rIns="91439" bIns="45719">
            <a:noAutofit/>
          </a:bodyPr>
          <a:lstStyle/>
          <a:p>
            <a:endParaRPr/>
          </a:p>
        </p:txBody>
      </p:sp>
      <p:sp>
        <p:nvSpPr>
          <p:cNvPr id="11" name="Text Placeholder 6">
            <a:extLst>
              <a:ext uri="{FF2B5EF4-FFF2-40B4-BE49-F238E27FC236}">
                <a16:creationId xmlns:a16="http://schemas.microsoft.com/office/drawing/2014/main" id="{B1929B9B-2227-91A9-A4F8-E13C569E7189}"/>
              </a:ext>
            </a:extLst>
          </p:cNvPr>
          <p:cNvSpPr>
            <a:spLocks noGrp="1"/>
          </p:cNvSpPr>
          <p:nvPr>
            <p:ph type="body" sz="quarter" idx="22" hasCustomPrompt="1"/>
          </p:nvPr>
        </p:nvSpPr>
        <p:spPr>
          <a:xfrm>
            <a:off x="641684" y="989396"/>
            <a:ext cx="3850640" cy="1021767"/>
          </a:xfrm>
          <a:prstGeom prst="rect">
            <a:avLst/>
          </a:prstGeom>
        </p:spPr>
        <p:txBody>
          <a:bodyPr lIns="0" tIns="0" rIns="0" bIns="0" anchor="b">
            <a:noAutofit/>
          </a:bodyPr>
          <a:lstStyle>
            <a:lvl1pPr marL="0" indent="0">
              <a:lnSpc>
                <a:spcPct val="70000"/>
              </a:lnSpc>
              <a:buNone/>
              <a:defRPr sz="4500">
                <a:solidFill>
                  <a:schemeClr val="tx1"/>
                </a:solidFill>
                <a:latin typeface="+mj-lt"/>
              </a:defRPr>
            </a:lvl1pPr>
          </a:lstStyle>
          <a:p>
            <a:pPr lvl="0"/>
            <a:r>
              <a:rPr lang="en-US"/>
              <a:t>TITLE</a:t>
            </a:r>
          </a:p>
        </p:txBody>
      </p:sp>
      <p:sp>
        <p:nvSpPr>
          <p:cNvPr id="14" name="Text Placeholder 14">
            <a:extLst>
              <a:ext uri="{FF2B5EF4-FFF2-40B4-BE49-F238E27FC236}">
                <a16:creationId xmlns:a16="http://schemas.microsoft.com/office/drawing/2014/main" id="{4D033747-5BB2-F5A4-FECB-77E42BA10532}"/>
              </a:ext>
            </a:extLst>
          </p:cNvPr>
          <p:cNvSpPr>
            <a:spLocks noGrp="1"/>
          </p:cNvSpPr>
          <p:nvPr>
            <p:ph type="body" sz="quarter" idx="23" hasCustomPrompt="1"/>
          </p:nvPr>
        </p:nvSpPr>
        <p:spPr>
          <a:xfrm>
            <a:off x="633664" y="2215291"/>
            <a:ext cx="1524000" cy="1929188"/>
          </a:xfrm>
        </p:spPr>
        <p:txBody>
          <a:bodyPr lIns="0" tIns="0" rIns="0" bIns="0">
            <a:noAutofit/>
          </a:bodyPr>
          <a:lstStyle>
            <a:lvl1pPr marL="171450" indent="-171450">
              <a:lnSpc>
                <a:spcPct val="80000"/>
              </a:lnSpc>
              <a:spcAft>
                <a:spcPts val="400"/>
              </a:spcAft>
              <a:buClr>
                <a:srgbClr val="0F2240"/>
              </a:buClr>
              <a:buSzPct val="100000"/>
              <a:buFont typeface="Arial" panose="020B0604020202020204" pitchFamily="34" charset="0"/>
              <a:buChar char="•"/>
              <a:defRPr sz="900">
                <a:solidFill>
                  <a:schemeClr val="tx1"/>
                </a:solidFill>
              </a:defRPr>
            </a:lvl1pPr>
          </a:lstStyle>
          <a:p>
            <a:pPr lvl="0"/>
            <a:r>
              <a:rPr lang="en-US"/>
              <a:t>Text</a:t>
            </a:r>
          </a:p>
          <a:p>
            <a:pPr lvl="0"/>
            <a:endParaRPr lang="en-US"/>
          </a:p>
        </p:txBody>
      </p:sp>
    </p:spTree>
    <p:extLst>
      <p:ext uri="{BB962C8B-B14F-4D97-AF65-F5344CB8AC3E}">
        <p14:creationId xmlns:p14="http://schemas.microsoft.com/office/powerpoint/2010/main" val="4143179578"/>
      </p:ext>
    </p:extLst>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image left + title, bullet right - light">
    <p:bg>
      <p:bgPr>
        <a:solidFill>
          <a:srgbClr val="FDFAF2"/>
        </a:solidFill>
        <a:effectLst/>
      </p:bgPr>
    </p:bg>
    <p:spTree>
      <p:nvGrpSpPr>
        <p:cNvPr id="1" name=""/>
        <p:cNvGrpSpPr/>
        <p:nvPr/>
      </p:nvGrpSpPr>
      <p:grpSpPr>
        <a:xfrm>
          <a:off x="0" y="0"/>
          <a:ext cx="0" cy="0"/>
          <a:chOff x="0" y="0"/>
          <a:chExt cx="0" cy="0"/>
        </a:xfrm>
      </p:grpSpPr>
      <p:sp>
        <p:nvSpPr>
          <p:cNvPr id="7" name="A person’s lower body with blue trousers and green shoes on a yellow and pink floor">
            <a:extLst>
              <a:ext uri="{FF2B5EF4-FFF2-40B4-BE49-F238E27FC236}">
                <a16:creationId xmlns:a16="http://schemas.microsoft.com/office/drawing/2014/main" id="{120B3287-2D29-97D3-E17C-97833A9D6C15}"/>
              </a:ext>
            </a:extLst>
          </p:cNvPr>
          <p:cNvSpPr>
            <a:spLocks noGrp="1"/>
          </p:cNvSpPr>
          <p:nvPr>
            <p:ph type="pic" idx="21"/>
          </p:nvPr>
        </p:nvSpPr>
        <p:spPr>
          <a:xfrm>
            <a:off x="0" y="0"/>
            <a:ext cx="3810000" cy="5143500"/>
          </a:xfrm>
          <a:prstGeom prst="rect">
            <a:avLst/>
          </a:prstGeom>
        </p:spPr>
        <p:txBody>
          <a:bodyPr lIns="91439" tIns="45719" rIns="91439" bIns="45719">
            <a:noAutofit/>
          </a:bodyPr>
          <a:lstStyle/>
          <a:p>
            <a:endParaRPr/>
          </a:p>
        </p:txBody>
      </p:sp>
      <p:sp>
        <p:nvSpPr>
          <p:cNvPr id="10" name="Slide Number">
            <a:extLst>
              <a:ext uri="{FF2B5EF4-FFF2-40B4-BE49-F238E27FC236}">
                <a16:creationId xmlns:a16="http://schemas.microsoft.com/office/drawing/2014/main" id="{E7C2BF68-2C1D-5F25-213F-9A4B1940819B}"/>
              </a:ext>
            </a:extLst>
          </p:cNvPr>
          <p:cNvSpPr txBox="1">
            <a:spLocks noGrp="1"/>
          </p:cNvSpPr>
          <p:nvPr>
            <p:ph type="sldNum" sz="quarter" idx="2"/>
          </p:nvPr>
        </p:nvSpPr>
        <p:spPr>
          <a:xfrm>
            <a:off x="8858250" y="4842465"/>
            <a:ext cx="208390" cy="218073"/>
          </a:xfrm>
          <a:prstGeom prst="rect">
            <a:avLst/>
          </a:prstGeom>
        </p:spPr>
        <p:txBody>
          <a:bodyPr/>
          <a:lstStyle>
            <a:lvl1pPr>
              <a:defRPr>
                <a:solidFill>
                  <a:schemeClr val="tx1"/>
                </a:solidFill>
              </a:defRPr>
            </a:lvl1pPr>
          </a:lstStyle>
          <a:p>
            <a:fld id="{86CB4B4D-7CA3-9044-876B-883B54F8677D}" type="slidenum">
              <a:rPr lang="en-GB" smtClean="0"/>
              <a:pPr/>
              <a:t>‹#›</a:t>
            </a:fld>
            <a:endParaRPr lang="en-GB"/>
          </a:p>
        </p:txBody>
      </p:sp>
      <p:pic>
        <p:nvPicPr>
          <p:cNvPr id="3" name="CGC logo white.png" descr="CGC logo white.png">
            <a:extLst>
              <a:ext uri="{FF2B5EF4-FFF2-40B4-BE49-F238E27FC236}">
                <a16:creationId xmlns:a16="http://schemas.microsoft.com/office/drawing/2014/main" id="{99BF77A2-1F13-5030-2106-3E55CAD8FE0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85750" y="285750"/>
            <a:ext cx="1152091" cy="199818"/>
          </a:xfrm>
          <a:prstGeom prst="rect">
            <a:avLst/>
          </a:prstGeom>
          <a:ln w="12700">
            <a:miter lim="400000"/>
          </a:ln>
        </p:spPr>
      </p:pic>
      <p:sp>
        <p:nvSpPr>
          <p:cNvPr id="2" name="Text Placeholder 6">
            <a:extLst>
              <a:ext uri="{FF2B5EF4-FFF2-40B4-BE49-F238E27FC236}">
                <a16:creationId xmlns:a16="http://schemas.microsoft.com/office/drawing/2014/main" id="{2432704C-29D8-83A3-E84D-96697DF4BF15}"/>
              </a:ext>
            </a:extLst>
          </p:cNvPr>
          <p:cNvSpPr>
            <a:spLocks noGrp="1"/>
          </p:cNvSpPr>
          <p:nvPr>
            <p:ph type="body" sz="quarter" idx="24" hasCustomPrompt="1"/>
          </p:nvPr>
        </p:nvSpPr>
        <p:spPr>
          <a:xfrm>
            <a:off x="4728157" y="987390"/>
            <a:ext cx="3850640" cy="1021767"/>
          </a:xfrm>
          <a:prstGeom prst="rect">
            <a:avLst/>
          </a:prstGeom>
        </p:spPr>
        <p:txBody>
          <a:bodyPr lIns="0" tIns="0" rIns="0" bIns="0" anchor="b">
            <a:noAutofit/>
          </a:bodyPr>
          <a:lstStyle>
            <a:lvl1pPr marL="0" indent="0">
              <a:lnSpc>
                <a:spcPct val="70000"/>
              </a:lnSpc>
              <a:buNone/>
              <a:defRPr sz="4500">
                <a:solidFill>
                  <a:schemeClr val="tx1"/>
                </a:solidFill>
                <a:latin typeface="+mj-lt"/>
              </a:defRPr>
            </a:lvl1pPr>
          </a:lstStyle>
          <a:p>
            <a:pPr lvl="0"/>
            <a:r>
              <a:rPr lang="en-US"/>
              <a:t>TITLE</a:t>
            </a:r>
          </a:p>
        </p:txBody>
      </p:sp>
      <p:sp>
        <p:nvSpPr>
          <p:cNvPr id="4" name="Text Placeholder 14">
            <a:extLst>
              <a:ext uri="{FF2B5EF4-FFF2-40B4-BE49-F238E27FC236}">
                <a16:creationId xmlns:a16="http://schemas.microsoft.com/office/drawing/2014/main" id="{0514A844-8725-8F1D-A8FB-163E80AAA96A}"/>
              </a:ext>
            </a:extLst>
          </p:cNvPr>
          <p:cNvSpPr>
            <a:spLocks noGrp="1"/>
          </p:cNvSpPr>
          <p:nvPr>
            <p:ph type="body" sz="quarter" idx="25" hasCustomPrompt="1"/>
          </p:nvPr>
        </p:nvSpPr>
        <p:spPr>
          <a:xfrm>
            <a:off x="4720137" y="2213285"/>
            <a:ext cx="1524000" cy="1929188"/>
          </a:xfrm>
        </p:spPr>
        <p:txBody>
          <a:bodyPr lIns="0" tIns="0" rIns="0" bIns="0">
            <a:noAutofit/>
          </a:bodyPr>
          <a:lstStyle>
            <a:lvl1pPr marL="171450" indent="-171450">
              <a:lnSpc>
                <a:spcPct val="80000"/>
              </a:lnSpc>
              <a:spcAft>
                <a:spcPts val="400"/>
              </a:spcAft>
              <a:buClr>
                <a:srgbClr val="0F2240"/>
              </a:buClr>
              <a:buSzPct val="100000"/>
              <a:buFont typeface="Arial" panose="020B0604020202020204" pitchFamily="34" charset="0"/>
              <a:buChar char="•"/>
              <a:defRPr sz="900">
                <a:solidFill>
                  <a:schemeClr val="tx1"/>
                </a:solidFill>
              </a:defRPr>
            </a:lvl1pPr>
          </a:lstStyle>
          <a:p>
            <a:pPr lvl="0"/>
            <a:r>
              <a:rPr lang="en-US"/>
              <a:t>Text</a:t>
            </a:r>
          </a:p>
          <a:p>
            <a:pPr lvl="0"/>
            <a:endParaRPr lang="en-US"/>
          </a:p>
        </p:txBody>
      </p:sp>
    </p:spTree>
    <p:extLst>
      <p:ext uri="{BB962C8B-B14F-4D97-AF65-F5344CB8AC3E}">
        <p14:creationId xmlns:p14="http://schemas.microsoft.com/office/powerpoint/2010/main" val="903642743"/>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title, bullet left + image over shape right - light">
    <p:bg>
      <p:bgPr>
        <a:solidFill>
          <a:srgbClr val="FDFAF2"/>
        </a:solidFill>
        <a:effectLst/>
      </p:bgPr>
    </p:bg>
    <p:spTree>
      <p:nvGrpSpPr>
        <p:cNvPr id="1" name=""/>
        <p:cNvGrpSpPr/>
        <p:nvPr/>
      </p:nvGrpSpPr>
      <p:grpSpPr>
        <a:xfrm>
          <a:off x="0" y="0"/>
          <a:ext cx="0" cy="0"/>
          <a:chOff x="0" y="0"/>
          <a:chExt cx="0" cy="0"/>
        </a:xfrm>
      </p:grpSpPr>
      <p:sp>
        <p:nvSpPr>
          <p:cNvPr id="184" name="Slide Number"/>
          <p:cNvSpPr txBox="1">
            <a:spLocks noGrp="1"/>
          </p:cNvSpPr>
          <p:nvPr>
            <p:ph type="sldNum" sz="quarter" idx="2"/>
          </p:nvPr>
        </p:nvSpPr>
        <p:spPr>
          <a:prstGeom prst="rect">
            <a:avLst/>
          </a:prstGeom>
        </p:spPr>
        <p:txBody>
          <a:bodyPr/>
          <a:lstStyle>
            <a:lvl1pPr>
              <a:defRPr>
                <a:solidFill>
                  <a:schemeClr val="tx1"/>
                </a:solidFill>
              </a:defRPr>
            </a:lvl1pPr>
          </a:lstStyle>
          <a:p>
            <a:fld id="{86CB4B4D-7CA3-9044-876B-883B54F8677D}" type="slidenum">
              <a:rPr lang="en-GB" smtClean="0"/>
              <a:pPr/>
              <a:t>‹#›</a:t>
            </a:fld>
            <a:endParaRPr lang="en-GB"/>
          </a:p>
        </p:txBody>
      </p:sp>
      <p:pic>
        <p:nvPicPr>
          <p:cNvPr id="9" name="CGC logo.png" descr="CGC logo.png">
            <a:extLst>
              <a:ext uri="{FF2B5EF4-FFF2-40B4-BE49-F238E27FC236}">
                <a16:creationId xmlns:a16="http://schemas.microsoft.com/office/drawing/2014/main" id="{F5D0896A-85F3-2FA7-58ED-F35C784639C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85750" y="285750"/>
            <a:ext cx="1152525" cy="199894"/>
          </a:xfrm>
          <a:prstGeom prst="rect">
            <a:avLst/>
          </a:prstGeom>
          <a:ln w="12700">
            <a:miter lim="400000"/>
          </a:ln>
        </p:spPr>
      </p:pic>
      <p:pic>
        <p:nvPicPr>
          <p:cNvPr id="4" name="shape-1.png" descr="shape-1.png">
            <a:extLst>
              <a:ext uri="{FF2B5EF4-FFF2-40B4-BE49-F238E27FC236}">
                <a16:creationId xmlns:a16="http://schemas.microsoft.com/office/drawing/2014/main" id="{CC24CED9-09B6-EABE-ACD1-520DE630076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flipH="1">
            <a:off x="4674609" y="1973005"/>
            <a:ext cx="3922753" cy="2574780"/>
          </a:xfrm>
          <a:prstGeom prst="rect">
            <a:avLst/>
          </a:prstGeom>
          <a:ln w="12700" cap="flat">
            <a:noFill/>
            <a:miter lim="400000"/>
          </a:ln>
          <a:effectLst/>
        </p:spPr>
      </p:pic>
      <p:sp>
        <p:nvSpPr>
          <p:cNvPr id="3" name="Picture Placeholder 3">
            <a:extLst>
              <a:ext uri="{FF2B5EF4-FFF2-40B4-BE49-F238E27FC236}">
                <a16:creationId xmlns:a16="http://schemas.microsoft.com/office/drawing/2014/main" id="{B5D9FA8B-7E5B-C303-7A5D-B6B0E9DDAFEC}"/>
              </a:ext>
            </a:extLst>
          </p:cNvPr>
          <p:cNvSpPr>
            <a:spLocks noGrp="1"/>
          </p:cNvSpPr>
          <p:nvPr>
            <p:ph type="pic" sz="quarter" idx="15"/>
          </p:nvPr>
        </p:nvSpPr>
        <p:spPr>
          <a:xfrm>
            <a:off x="5740712" y="730462"/>
            <a:ext cx="2634558" cy="3537495"/>
          </a:xfrm>
        </p:spPr>
        <p:txBody>
          <a:bodyPr/>
          <a:lstStyle/>
          <a:p>
            <a:endParaRPr lang="en-US"/>
          </a:p>
        </p:txBody>
      </p:sp>
      <p:sp>
        <p:nvSpPr>
          <p:cNvPr id="5" name="Text Placeholder 6">
            <a:extLst>
              <a:ext uri="{FF2B5EF4-FFF2-40B4-BE49-F238E27FC236}">
                <a16:creationId xmlns:a16="http://schemas.microsoft.com/office/drawing/2014/main" id="{2106DA8C-086F-9501-609F-199DC154599C}"/>
              </a:ext>
            </a:extLst>
          </p:cNvPr>
          <p:cNvSpPr>
            <a:spLocks noGrp="1"/>
          </p:cNvSpPr>
          <p:nvPr>
            <p:ph type="body" sz="quarter" idx="24" hasCustomPrompt="1"/>
          </p:nvPr>
        </p:nvSpPr>
        <p:spPr>
          <a:xfrm>
            <a:off x="585091" y="987390"/>
            <a:ext cx="3850640" cy="1021767"/>
          </a:xfrm>
          <a:prstGeom prst="rect">
            <a:avLst/>
          </a:prstGeom>
        </p:spPr>
        <p:txBody>
          <a:bodyPr lIns="0" tIns="0" rIns="0" bIns="0" anchor="b">
            <a:noAutofit/>
          </a:bodyPr>
          <a:lstStyle>
            <a:lvl1pPr marL="0" indent="0">
              <a:lnSpc>
                <a:spcPct val="70000"/>
              </a:lnSpc>
              <a:buNone/>
              <a:defRPr sz="4500">
                <a:solidFill>
                  <a:schemeClr val="tx1"/>
                </a:solidFill>
                <a:latin typeface="+mj-lt"/>
              </a:defRPr>
            </a:lvl1pPr>
          </a:lstStyle>
          <a:p>
            <a:pPr lvl="0"/>
            <a:r>
              <a:rPr lang="en-US"/>
              <a:t>TITLE</a:t>
            </a:r>
          </a:p>
        </p:txBody>
      </p:sp>
      <p:sp>
        <p:nvSpPr>
          <p:cNvPr id="6" name="Text Placeholder 14">
            <a:extLst>
              <a:ext uri="{FF2B5EF4-FFF2-40B4-BE49-F238E27FC236}">
                <a16:creationId xmlns:a16="http://schemas.microsoft.com/office/drawing/2014/main" id="{29A08A4A-BA40-D7E4-991E-6B36A6E9FA55}"/>
              </a:ext>
            </a:extLst>
          </p:cNvPr>
          <p:cNvSpPr>
            <a:spLocks noGrp="1"/>
          </p:cNvSpPr>
          <p:nvPr>
            <p:ph type="body" sz="quarter" idx="25" hasCustomPrompt="1"/>
          </p:nvPr>
        </p:nvSpPr>
        <p:spPr>
          <a:xfrm>
            <a:off x="577071" y="2213285"/>
            <a:ext cx="1524000" cy="1929188"/>
          </a:xfrm>
        </p:spPr>
        <p:txBody>
          <a:bodyPr lIns="0" tIns="0" rIns="0" bIns="0">
            <a:noAutofit/>
          </a:bodyPr>
          <a:lstStyle>
            <a:lvl1pPr marL="171450" indent="-171450">
              <a:lnSpc>
                <a:spcPct val="80000"/>
              </a:lnSpc>
              <a:spcAft>
                <a:spcPts val="400"/>
              </a:spcAft>
              <a:buClr>
                <a:srgbClr val="0F2240"/>
              </a:buClr>
              <a:buSzPct val="100000"/>
              <a:buFont typeface="Arial" panose="020B0604020202020204" pitchFamily="34" charset="0"/>
              <a:buChar char="•"/>
              <a:defRPr sz="900">
                <a:solidFill>
                  <a:schemeClr val="tx1"/>
                </a:solidFill>
              </a:defRPr>
            </a:lvl1pPr>
          </a:lstStyle>
          <a:p>
            <a:pPr lvl="0"/>
            <a:r>
              <a:rPr lang="en-US"/>
              <a:t>Text</a:t>
            </a:r>
          </a:p>
          <a:p>
            <a:pPr lvl="0"/>
            <a:endParaRPr lang="en-US"/>
          </a:p>
        </p:txBody>
      </p:sp>
    </p:spTree>
    <p:extLst>
      <p:ext uri="{BB962C8B-B14F-4D97-AF65-F5344CB8AC3E}">
        <p14:creationId xmlns:p14="http://schemas.microsoft.com/office/powerpoint/2010/main" val="2257864100"/>
      </p:ext>
    </p:extLst>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title, bullet left + image over blue shape right - light">
    <p:bg>
      <p:bgPr>
        <a:solidFill>
          <a:srgbClr val="FDFAF2"/>
        </a:solidFill>
        <a:effectLst/>
      </p:bgPr>
    </p:bg>
    <p:spTree>
      <p:nvGrpSpPr>
        <p:cNvPr id="1" name=""/>
        <p:cNvGrpSpPr/>
        <p:nvPr/>
      </p:nvGrpSpPr>
      <p:grpSpPr>
        <a:xfrm>
          <a:off x="0" y="0"/>
          <a:ext cx="0" cy="0"/>
          <a:chOff x="0" y="0"/>
          <a:chExt cx="0" cy="0"/>
        </a:xfrm>
      </p:grpSpPr>
      <p:sp>
        <p:nvSpPr>
          <p:cNvPr id="184" name="Slide Number"/>
          <p:cNvSpPr txBox="1">
            <a:spLocks noGrp="1"/>
          </p:cNvSpPr>
          <p:nvPr>
            <p:ph type="sldNum" sz="quarter" idx="2"/>
          </p:nvPr>
        </p:nvSpPr>
        <p:spPr>
          <a:prstGeom prst="rect">
            <a:avLst/>
          </a:prstGeom>
        </p:spPr>
        <p:txBody>
          <a:bodyPr/>
          <a:lstStyle>
            <a:lvl1pPr>
              <a:defRPr>
                <a:solidFill>
                  <a:schemeClr val="tx1"/>
                </a:solidFill>
              </a:defRPr>
            </a:lvl1pPr>
          </a:lstStyle>
          <a:p>
            <a:fld id="{86CB4B4D-7CA3-9044-876B-883B54F8677D}" type="slidenum">
              <a:rPr lang="en-GB" smtClean="0"/>
              <a:pPr/>
              <a:t>‹#›</a:t>
            </a:fld>
            <a:endParaRPr lang="en-GB"/>
          </a:p>
        </p:txBody>
      </p:sp>
      <p:pic>
        <p:nvPicPr>
          <p:cNvPr id="9" name="CGC logo.png" descr="CGC logo.png">
            <a:extLst>
              <a:ext uri="{FF2B5EF4-FFF2-40B4-BE49-F238E27FC236}">
                <a16:creationId xmlns:a16="http://schemas.microsoft.com/office/drawing/2014/main" id="{F5D0896A-85F3-2FA7-58ED-F35C784639C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85750" y="285750"/>
            <a:ext cx="1152525" cy="199894"/>
          </a:xfrm>
          <a:prstGeom prst="rect">
            <a:avLst/>
          </a:prstGeom>
          <a:ln w="12700">
            <a:miter lim="400000"/>
          </a:ln>
        </p:spPr>
      </p:pic>
      <p:pic>
        <p:nvPicPr>
          <p:cNvPr id="2" name="Rectangle 355-5.svg" descr="Rectangle 355-5.svg">
            <a:extLst>
              <a:ext uri="{FF2B5EF4-FFF2-40B4-BE49-F238E27FC236}">
                <a16:creationId xmlns:a16="http://schemas.microsoft.com/office/drawing/2014/main" id="{0F291208-228C-F5B9-8D79-8F7672F2E956}"/>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5492128" y="1684761"/>
            <a:ext cx="2945392" cy="2945392"/>
          </a:xfrm>
          <a:prstGeom prst="rect">
            <a:avLst/>
          </a:prstGeom>
          <a:ln w="12700">
            <a:miter lim="400000"/>
          </a:ln>
        </p:spPr>
      </p:pic>
      <p:sp>
        <p:nvSpPr>
          <p:cNvPr id="4" name="Picture Placeholder 3">
            <a:extLst>
              <a:ext uri="{FF2B5EF4-FFF2-40B4-BE49-F238E27FC236}">
                <a16:creationId xmlns:a16="http://schemas.microsoft.com/office/drawing/2014/main" id="{937A9561-A1E6-79E3-AD9E-ED0E5EE17DC8}"/>
              </a:ext>
            </a:extLst>
          </p:cNvPr>
          <p:cNvSpPr>
            <a:spLocks noGrp="1"/>
          </p:cNvSpPr>
          <p:nvPr>
            <p:ph type="pic" sz="quarter" idx="15"/>
          </p:nvPr>
        </p:nvSpPr>
        <p:spPr>
          <a:xfrm>
            <a:off x="5066335" y="762862"/>
            <a:ext cx="2228404" cy="2838897"/>
          </a:xfrm>
        </p:spPr>
        <p:txBody>
          <a:bodyPr/>
          <a:lstStyle/>
          <a:p>
            <a:endParaRPr lang="en-US"/>
          </a:p>
        </p:txBody>
      </p:sp>
      <p:sp>
        <p:nvSpPr>
          <p:cNvPr id="6" name="Text Placeholder 6">
            <a:extLst>
              <a:ext uri="{FF2B5EF4-FFF2-40B4-BE49-F238E27FC236}">
                <a16:creationId xmlns:a16="http://schemas.microsoft.com/office/drawing/2014/main" id="{72C51D30-99EB-3BF7-1A36-B35201D5EF93}"/>
              </a:ext>
            </a:extLst>
          </p:cNvPr>
          <p:cNvSpPr>
            <a:spLocks noGrp="1"/>
          </p:cNvSpPr>
          <p:nvPr>
            <p:ph type="body" sz="quarter" idx="24" hasCustomPrompt="1"/>
          </p:nvPr>
        </p:nvSpPr>
        <p:spPr>
          <a:xfrm>
            <a:off x="585091" y="987390"/>
            <a:ext cx="3850640" cy="1021767"/>
          </a:xfrm>
          <a:prstGeom prst="rect">
            <a:avLst/>
          </a:prstGeom>
        </p:spPr>
        <p:txBody>
          <a:bodyPr lIns="0" tIns="0" rIns="0" bIns="0" anchor="b">
            <a:noAutofit/>
          </a:bodyPr>
          <a:lstStyle>
            <a:lvl1pPr marL="0" indent="0">
              <a:lnSpc>
                <a:spcPct val="70000"/>
              </a:lnSpc>
              <a:buNone/>
              <a:defRPr sz="4500">
                <a:solidFill>
                  <a:schemeClr val="tx1"/>
                </a:solidFill>
                <a:latin typeface="+mj-lt"/>
              </a:defRPr>
            </a:lvl1pPr>
          </a:lstStyle>
          <a:p>
            <a:pPr lvl="0"/>
            <a:r>
              <a:rPr lang="en-US"/>
              <a:t>TITLE</a:t>
            </a:r>
          </a:p>
        </p:txBody>
      </p:sp>
      <p:sp>
        <p:nvSpPr>
          <p:cNvPr id="7" name="Text Placeholder 14">
            <a:extLst>
              <a:ext uri="{FF2B5EF4-FFF2-40B4-BE49-F238E27FC236}">
                <a16:creationId xmlns:a16="http://schemas.microsoft.com/office/drawing/2014/main" id="{7C892E87-4B6A-9ABE-34B2-F481F20AB242}"/>
              </a:ext>
            </a:extLst>
          </p:cNvPr>
          <p:cNvSpPr>
            <a:spLocks noGrp="1"/>
          </p:cNvSpPr>
          <p:nvPr>
            <p:ph type="body" sz="quarter" idx="25" hasCustomPrompt="1"/>
          </p:nvPr>
        </p:nvSpPr>
        <p:spPr>
          <a:xfrm>
            <a:off x="577071" y="2213285"/>
            <a:ext cx="1524000" cy="1929188"/>
          </a:xfrm>
        </p:spPr>
        <p:txBody>
          <a:bodyPr lIns="0" tIns="0" rIns="0" bIns="0">
            <a:noAutofit/>
          </a:bodyPr>
          <a:lstStyle>
            <a:lvl1pPr marL="171450" indent="-171450">
              <a:lnSpc>
                <a:spcPct val="80000"/>
              </a:lnSpc>
              <a:spcAft>
                <a:spcPts val="400"/>
              </a:spcAft>
              <a:buClr>
                <a:srgbClr val="0F2240"/>
              </a:buClr>
              <a:buSzPct val="100000"/>
              <a:buFont typeface="Arial" panose="020B0604020202020204" pitchFamily="34" charset="0"/>
              <a:buChar char="•"/>
              <a:defRPr sz="900">
                <a:solidFill>
                  <a:schemeClr val="tx1"/>
                </a:solidFill>
              </a:defRPr>
            </a:lvl1pPr>
          </a:lstStyle>
          <a:p>
            <a:pPr lvl="0"/>
            <a:r>
              <a:rPr lang="en-US"/>
              <a:t>Text</a:t>
            </a:r>
          </a:p>
          <a:p>
            <a:pPr lvl="0"/>
            <a:endParaRPr lang="en-US"/>
          </a:p>
        </p:txBody>
      </p:sp>
    </p:spTree>
    <p:extLst>
      <p:ext uri="{BB962C8B-B14F-4D97-AF65-F5344CB8AC3E}">
        <p14:creationId xmlns:p14="http://schemas.microsoft.com/office/powerpoint/2010/main" val="1438141295"/>
      </p:ext>
    </p:extLst>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3 column data - blue">
    <p:bg>
      <p:bgPr>
        <a:solidFill>
          <a:srgbClr val="0143FD"/>
        </a:solidFill>
        <a:effectLst/>
      </p:bgPr>
    </p:bg>
    <p:spTree>
      <p:nvGrpSpPr>
        <p:cNvPr id="1" name=""/>
        <p:cNvGrpSpPr/>
        <p:nvPr/>
      </p:nvGrpSpPr>
      <p:grpSpPr>
        <a:xfrm>
          <a:off x="0" y="0"/>
          <a:ext cx="0" cy="0"/>
          <a:chOff x="0" y="0"/>
          <a:chExt cx="0" cy="0"/>
        </a:xfrm>
      </p:grpSpPr>
      <p:sp>
        <p:nvSpPr>
          <p:cNvPr id="184" name="Slide Number"/>
          <p:cNvSpPr txBox="1">
            <a:spLocks noGrp="1"/>
          </p:cNvSpPr>
          <p:nvPr>
            <p:ph type="sldNum" sz="quarter" idx="2"/>
          </p:nvPr>
        </p:nvSpPr>
        <p:spPr>
          <a:prstGeom prst="rect">
            <a:avLst/>
          </a:prstGeom>
        </p:spPr>
        <p:txBody>
          <a:bodyPr/>
          <a:lstStyle>
            <a:lvl1pPr>
              <a:defRPr>
                <a:solidFill>
                  <a:schemeClr val="bg1"/>
                </a:solidFill>
              </a:defRPr>
            </a:lvl1pPr>
          </a:lstStyle>
          <a:p>
            <a:fld id="{86CB4B4D-7CA3-9044-876B-883B54F8677D}" type="slidenum">
              <a:rPr lang="en-GB" smtClean="0"/>
              <a:pPr/>
              <a:t>‹#›</a:t>
            </a:fld>
            <a:endParaRPr lang="en-GB"/>
          </a:p>
        </p:txBody>
      </p:sp>
      <p:sp>
        <p:nvSpPr>
          <p:cNvPr id="2" name="Text Placeholder 6">
            <a:extLst>
              <a:ext uri="{FF2B5EF4-FFF2-40B4-BE49-F238E27FC236}">
                <a16:creationId xmlns:a16="http://schemas.microsoft.com/office/drawing/2014/main" id="{083AC24E-4824-32CE-17DA-370BACE13799}"/>
              </a:ext>
            </a:extLst>
          </p:cNvPr>
          <p:cNvSpPr>
            <a:spLocks noGrp="1"/>
          </p:cNvSpPr>
          <p:nvPr>
            <p:ph type="body" sz="quarter" idx="22" hasCustomPrompt="1"/>
          </p:nvPr>
        </p:nvSpPr>
        <p:spPr>
          <a:xfrm>
            <a:off x="627844" y="705226"/>
            <a:ext cx="3850640" cy="1021767"/>
          </a:xfrm>
          <a:prstGeom prst="rect">
            <a:avLst/>
          </a:prstGeom>
        </p:spPr>
        <p:txBody>
          <a:bodyPr lIns="0" tIns="0" rIns="0" bIns="0" anchor="b">
            <a:noAutofit/>
          </a:bodyPr>
          <a:lstStyle>
            <a:lvl1pPr marL="0" indent="0">
              <a:lnSpc>
                <a:spcPct val="70000"/>
              </a:lnSpc>
              <a:buNone/>
              <a:defRPr sz="3000">
                <a:solidFill>
                  <a:schemeClr val="bg1"/>
                </a:solidFill>
                <a:latin typeface="+mj-lt"/>
              </a:defRPr>
            </a:lvl1pPr>
          </a:lstStyle>
          <a:p>
            <a:pPr lvl="0"/>
            <a:r>
              <a:rPr lang="en-US"/>
              <a:t>TITLE</a:t>
            </a:r>
          </a:p>
        </p:txBody>
      </p:sp>
      <p:sp>
        <p:nvSpPr>
          <p:cNvPr id="5" name="Text Placeholder 14">
            <a:extLst>
              <a:ext uri="{FF2B5EF4-FFF2-40B4-BE49-F238E27FC236}">
                <a16:creationId xmlns:a16="http://schemas.microsoft.com/office/drawing/2014/main" id="{CBDB9716-F314-123E-4B52-C3A65BD5C0FC}"/>
              </a:ext>
            </a:extLst>
          </p:cNvPr>
          <p:cNvSpPr>
            <a:spLocks noGrp="1"/>
          </p:cNvSpPr>
          <p:nvPr>
            <p:ph type="body" sz="quarter" idx="23" hasCustomPrompt="1"/>
          </p:nvPr>
        </p:nvSpPr>
        <p:spPr>
          <a:xfrm>
            <a:off x="627843" y="3256207"/>
            <a:ext cx="2270059" cy="1021767"/>
          </a:xfrm>
        </p:spPr>
        <p:txBody>
          <a:bodyPr lIns="0" tIns="0" rIns="0" bIns="0">
            <a:noAutofit/>
          </a:bodyPr>
          <a:lstStyle>
            <a:lvl1pPr marL="0" indent="0">
              <a:lnSpc>
                <a:spcPct val="80000"/>
              </a:lnSpc>
              <a:buNone/>
              <a:defRPr sz="1200">
                <a:solidFill>
                  <a:schemeClr val="bg1"/>
                </a:solidFill>
              </a:defRPr>
            </a:lvl1pPr>
          </a:lstStyle>
          <a:p>
            <a:pPr lvl="0"/>
            <a:r>
              <a:rPr lang="en-US"/>
              <a:t>text</a:t>
            </a:r>
          </a:p>
        </p:txBody>
      </p:sp>
      <p:sp>
        <p:nvSpPr>
          <p:cNvPr id="14" name="Text Placeholder 14">
            <a:extLst>
              <a:ext uri="{FF2B5EF4-FFF2-40B4-BE49-F238E27FC236}">
                <a16:creationId xmlns:a16="http://schemas.microsoft.com/office/drawing/2014/main" id="{6254AEAA-0663-9BF4-F093-0A33548D5A8B}"/>
              </a:ext>
            </a:extLst>
          </p:cNvPr>
          <p:cNvSpPr>
            <a:spLocks noGrp="1"/>
          </p:cNvSpPr>
          <p:nvPr>
            <p:ph type="body" sz="quarter" idx="25" hasCustomPrompt="1"/>
          </p:nvPr>
        </p:nvSpPr>
        <p:spPr>
          <a:xfrm>
            <a:off x="627843" y="3013585"/>
            <a:ext cx="2270059" cy="252788"/>
          </a:xfrm>
        </p:spPr>
        <p:txBody>
          <a:bodyPr lIns="0" tIns="0" rIns="0" bIns="0">
            <a:noAutofit/>
          </a:bodyPr>
          <a:lstStyle>
            <a:lvl1pPr marL="0" indent="0">
              <a:lnSpc>
                <a:spcPct val="80000"/>
              </a:lnSpc>
              <a:buNone/>
              <a:defRPr sz="1200" b="1" i="0">
                <a:solidFill>
                  <a:schemeClr val="bg1"/>
                </a:solidFill>
                <a:latin typeface="Lora SemiBold" pitchFamily="2" charset="77"/>
              </a:defRPr>
            </a:lvl1pPr>
          </a:lstStyle>
          <a:p>
            <a:pPr lvl="0"/>
            <a:r>
              <a:rPr lang="en-US"/>
              <a:t>Subtitle</a:t>
            </a:r>
          </a:p>
        </p:txBody>
      </p:sp>
      <p:sp>
        <p:nvSpPr>
          <p:cNvPr id="18" name="Text Placeholder 6">
            <a:extLst>
              <a:ext uri="{FF2B5EF4-FFF2-40B4-BE49-F238E27FC236}">
                <a16:creationId xmlns:a16="http://schemas.microsoft.com/office/drawing/2014/main" id="{D616CF55-F5B4-12B5-3A97-3FB16604E895}"/>
              </a:ext>
            </a:extLst>
          </p:cNvPr>
          <p:cNvSpPr>
            <a:spLocks noGrp="1"/>
          </p:cNvSpPr>
          <p:nvPr>
            <p:ph type="body" sz="quarter" idx="29" hasCustomPrompt="1"/>
          </p:nvPr>
        </p:nvSpPr>
        <p:spPr>
          <a:xfrm>
            <a:off x="627844" y="2008344"/>
            <a:ext cx="2466270" cy="1021767"/>
          </a:xfrm>
          <a:prstGeom prst="rect">
            <a:avLst/>
          </a:prstGeom>
        </p:spPr>
        <p:txBody>
          <a:bodyPr lIns="0" tIns="0" rIns="0" bIns="0" anchor="b">
            <a:noAutofit/>
          </a:bodyPr>
          <a:lstStyle>
            <a:lvl1pPr marL="0" indent="0">
              <a:lnSpc>
                <a:spcPct val="70000"/>
              </a:lnSpc>
              <a:buNone/>
              <a:defRPr sz="7500">
                <a:solidFill>
                  <a:schemeClr val="bg1"/>
                </a:solidFill>
                <a:latin typeface="+mj-lt"/>
              </a:defRPr>
            </a:lvl1pPr>
          </a:lstStyle>
          <a:p>
            <a:pPr lvl="0"/>
            <a:r>
              <a:rPr lang="en-US"/>
              <a:t>DATA</a:t>
            </a:r>
          </a:p>
        </p:txBody>
      </p:sp>
      <p:pic>
        <p:nvPicPr>
          <p:cNvPr id="3" name="CGC logo white.png" descr="CGC logo white.png">
            <a:extLst>
              <a:ext uri="{FF2B5EF4-FFF2-40B4-BE49-F238E27FC236}">
                <a16:creationId xmlns:a16="http://schemas.microsoft.com/office/drawing/2014/main" id="{29CEE4A7-7864-EBE3-4582-0073BA645ED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85750" y="285750"/>
            <a:ext cx="1152091" cy="199818"/>
          </a:xfrm>
          <a:prstGeom prst="rect">
            <a:avLst/>
          </a:prstGeom>
          <a:ln w="12700">
            <a:miter lim="400000"/>
          </a:ln>
        </p:spPr>
      </p:pic>
      <p:sp>
        <p:nvSpPr>
          <p:cNvPr id="4" name="Text Placeholder 14">
            <a:extLst>
              <a:ext uri="{FF2B5EF4-FFF2-40B4-BE49-F238E27FC236}">
                <a16:creationId xmlns:a16="http://schemas.microsoft.com/office/drawing/2014/main" id="{CCB60316-8C0A-0E7E-F220-2796F96F4940}"/>
              </a:ext>
            </a:extLst>
          </p:cNvPr>
          <p:cNvSpPr>
            <a:spLocks noGrp="1"/>
          </p:cNvSpPr>
          <p:nvPr>
            <p:ph type="body" sz="quarter" idx="32" hasCustomPrompt="1"/>
          </p:nvPr>
        </p:nvSpPr>
        <p:spPr>
          <a:xfrm>
            <a:off x="3404134" y="3256207"/>
            <a:ext cx="2270059" cy="1021767"/>
          </a:xfrm>
        </p:spPr>
        <p:txBody>
          <a:bodyPr lIns="0" tIns="0" rIns="0" bIns="0">
            <a:noAutofit/>
          </a:bodyPr>
          <a:lstStyle>
            <a:lvl1pPr marL="0" indent="0">
              <a:lnSpc>
                <a:spcPct val="80000"/>
              </a:lnSpc>
              <a:buNone/>
              <a:defRPr sz="1200">
                <a:solidFill>
                  <a:schemeClr val="bg1"/>
                </a:solidFill>
              </a:defRPr>
            </a:lvl1pPr>
          </a:lstStyle>
          <a:p>
            <a:pPr lvl="0"/>
            <a:r>
              <a:rPr lang="en-US"/>
              <a:t>text</a:t>
            </a:r>
          </a:p>
        </p:txBody>
      </p:sp>
      <p:sp>
        <p:nvSpPr>
          <p:cNvPr id="6" name="Text Placeholder 14">
            <a:extLst>
              <a:ext uri="{FF2B5EF4-FFF2-40B4-BE49-F238E27FC236}">
                <a16:creationId xmlns:a16="http://schemas.microsoft.com/office/drawing/2014/main" id="{301576FB-9E6C-4C8D-C4C2-89F38A3E79F5}"/>
              </a:ext>
            </a:extLst>
          </p:cNvPr>
          <p:cNvSpPr>
            <a:spLocks noGrp="1"/>
          </p:cNvSpPr>
          <p:nvPr>
            <p:ph type="body" sz="quarter" idx="33" hasCustomPrompt="1"/>
          </p:nvPr>
        </p:nvSpPr>
        <p:spPr>
          <a:xfrm>
            <a:off x="3404134" y="3013585"/>
            <a:ext cx="2270059" cy="252788"/>
          </a:xfrm>
        </p:spPr>
        <p:txBody>
          <a:bodyPr lIns="0" tIns="0" rIns="0" bIns="0">
            <a:noAutofit/>
          </a:bodyPr>
          <a:lstStyle>
            <a:lvl1pPr marL="0" indent="0">
              <a:lnSpc>
                <a:spcPct val="80000"/>
              </a:lnSpc>
              <a:buNone/>
              <a:defRPr sz="1200" b="1" i="0">
                <a:solidFill>
                  <a:schemeClr val="bg1"/>
                </a:solidFill>
                <a:latin typeface="Lora SemiBold" pitchFamily="2" charset="77"/>
              </a:defRPr>
            </a:lvl1pPr>
          </a:lstStyle>
          <a:p>
            <a:pPr lvl="0"/>
            <a:r>
              <a:rPr lang="en-US"/>
              <a:t>Subtitle</a:t>
            </a:r>
          </a:p>
        </p:txBody>
      </p:sp>
      <p:sp>
        <p:nvSpPr>
          <p:cNvPr id="7" name="Text Placeholder 6">
            <a:extLst>
              <a:ext uri="{FF2B5EF4-FFF2-40B4-BE49-F238E27FC236}">
                <a16:creationId xmlns:a16="http://schemas.microsoft.com/office/drawing/2014/main" id="{207812A7-8A80-45CE-D319-B45807D8B6AD}"/>
              </a:ext>
            </a:extLst>
          </p:cNvPr>
          <p:cNvSpPr>
            <a:spLocks noGrp="1"/>
          </p:cNvSpPr>
          <p:nvPr>
            <p:ph type="body" sz="quarter" idx="34" hasCustomPrompt="1"/>
          </p:nvPr>
        </p:nvSpPr>
        <p:spPr>
          <a:xfrm>
            <a:off x="3404135" y="2008344"/>
            <a:ext cx="2466270" cy="1021767"/>
          </a:xfrm>
          <a:prstGeom prst="rect">
            <a:avLst/>
          </a:prstGeom>
        </p:spPr>
        <p:txBody>
          <a:bodyPr lIns="0" tIns="0" rIns="0" bIns="0" anchor="b">
            <a:noAutofit/>
          </a:bodyPr>
          <a:lstStyle>
            <a:lvl1pPr marL="0" indent="0">
              <a:lnSpc>
                <a:spcPct val="70000"/>
              </a:lnSpc>
              <a:buNone/>
              <a:defRPr sz="7500">
                <a:solidFill>
                  <a:schemeClr val="bg1"/>
                </a:solidFill>
                <a:latin typeface="+mj-lt"/>
              </a:defRPr>
            </a:lvl1pPr>
          </a:lstStyle>
          <a:p>
            <a:pPr lvl="0"/>
            <a:r>
              <a:rPr lang="en-US"/>
              <a:t>DATA</a:t>
            </a:r>
          </a:p>
        </p:txBody>
      </p:sp>
      <p:sp>
        <p:nvSpPr>
          <p:cNvPr id="8" name="Text Placeholder 14">
            <a:extLst>
              <a:ext uri="{FF2B5EF4-FFF2-40B4-BE49-F238E27FC236}">
                <a16:creationId xmlns:a16="http://schemas.microsoft.com/office/drawing/2014/main" id="{0A45F78A-A2CA-5598-87D6-FB51BB95FF7B}"/>
              </a:ext>
            </a:extLst>
          </p:cNvPr>
          <p:cNvSpPr>
            <a:spLocks noGrp="1"/>
          </p:cNvSpPr>
          <p:nvPr>
            <p:ph type="body" sz="quarter" idx="35" hasCustomPrompt="1"/>
          </p:nvPr>
        </p:nvSpPr>
        <p:spPr>
          <a:xfrm>
            <a:off x="6180424" y="3256207"/>
            <a:ext cx="2270059" cy="1021767"/>
          </a:xfrm>
        </p:spPr>
        <p:txBody>
          <a:bodyPr lIns="0" tIns="0" rIns="0" bIns="0">
            <a:noAutofit/>
          </a:bodyPr>
          <a:lstStyle>
            <a:lvl1pPr marL="0" indent="0">
              <a:lnSpc>
                <a:spcPct val="80000"/>
              </a:lnSpc>
              <a:buNone/>
              <a:defRPr sz="1200">
                <a:solidFill>
                  <a:schemeClr val="bg1"/>
                </a:solidFill>
              </a:defRPr>
            </a:lvl1pPr>
          </a:lstStyle>
          <a:p>
            <a:pPr lvl="0"/>
            <a:r>
              <a:rPr lang="en-US"/>
              <a:t>text</a:t>
            </a:r>
          </a:p>
        </p:txBody>
      </p:sp>
      <p:sp>
        <p:nvSpPr>
          <p:cNvPr id="9" name="Text Placeholder 14">
            <a:extLst>
              <a:ext uri="{FF2B5EF4-FFF2-40B4-BE49-F238E27FC236}">
                <a16:creationId xmlns:a16="http://schemas.microsoft.com/office/drawing/2014/main" id="{849EE092-6E39-7CDE-438D-F317D7C4793F}"/>
              </a:ext>
            </a:extLst>
          </p:cNvPr>
          <p:cNvSpPr>
            <a:spLocks noGrp="1"/>
          </p:cNvSpPr>
          <p:nvPr>
            <p:ph type="body" sz="quarter" idx="36" hasCustomPrompt="1"/>
          </p:nvPr>
        </p:nvSpPr>
        <p:spPr>
          <a:xfrm>
            <a:off x="6180424" y="3013585"/>
            <a:ext cx="2270059" cy="252788"/>
          </a:xfrm>
        </p:spPr>
        <p:txBody>
          <a:bodyPr lIns="0" tIns="0" rIns="0" bIns="0">
            <a:noAutofit/>
          </a:bodyPr>
          <a:lstStyle>
            <a:lvl1pPr marL="0" indent="0">
              <a:lnSpc>
                <a:spcPct val="80000"/>
              </a:lnSpc>
              <a:buNone/>
              <a:defRPr sz="1200" b="1" i="0">
                <a:solidFill>
                  <a:schemeClr val="bg1"/>
                </a:solidFill>
                <a:latin typeface="Lora SemiBold" pitchFamily="2" charset="77"/>
              </a:defRPr>
            </a:lvl1pPr>
          </a:lstStyle>
          <a:p>
            <a:pPr lvl="0"/>
            <a:r>
              <a:rPr lang="en-US"/>
              <a:t>Subtitle</a:t>
            </a:r>
          </a:p>
        </p:txBody>
      </p:sp>
      <p:sp>
        <p:nvSpPr>
          <p:cNvPr id="10" name="Text Placeholder 6">
            <a:extLst>
              <a:ext uri="{FF2B5EF4-FFF2-40B4-BE49-F238E27FC236}">
                <a16:creationId xmlns:a16="http://schemas.microsoft.com/office/drawing/2014/main" id="{8E0A9172-3517-B3D5-5F4A-73FAA36D1248}"/>
              </a:ext>
            </a:extLst>
          </p:cNvPr>
          <p:cNvSpPr>
            <a:spLocks noGrp="1"/>
          </p:cNvSpPr>
          <p:nvPr>
            <p:ph type="body" sz="quarter" idx="37" hasCustomPrompt="1"/>
          </p:nvPr>
        </p:nvSpPr>
        <p:spPr>
          <a:xfrm>
            <a:off x="6180425" y="2008344"/>
            <a:ext cx="2466270" cy="1021767"/>
          </a:xfrm>
          <a:prstGeom prst="rect">
            <a:avLst/>
          </a:prstGeom>
        </p:spPr>
        <p:txBody>
          <a:bodyPr lIns="0" tIns="0" rIns="0" bIns="0" anchor="b">
            <a:noAutofit/>
          </a:bodyPr>
          <a:lstStyle>
            <a:lvl1pPr marL="0" indent="0">
              <a:lnSpc>
                <a:spcPct val="70000"/>
              </a:lnSpc>
              <a:buNone/>
              <a:defRPr sz="7500">
                <a:solidFill>
                  <a:schemeClr val="bg1"/>
                </a:solidFill>
                <a:latin typeface="+mj-lt"/>
              </a:defRPr>
            </a:lvl1pPr>
          </a:lstStyle>
          <a:p>
            <a:pPr lvl="0"/>
            <a:r>
              <a:rPr lang="en-US"/>
              <a:t>DATA</a:t>
            </a:r>
          </a:p>
        </p:txBody>
      </p:sp>
    </p:spTree>
    <p:extLst>
      <p:ext uri="{BB962C8B-B14F-4D97-AF65-F5344CB8AC3E}">
        <p14:creationId xmlns:p14="http://schemas.microsoft.com/office/powerpoint/2010/main" val="2285575510"/>
      </p:ext>
    </p:extLst>
  </p:cSld>
  <p:clrMapOvr>
    <a:masterClrMapping/>
  </p:clrMapOvr>
  <p:transition spd="med"/>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3 column data - light">
    <p:bg>
      <p:bgPr>
        <a:solidFill>
          <a:srgbClr val="FDFAF2"/>
        </a:solidFill>
        <a:effectLst/>
      </p:bgPr>
    </p:bg>
    <p:spTree>
      <p:nvGrpSpPr>
        <p:cNvPr id="1" name=""/>
        <p:cNvGrpSpPr/>
        <p:nvPr/>
      </p:nvGrpSpPr>
      <p:grpSpPr>
        <a:xfrm>
          <a:off x="0" y="0"/>
          <a:ext cx="0" cy="0"/>
          <a:chOff x="0" y="0"/>
          <a:chExt cx="0" cy="0"/>
        </a:xfrm>
      </p:grpSpPr>
      <p:sp>
        <p:nvSpPr>
          <p:cNvPr id="184" name="Slide Number"/>
          <p:cNvSpPr txBox="1">
            <a:spLocks noGrp="1"/>
          </p:cNvSpPr>
          <p:nvPr>
            <p:ph type="sldNum" sz="quarter" idx="2"/>
          </p:nvPr>
        </p:nvSpPr>
        <p:spPr>
          <a:prstGeom prst="rect">
            <a:avLst/>
          </a:prstGeom>
        </p:spPr>
        <p:txBody>
          <a:bodyPr/>
          <a:lstStyle>
            <a:lvl1pPr>
              <a:defRPr>
                <a:solidFill>
                  <a:schemeClr val="tx1"/>
                </a:solidFill>
              </a:defRPr>
            </a:lvl1pPr>
          </a:lstStyle>
          <a:p>
            <a:fld id="{86CB4B4D-7CA3-9044-876B-883B54F8677D}" type="slidenum">
              <a:rPr lang="en-GB" smtClean="0"/>
              <a:pPr/>
              <a:t>‹#›</a:t>
            </a:fld>
            <a:endParaRPr lang="en-GB"/>
          </a:p>
        </p:txBody>
      </p:sp>
      <p:pic>
        <p:nvPicPr>
          <p:cNvPr id="9" name="CGC logo.png" descr="CGC logo.png">
            <a:extLst>
              <a:ext uri="{FF2B5EF4-FFF2-40B4-BE49-F238E27FC236}">
                <a16:creationId xmlns:a16="http://schemas.microsoft.com/office/drawing/2014/main" id="{F5D0896A-85F3-2FA7-58ED-F35C784639C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85750" y="285750"/>
            <a:ext cx="1152525" cy="199894"/>
          </a:xfrm>
          <a:prstGeom prst="rect">
            <a:avLst/>
          </a:prstGeom>
          <a:ln w="12700">
            <a:miter lim="400000"/>
          </a:ln>
        </p:spPr>
      </p:pic>
      <p:sp>
        <p:nvSpPr>
          <p:cNvPr id="23" name="Text Placeholder 6">
            <a:extLst>
              <a:ext uri="{FF2B5EF4-FFF2-40B4-BE49-F238E27FC236}">
                <a16:creationId xmlns:a16="http://schemas.microsoft.com/office/drawing/2014/main" id="{66D3EF07-9532-20A8-3C09-7767F65F7A36}"/>
              </a:ext>
            </a:extLst>
          </p:cNvPr>
          <p:cNvSpPr>
            <a:spLocks noGrp="1"/>
          </p:cNvSpPr>
          <p:nvPr>
            <p:ph type="body" sz="quarter" idx="22" hasCustomPrompt="1"/>
          </p:nvPr>
        </p:nvSpPr>
        <p:spPr>
          <a:xfrm>
            <a:off x="627844" y="705226"/>
            <a:ext cx="3850640" cy="1021767"/>
          </a:xfrm>
          <a:prstGeom prst="rect">
            <a:avLst/>
          </a:prstGeom>
        </p:spPr>
        <p:txBody>
          <a:bodyPr lIns="0" tIns="0" rIns="0" bIns="0" anchor="b">
            <a:noAutofit/>
          </a:bodyPr>
          <a:lstStyle>
            <a:lvl1pPr marL="0" indent="0">
              <a:lnSpc>
                <a:spcPct val="70000"/>
              </a:lnSpc>
              <a:buNone/>
              <a:defRPr sz="3000">
                <a:solidFill>
                  <a:schemeClr val="tx1"/>
                </a:solidFill>
                <a:latin typeface="+mj-lt"/>
              </a:defRPr>
            </a:lvl1pPr>
          </a:lstStyle>
          <a:p>
            <a:pPr lvl="0"/>
            <a:r>
              <a:rPr lang="en-US"/>
              <a:t>TITLE</a:t>
            </a:r>
          </a:p>
        </p:txBody>
      </p:sp>
      <p:sp>
        <p:nvSpPr>
          <p:cNvPr id="24" name="Text Placeholder 14">
            <a:extLst>
              <a:ext uri="{FF2B5EF4-FFF2-40B4-BE49-F238E27FC236}">
                <a16:creationId xmlns:a16="http://schemas.microsoft.com/office/drawing/2014/main" id="{6E1DEC82-F4E6-8D14-E6AB-171E63030BBA}"/>
              </a:ext>
            </a:extLst>
          </p:cNvPr>
          <p:cNvSpPr>
            <a:spLocks noGrp="1"/>
          </p:cNvSpPr>
          <p:nvPr>
            <p:ph type="body" sz="quarter" idx="23" hasCustomPrompt="1"/>
          </p:nvPr>
        </p:nvSpPr>
        <p:spPr>
          <a:xfrm>
            <a:off x="627843" y="3256207"/>
            <a:ext cx="2270059" cy="1021767"/>
          </a:xfrm>
        </p:spPr>
        <p:txBody>
          <a:bodyPr lIns="0" tIns="0" rIns="0" bIns="0">
            <a:noAutofit/>
          </a:bodyPr>
          <a:lstStyle>
            <a:lvl1pPr marL="0" indent="0">
              <a:lnSpc>
                <a:spcPct val="80000"/>
              </a:lnSpc>
              <a:buNone/>
              <a:defRPr sz="1200">
                <a:solidFill>
                  <a:schemeClr val="tx1"/>
                </a:solidFill>
              </a:defRPr>
            </a:lvl1pPr>
          </a:lstStyle>
          <a:p>
            <a:pPr lvl="0"/>
            <a:r>
              <a:rPr lang="en-US"/>
              <a:t>text</a:t>
            </a:r>
          </a:p>
        </p:txBody>
      </p:sp>
      <p:sp>
        <p:nvSpPr>
          <p:cNvPr id="25" name="Text Placeholder 14">
            <a:extLst>
              <a:ext uri="{FF2B5EF4-FFF2-40B4-BE49-F238E27FC236}">
                <a16:creationId xmlns:a16="http://schemas.microsoft.com/office/drawing/2014/main" id="{3327FB22-72B2-953E-CE9A-15FD3A54259B}"/>
              </a:ext>
            </a:extLst>
          </p:cNvPr>
          <p:cNvSpPr>
            <a:spLocks noGrp="1"/>
          </p:cNvSpPr>
          <p:nvPr>
            <p:ph type="body" sz="quarter" idx="25" hasCustomPrompt="1"/>
          </p:nvPr>
        </p:nvSpPr>
        <p:spPr>
          <a:xfrm>
            <a:off x="627843" y="3013585"/>
            <a:ext cx="2270059" cy="252788"/>
          </a:xfrm>
        </p:spPr>
        <p:txBody>
          <a:bodyPr lIns="0" tIns="0" rIns="0" bIns="0">
            <a:noAutofit/>
          </a:bodyPr>
          <a:lstStyle>
            <a:lvl1pPr marL="0" indent="0">
              <a:lnSpc>
                <a:spcPct val="80000"/>
              </a:lnSpc>
              <a:buNone/>
              <a:defRPr sz="1200" b="1" i="0">
                <a:solidFill>
                  <a:schemeClr val="tx1"/>
                </a:solidFill>
                <a:latin typeface="Lora SemiBold" pitchFamily="2" charset="77"/>
              </a:defRPr>
            </a:lvl1pPr>
          </a:lstStyle>
          <a:p>
            <a:pPr lvl="0"/>
            <a:r>
              <a:rPr lang="en-US"/>
              <a:t>Subtitle</a:t>
            </a:r>
          </a:p>
        </p:txBody>
      </p:sp>
      <p:sp>
        <p:nvSpPr>
          <p:cNvPr id="26" name="Text Placeholder 6">
            <a:extLst>
              <a:ext uri="{FF2B5EF4-FFF2-40B4-BE49-F238E27FC236}">
                <a16:creationId xmlns:a16="http://schemas.microsoft.com/office/drawing/2014/main" id="{316424C1-D9CD-895C-1E71-0596C6356B3C}"/>
              </a:ext>
            </a:extLst>
          </p:cNvPr>
          <p:cNvSpPr>
            <a:spLocks noGrp="1"/>
          </p:cNvSpPr>
          <p:nvPr>
            <p:ph type="body" sz="quarter" idx="29" hasCustomPrompt="1"/>
          </p:nvPr>
        </p:nvSpPr>
        <p:spPr>
          <a:xfrm>
            <a:off x="627844" y="2008344"/>
            <a:ext cx="2466270" cy="1021767"/>
          </a:xfrm>
          <a:prstGeom prst="rect">
            <a:avLst/>
          </a:prstGeom>
        </p:spPr>
        <p:txBody>
          <a:bodyPr lIns="0" tIns="0" rIns="0" bIns="0" anchor="b">
            <a:noAutofit/>
          </a:bodyPr>
          <a:lstStyle>
            <a:lvl1pPr marL="0" indent="0">
              <a:lnSpc>
                <a:spcPct val="70000"/>
              </a:lnSpc>
              <a:buNone/>
              <a:defRPr sz="7500">
                <a:solidFill>
                  <a:schemeClr val="accent1"/>
                </a:solidFill>
                <a:latin typeface="+mj-lt"/>
              </a:defRPr>
            </a:lvl1pPr>
          </a:lstStyle>
          <a:p>
            <a:pPr lvl="0"/>
            <a:r>
              <a:rPr lang="en-US"/>
              <a:t>DATA</a:t>
            </a:r>
          </a:p>
        </p:txBody>
      </p:sp>
      <p:sp>
        <p:nvSpPr>
          <p:cNvPr id="27" name="Text Placeholder 14">
            <a:extLst>
              <a:ext uri="{FF2B5EF4-FFF2-40B4-BE49-F238E27FC236}">
                <a16:creationId xmlns:a16="http://schemas.microsoft.com/office/drawing/2014/main" id="{10521BF6-E67B-1D3C-5920-500533A5B60D}"/>
              </a:ext>
            </a:extLst>
          </p:cNvPr>
          <p:cNvSpPr>
            <a:spLocks noGrp="1"/>
          </p:cNvSpPr>
          <p:nvPr>
            <p:ph type="body" sz="quarter" idx="32" hasCustomPrompt="1"/>
          </p:nvPr>
        </p:nvSpPr>
        <p:spPr>
          <a:xfrm>
            <a:off x="3404134" y="3256207"/>
            <a:ext cx="2270059" cy="1021767"/>
          </a:xfrm>
        </p:spPr>
        <p:txBody>
          <a:bodyPr lIns="0" tIns="0" rIns="0" bIns="0">
            <a:noAutofit/>
          </a:bodyPr>
          <a:lstStyle>
            <a:lvl1pPr marL="0" indent="0">
              <a:lnSpc>
                <a:spcPct val="80000"/>
              </a:lnSpc>
              <a:buNone/>
              <a:defRPr sz="1200">
                <a:solidFill>
                  <a:schemeClr val="tx1"/>
                </a:solidFill>
              </a:defRPr>
            </a:lvl1pPr>
          </a:lstStyle>
          <a:p>
            <a:pPr lvl="0"/>
            <a:r>
              <a:rPr lang="en-US"/>
              <a:t>text</a:t>
            </a:r>
          </a:p>
        </p:txBody>
      </p:sp>
      <p:sp>
        <p:nvSpPr>
          <p:cNvPr id="28" name="Text Placeholder 14">
            <a:extLst>
              <a:ext uri="{FF2B5EF4-FFF2-40B4-BE49-F238E27FC236}">
                <a16:creationId xmlns:a16="http://schemas.microsoft.com/office/drawing/2014/main" id="{A605BA59-1B16-256C-9A06-FD4C2F1CE3C2}"/>
              </a:ext>
            </a:extLst>
          </p:cNvPr>
          <p:cNvSpPr>
            <a:spLocks noGrp="1"/>
          </p:cNvSpPr>
          <p:nvPr>
            <p:ph type="body" sz="quarter" idx="33" hasCustomPrompt="1"/>
          </p:nvPr>
        </p:nvSpPr>
        <p:spPr>
          <a:xfrm>
            <a:off x="3404134" y="3013585"/>
            <a:ext cx="2270059" cy="252788"/>
          </a:xfrm>
        </p:spPr>
        <p:txBody>
          <a:bodyPr lIns="0" tIns="0" rIns="0" bIns="0">
            <a:noAutofit/>
          </a:bodyPr>
          <a:lstStyle>
            <a:lvl1pPr marL="0" indent="0">
              <a:lnSpc>
                <a:spcPct val="80000"/>
              </a:lnSpc>
              <a:buNone/>
              <a:defRPr sz="1200" b="1" i="0">
                <a:solidFill>
                  <a:schemeClr val="tx1"/>
                </a:solidFill>
                <a:latin typeface="Lora SemiBold" pitchFamily="2" charset="77"/>
              </a:defRPr>
            </a:lvl1pPr>
          </a:lstStyle>
          <a:p>
            <a:pPr lvl="0"/>
            <a:r>
              <a:rPr lang="en-US"/>
              <a:t>Subtitle</a:t>
            </a:r>
          </a:p>
        </p:txBody>
      </p:sp>
      <p:sp>
        <p:nvSpPr>
          <p:cNvPr id="29" name="Text Placeholder 6">
            <a:extLst>
              <a:ext uri="{FF2B5EF4-FFF2-40B4-BE49-F238E27FC236}">
                <a16:creationId xmlns:a16="http://schemas.microsoft.com/office/drawing/2014/main" id="{ACE34BB2-B8C4-9EA2-F68D-567DB7292A91}"/>
              </a:ext>
            </a:extLst>
          </p:cNvPr>
          <p:cNvSpPr>
            <a:spLocks noGrp="1"/>
          </p:cNvSpPr>
          <p:nvPr>
            <p:ph type="body" sz="quarter" idx="34" hasCustomPrompt="1"/>
          </p:nvPr>
        </p:nvSpPr>
        <p:spPr>
          <a:xfrm>
            <a:off x="3404135" y="2008344"/>
            <a:ext cx="2466270" cy="1021767"/>
          </a:xfrm>
          <a:prstGeom prst="rect">
            <a:avLst/>
          </a:prstGeom>
        </p:spPr>
        <p:txBody>
          <a:bodyPr lIns="0" tIns="0" rIns="0" bIns="0" anchor="b">
            <a:noAutofit/>
          </a:bodyPr>
          <a:lstStyle>
            <a:lvl1pPr marL="0" indent="0">
              <a:lnSpc>
                <a:spcPct val="70000"/>
              </a:lnSpc>
              <a:buNone/>
              <a:defRPr sz="7500">
                <a:solidFill>
                  <a:schemeClr val="accent1"/>
                </a:solidFill>
                <a:latin typeface="+mj-lt"/>
              </a:defRPr>
            </a:lvl1pPr>
          </a:lstStyle>
          <a:p>
            <a:pPr lvl="0"/>
            <a:r>
              <a:rPr lang="en-US"/>
              <a:t>DATA</a:t>
            </a:r>
          </a:p>
        </p:txBody>
      </p:sp>
      <p:sp>
        <p:nvSpPr>
          <p:cNvPr id="30" name="Text Placeholder 14">
            <a:extLst>
              <a:ext uri="{FF2B5EF4-FFF2-40B4-BE49-F238E27FC236}">
                <a16:creationId xmlns:a16="http://schemas.microsoft.com/office/drawing/2014/main" id="{20B77876-5F78-3E87-DFEE-0CA40F482077}"/>
              </a:ext>
            </a:extLst>
          </p:cNvPr>
          <p:cNvSpPr>
            <a:spLocks noGrp="1"/>
          </p:cNvSpPr>
          <p:nvPr>
            <p:ph type="body" sz="quarter" idx="35" hasCustomPrompt="1"/>
          </p:nvPr>
        </p:nvSpPr>
        <p:spPr>
          <a:xfrm>
            <a:off x="6180424" y="3256207"/>
            <a:ext cx="2270059" cy="1021767"/>
          </a:xfrm>
        </p:spPr>
        <p:txBody>
          <a:bodyPr lIns="0" tIns="0" rIns="0" bIns="0">
            <a:noAutofit/>
          </a:bodyPr>
          <a:lstStyle>
            <a:lvl1pPr marL="0" indent="0">
              <a:lnSpc>
                <a:spcPct val="80000"/>
              </a:lnSpc>
              <a:buNone/>
              <a:defRPr sz="1200">
                <a:solidFill>
                  <a:schemeClr val="tx1"/>
                </a:solidFill>
              </a:defRPr>
            </a:lvl1pPr>
          </a:lstStyle>
          <a:p>
            <a:pPr lvl="0"/>
            <a:r>
              <a:rPr lang="en-US"/>
              <a:t>text</a:t>
            </a:r>
          </a:p>
        </p:txBody>
      </p:sp>
      <p:sp>
        <p:nvSpPr>
          <p:cNvPr id="31" name="Text Placeholder 14">
            <a:extLst>
              <a:ext uri="{FF2B5EF4-FFF2-40B4-BE49-F238E27FC236}">
                <a16:creationId xmlns:a16="http://schemas.microsoft.com/office/drawing/2014/main" id="{6D0113F9-7306-4592-3B7C-5015496251C1}"/>
              </a:ext>
            </a:extLst>
          </p:cNvPr>
          <p:cNvSpPr>
            <a:spLocks noGrp="1"/>
          </p:cNvSpPr>
          <p:nvPr>
            <p:ph type="body" sz="quarter" idx="36" hasCustomPrompt="1"/>
          </p:nvPr>
        </p:nvSpPr>
        <p:spPr>
          <a:xfrm>
            <a:off x="6180424" y="3013585"/>
            <a:ext cx="2270059" cy="252788"/>
          </a:xfrm>
        </p:spPr>
        <p:txBody>
          <a:bodyPr lIns="0" tIns="0" rIns="0" bIns="0">
            <a:noAutofit/>
          </a:bodyPr>
          <a:lstStyle>
            <a:lvl1pPr marL="0" indent="0">
              <a:lnSpc>
                <a:spcPct val="80000"/>
              </a:lnSpc>
              <a:buNone/>
              <a:defRPr sz="1200" b="1" i="0">
                <a:solidFill>
                  <a:schemeClr val="tx1"/>
                </a:solidFill>
                <a:latin typeface="Lora SemiBold" pitchFamily="2" charset="77"/>
              </a:defRPr>
            </a:lvl1pPr>
          </a:lstStyle>
          <a:p>
            <a:pPr lvl="0"/>
            <a:r>
              <a:rPr lang="en-US"/>
              <a:t>Subtitle</a:t>
            </a:r>
          </a:p>
        </p:txBody>
      </p:sp>
      <p:sp>
        <p:nvSpPr>
          <p:cNvPr id="32" name="Text Placeholder 6">
            <a:extLst>
              <a:ext uri="{FF2B5EF4-FFF2-40B4-BE49-F238E27FC236}">
                <a16:creationId xmlns:a16="http://schemas.microsoft.com/office/drawing/2014/main" id="{6E2316D9-6FD4-0D58-6C57-2065E0101A88}"/>
              </a:ext>
            </a:extLst>
          </p:cNvPr>
          <p:cNvSpPr>
            <a:spLocks noGrp="1"/>
          </p:cNvSpPr>
          <p:nvPr>
            <p:ph type="body" sz="quarter" idx="37" hasCustomPrompt="1"/>
          </p:nvPr>
        </p:nvSpPr>
        <p:spPr>
          <a:xfrm>
            <a:off x="6180425" y="2008344"/>
            <a:ext cx="2466270" cy="1021767"/>
          </a:xfrm>
          <a:prstGeom prst="rect">
            <a:avLst/>
          </a:prstGeom>
        </p:spPr>
        <p:txBody>
          <a:bodyPr lIns="0" tIns="0" rIns="0" bIns="0" anchor="b">
            <a:noAutofit/>
          </a:bodyPr>
          <a:lstStyle>
            <a:lvl1pPr marL="0" indent="0">
              <a:lnSpc>
                <a:spcPct val="70000"/>
              </a:lnSpc>
              <a:buNone/>
              <a:defRPr sz="7500">
                <a:solidFill>
                  <a:schemeClr val="accent1"/>
                </a:solidFill>
                <a:latin typeface="+mj-lt"/>
              </a:defRPr>
            </a:lvl1pPr>
          </a:lstStyle>
          <a:p>
            <a:pPr lvl="0"/>
            <a:r>
              <a:rPr lang="en-US"/>
              <a:t>DATA</a:t>
            </a:r>
          </a:p>
        </p:txBody>
      </p:sp>
    </p:spTree>
    <p:extLst>
      <p:ext uri="{BB962C8B-B14F-4D97-AF65-F5344CB8AC3E}">
        <p14:creationId xmlns:p14="http://schemas.microsoft.com/office/powerpoint/2010/main" val="4210802406"/>
      </p:ext>
    </p:extLst>
  </p:cSld>
  <p:clrMapOvr>
    <a:masterClrMapping/>
  </p:clrMapOvr>
  <p:transition spd="med"/>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2 column data">
    <p:bg>
      <p:bgPr>
        <a:solidFill>
          <a:srgbClr val="0143FD"/>
        </a:solidFill>
        <a:effectLst/>
      </p:bgPr>
    </p:bg>
    <p:spTree>
      <p:nvGrpSpPr>
        <p:cNvPr id="1" name=""/>
        <p:cNvGrpSpPr/>
        <p:nvPr/>
      </p:nvGrpSpPr>
      <p:grpSpPr>
        <a:xfrm>
          <a:off x="0" y="0"/>
          <a:ext cx="0" cy="0"/>
          <a:chOff x="0" y="0"/>
          <a:chExt cx="0" cy="0"/>
        </a:xfrm>
      </p:grpSpPr>
      <p:sp>
        <p:nvSpPr>
          <p:cNvPr id="30" name="Picture Placeholder 28">
            <a:extLst>
              <a:ext uri="{FF2B5EF4-FFF2-40B4-BE49-F238E27FC236}">
                <a16:creationId xmlns:a16="http://schemas.microsoft.com/office/drawing/2014/main" id="{DDEF3048-1817-9716-78B9-58BAB3F197D8}"/>
              </a:ext>
            </a:extLst>
          </p:cNvPr>
          <p:cNvSpPr>
            <a:spLocks noGrp="1"/>
          </p:cNvSpPr>
          <p:nvPr>
            <p:ph type="pic" sz="quarter" idx="32"/>
          </p:nvPr>
        </p:nvSpPr>
        <p:spPr>
          <a:xfrm>
            <a:off x="0" y="0"/>
            <a:ext cx="4572000" cy="5143500"/>
          </a:xfrm>
        </p:spPr>
        <p:txBody>
          <a:bodyPr/>
          <a:lstStyle/>
          <a:p>
            <a:endParaRPr lang="en-US"/>
          </a:p>
        </p:txBody>
      </p:sp>
      <p:sp>
        <p:nvSpPr>
          <p:cNvPr id="27" name="Rectangle 26">
            <a:extLst>
              <a:ext uri="{FF2B5EF4-FFF2-40B4-BE49-F238E27FC236}">
                <a16:creationId xmlns:a16="http://schemas.microsoft.com/office/drawing/2014/main" id="{EEBB1D01-D2C6-2360-55B2-621F275420F4}"/>
              </a:ext>
            </a:extLst>
          </p:cNvPr>
          <p:cNvSpPr/>
          <p:nvPr userDrawn="1"/>
        </p:nvSpPr>
        <p:spPr>
          <a:xfrm>
            <a:off x="4571998" y="0"/>
            <a:ext cx="4572002" cy="5143500"/>
          </a:xfrm>
          <a:prstGeom prst="rect">
            <a:avLst/>
          </a:prstGeom>
          <a:solidFill>
            <a:srgbClr val="730B39"/>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20000"/>
              </a:lnSpc>
              <a:spcBef>
                <a:spcPts val="0"/>
              </a:spcBef>
              <a:spcAft>
                <a:spcPts val="0"/>
              </a:spcAft>
              <a:buClrTx/>
              <a:buSzTx/>
              <a:buFontTx/>
              <a:buNone/>
              <a:tabLst/>
            </a:pPr>
            <a:endParaRPr kumimoji="0" lang="en-US" sz="3000" b="0" i="0" u="none" strike="noStrike" cap="all" spc="0" normalizeH="0" baseline="0">
              <a:ln>
                <a:noFill/>
              </a:ln>
              <a:solidFill>
                <a:srgbClr val="FFFFFF"/>
              </a:solidFill>
              <a:effectLst/>
              <a:uFillTx/>
              <a:latin typeface="Proxima Nova Extrabold"/>
              <a:ea typeface="Proxima Nova Extrabold"/>
              <a:cs typeface="Proxima Nova Extrabold"/>
              <a:sym typeface="Proxima Nova Extrabold"/>
            </a:endParaRPr>
          </a:p>
        </p:txBody>
      </p:sp>
      <p:pic>
        <p:nvPicPr>
          <p:cNvPr id="12" name="CGC logo white.png" descr="CGC logo white.png">
            <a:extLst>
              <a:ext uri="{FF2B5EF4-FFF2-40B4-BE49-F238E27FC236}">
                <a16:creationId xmlns:a16="http://schemas.microsoft.com/office/drawing/2014/main" id="{5ABB0E39-D4C4-B8AD-ECD2-6361850EED4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85750" y="285750"/>
            <a:ext cx="1152091" cy="199818"/>
          </a:xfrm>
          <a:prstGeom prst="rect">
            <a:avLst/>
          </a:prstGeom>
          <a:ln w="12700">
            <a:miter lim="400000"/>
          </a:ln>
        </p:spPr>
      </p:pic>
      <p:sp>
        <p:nvSpPr>
          <p:cNvPr id="13" name="Text Placeholder 14">
            <a:extLst>
              <a:ext uri="{FF2B5EF4-FFF2-40B4-BE49-F238E27FC236}">
                <a16:creationId xmlns:a16="http://schemas.microsoft.com/office/drawing/2014/main" id="{232AA6B5-4C50-8A3E-9BCE-78C9F44E1D42}"/>
              </a:ext>
            </a:extLst>
          </p:cNvPr>
          <p:cNvSpPr>
            <a:spLocks noGrp="1"/>
          </p:cNvSpPr>
          <p:nvPr>
            <p:ph type="body" sz="quarter" idx="23" hasCustomPrompt="1"/>
          </p:nvPr>
        </p:nvSpPr>
        <p:spPr>
          <a:xfrm>
            <a:off x="1205110" y="2812010"/>
            <a:ext cx="2270059" cy="1021767"/>
          </a:xfrm>
        </p:spPr>
        <p:txBody>
          <a:bodyPr lIns="0" tIns="0" rIns="0" bIns="0">
            <a:noAutofit/>
          </a:bodyPr>
          <a:lstStyle>
            <a:lvl1pPr marL="0" indent="0">
              <a:lnSpc>
                <a:spcPct val="80000"/>
              </a:lnSpc>
              <a:buNone/>
              <a:defRPr sz="1400">
                <a:solidFill>
                  <a:schemeClr val="bg1"/>
                </a:solidFill>
              </a:defRPr>
            </a:lvl1pPr>
          </a:lstStyle>
          <a:p>
            <a:pPr lvl="0"/>
            <a:r>
              <a:rPr lang="en-US"/>
              <a:t>text</a:t>
            </a:r>
          </a:p>
        </p:txBody>
      </p:sp>
      <p:sp>
        <p:nvSpPr>
          <p:cNvPr id="21" name="Text Placeholder 6">
            <a:extLst>
              <a:ext uri="{FF2B5EF4-FFF2-40B4-BE49-F238E27FC236}">
                <a16:creationId xmlns:a16="http://schemas.microsoft.com/office/drawing/2014/main" id="{899380E7-5FE8-392F-6B56-6C0917DFF56C}"/>
              </a:ext>
            </a:extLst>
          </p:cNvPr>
          <p:cNvSpPr>
            <a:spLocks noGrp="1"/>
          </p:cNvSpPr>
          <p:nvPr>
            <p:ph type="body" sz="quarter" idx="29" hasCustomPrompt="1"/>
          </p:nvPr>
        </p:nvSpPr>
        <p:spPr>
          <a:xfrm>
            <a:off x="1164469" y="1870171"/>
            <a:ext cx="2887779" cy="1021767"/>
          </a:xfrm>
          <a:prstGeom prst="rect">
            <a:avLst/>
          </a:prstGeom>
        </p:spPr>
        <p:txBody>
          <a:bodyPr lIns="0" tIns="0" rIns="0" bIns="0" anchor="b">
            <a:noAutofit/>
          </a:bodyPr>
          <a:lstStyle>
            <a:lvl1pPr marL="0" indent="0">
              <a:lnSpc>
                <a:spcPct val="70000"/>
              </a:lnSpc>
              <a:buNone/>
              <a:defRPr sz="9600">
                <a:solidFill>
                  <a:schemeClr val="bg1"/>
                </a:solidFill>
                <a:latin typeface="+mj-lt"/>
              </a:defRPr>
            </a:lvl1pPr>
          </a:lstStyle>
          <a:p>
            <a:pPr lvl="0"/>
            <a:r>
              <a:rPr lang="en-US"/>
              <a:t>DATA</a:t>
            </a:r>
          </a:p>
        </p:txBody>
      </p:sp>
      <p:sp>
        <p:nvSpPr>
          <p:cNvPr id="2" name="Text Placeholder 14">
            <a:extLst>
              <a:ext uri="{FF2B5EF4-FFF2-40B4-BE49-F238E27FC236}">
                <a16:creationId xmlns:a16="http://schemas.microsoft.com/office/drawing/2014/main" id="{33D35DE8-F8A1-9D6D-589C-D11595190F69}"/>
              </a:ext>
            </a:extLst>
          </p:cNvPr>
          <p:cNvSpPr>
            <a:spLocks noGrp="1"/>
          </p:cNvSpPr>
          <p:nvPr>
            <p:ph type="body" sz="quarter" idx="33" hasCustomPrompt="1"/>
          </p:nvPr>
        </p:nvSpPr>
        <p:spPr>
          <a:xfrm>
            <a:off x="5815611" y="2812010"/>
            <a:ext cx="2270059" cy="1021767"/>
          </a:xfrm>
        </p:spPr>
        <p:txBody>
          <a:bodyPr lIns="0" tIns="0" rIns="0" bIns="0">
            <a:noAutofit/>
          </a:bodyPr>
          <a:lstStyle>
            <a:lvl1pPr marL="0" indent="0">
              <a:lnSpc>
                <a:spcPct val="80000"/>
              </a:lnSpc>
              <a:buNone/>
              <a:defRPr sz="1400">
                <a:solidFill>
                  <a:schemeClr val="bg1"/>
                </a:solidFill>
              </a:defRPr>
            </a:lvl1pPr>
          </a:lstStyle>
          <a:p>
            <a:pPr lvl="0"/>
            <a:r>
              <a:rPr lang="en-US"/>
              <a:t>text</a:t>
            </a:r>
          </a:p>
        </p:txBody>
      </p:sp>
      <p:sp>
        <p:nvSpPr>
          <p:cNvPr id="3" name="Text Placeholder 6">
            <a:extLst>
              <a:ext uri="{FF2B5EF4-FFF2-40B4-BE49-F238E27FC236}">
                <a16:creationId xmlns:a16="http://schemas.microsoft.com/office/drawing/2014/main" id="{A4A0D4D3-B4E4-4879-A67F-F6461E6EBF8F}"/>
              </a:ext>
            </a:extLst>
          </p:cNvPr>
          <p:cNvSpPr>
            <a:spLocks noGrp="1"/>
          </p:cNvSpPr>
          <p:nvPr>
            <p:ph type="body" sz="quarter" idx="34" hasCustomPrompt="1"/>
          </p:nvPr>
        </p:nvSpPr>
        <p:spPr>
          <a:xfrm>
            <a:off x="5774970" y="1870171"/>
            <a:ext cx="2887779" cy="1021767"/>
          </a:xfrm>
          <a:prstGeom prst="rect">
            <a:avLst/>
          </a:prstGeom>
        </p:spPr>
        <p:txBody>
          <a:bodyPr lIns="0" tIns="0" rIns="0" bIns="0" anchor="b">
            <a:noAutofit/>
          </a:bodyPr>
          <a:lstStyle>
            <a:lvl1pPr marL="0" indent="0">
              <a:lnSpc>
                <a:spcPct val="70000"/>
              </a:lnSpc>
              <a:buNone/>
              <a:defRPr sz="9600">
                <a:solidFill>
                  <a:schemeClr val="bg1"/>
                </a:solidFill>
                <a:latin typeface="+mj-lt"/>
              </a:defRPr>
            </a:lvl1pPr>
          </a:lstStyle>
          <a:p>
            <a:pPr lvl="0"/>
            <a:r>
              <a:rPr lang="en-US"/>
              <a:t>DATA</a:t>
            </a:r>
          </a:p>
        </p:txBody>
      </p:sp>
    </p:spTree>
    <p:extLst>
      <p:ext uri="{BB962C8B-B14F-4D97-AF65-F5344CB8AC3E}">
        <p14:creationId xmlns:p14="http://schemas.microsoft.com/office/powerpoint/2010/main" val="2644406157"/>
      </p:ext>
    </p:extLst>
  </p:cSld>
  <p:clrMapOvr>
    <a:masterClrMapping/>
  </p:clrMapOvr>
  <p:transition spd="med"/>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userDrawn="1">
  <p:cSld name="title + 2 data">
    <p:bg>
      <p:bgPr>
        <a:solidFill>
          <a:srgbClr val="730B39"/>
        </a:solidFill>
        <a:effectLst/>
      </p:bgPr>
    </p:bg>
    <p:spTree>
      <p:nvGrpSpPr>
        <p:cNvPr id="1" name=""/>
        <p:cNvGrpSpPr/>
        <p:nvPr/>
      </p:nvGrpSpPr>
      <p:grpSpPr>
        <a:xfrm>
          <a:off x="0" y="0"/>
          <a:ext cx="0" cy="0"/>
          <a:chOff x="0" y="0"/>
          <a:chExt cx="0" cy="0"/>
        </a:xfrm>
      </p:grpSpPr>
      <p:sp>
        <p:nvSpPr>
          <p:cNvPr id="7" name="Line">
            <a:extLst>
              <a:ext uri="{FF2B5EF4-FFF2-40B4-BE49-F238E27FC236}">
                <a16:creationId xmlns:a16="http://schemas.microsoft.com/office/drawing/2014/main" id="{75A3F116-BE2D-C038-C2E6-144D52BC30CB}"/>
              </a:ext>
            </a:extLst>
          </p:cNvPr>
          <p:cNvSpPr/>
          <p:nvPr userDrawn="1"/>
        </p:nvSpPr>
        <p:spPr>
          <a:xfrm>
            <a:off x="4694941" y="3339180"/>
            <a:ext cx="4144092" cy="0"/>
          </a:xfrm>
          <a:prstGeom prst="line">
            <a:avLst/>
          </a:prstGeom>
          <a:ln w="12700">
            <a:solidFill>
              <a:srgbClr val="FCFAF1">
                <a:alpha val="20000"/>
              </a:srgbClr>
            </a:solidFill>
            <a:miter lim="400000"/>
          </a:ln>
        </p:spPr>
        <p:txBody>
          <a:bodyPr lIns="19050" tIns="19050" rIns="19050" bIns="19050" anchor="ctr"/>
          <a:lstStyle/>
          <a:p>
            <a:endParaRPr sz="422"/>
          </a:p>
        </p:txBody>
      </p:sp>
      <p:pic>
        <p:nvPicPr>
          <p:cNvPr id="8" name="CGC logo white.png" descr="CGC logo white.png">
            <a:extLst>
              <a:ext uri="{FF2B5EF4-FFF2-40B4-BE49-F238E27FC236}">
                <a16:creationId xmlns:a16="http://schemas.microsoft.com/office/drawing/2014/main" id="{3BEA06A2-11BA-4D5A-FFAE-76B5B1DB2A4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85750" y="285750"/>
            <a:ext cx="1152091" cy="199818"/>
          </a:xfrm>
          <a:prstGeom prst="rect">
            <a:avLst/>
          </a:prstGeom>
          <a:ln w="12700">
            <a:miter lim="400000"/>
          </a:ln>
        </p:spPr>
      </p:pic>
      <p:sp>
        <p:nvSpPr>
          <p:cNvPr id="9" name="Text Placeholder 14">
            <a:extLst>
              <a:ext uri="{FF2B5EF4-FFF2-40B4-BE49-F238E27FC236}">
                <a16:creationId xmlns:a16="http://schemas.microsoft.com/office/drawing/2014/main" id="{D953348D-AF87-F426-D967-3EEA1D4226FE}"/>
              </a:ext>
            </a:extLst>
          </p:cNvPr>
          <p:cNvSpPr>
            <a:spLocks noGrp="1"/>
          </p:cNvSpPr>
          <p:nvPr>
            <p:ph type="body" sz="quarter" idx="23" hasCustomPrompt="1"/>
          </p:nvPr>
        </p:nvSpPr>
        <p:spPr>
          <a:xfrm>
            <a:off x="7020899" y="2321177"/>
            <a:ext cx="1725528" cy="700680"/>
          </a:xfrm>
        </p:spPr>
        <p:txBody>
          <a:bodyPr tIns="0" rIns="0" bIns="0" anchor="b">
            <a:noAutofit/>
          </a:bodyPr>
          <a:lstStyle>
            <a:lvl1pPr marL="0" indent="0">
              <a:lnSpc>
                <a:spcPct val="80000"/>
              </a:lnSpc>
              <a:buNone/>
              <a:defRPr sz="1200">
                <a:solidFill>
                  <a:schemeClr val="bg1"/>
                </a:solidFill>
              </a:defRPr>
            </a:lvl1pPr>
          </a:lstStyle>
          <a:p>
            <a:pPr lvl="0"/>
            <a:r>
              <a:rPr lang="en-US"/>
              <a:t>text</a:t>
            </a:r>
          </a:p>
        </p:txBody>
      </p:sp>
      <p:sp>
        <p:nvSpPr>
          <p:cNvPr id="10" name="Text Placeholder 6">
            <a:extLst>
              <a:ext uri="{FF2B5EF4-FFF2-40B4-BE49-F238E27FC236}">
                <a16:creationId xmlns:a16="http://schemas.microsoft.com/office/drawing/2014/main" id="{2D7746F6-DB34-FEA8-0EE1-1FB477A8D4B0}"/>
              </a:ext>
            </a:extLst>
          </p:cNvPr>
          <p:cNvSpPr>
            <a:spLocks noGrp="1"/>
          </p:cNvSpPr>
          <p:nvPr>
            <p:ph type="body" sz="quarter" idx="29" hasCustomPrompt="1"/>
          </p:nvPr>
        </p:nvSpPr>
        <p:spPr>
          <a:xfrm>
            <a:off x="4572000" y="1665754"/>
            <a:ext cx="2887779" cy="1611782"/>
          </a:xfrm>
          <a:prstGeom prst="rect">
            <a:avLst/>
          </a:prstGeom>
        </p:spPr>
        <p:txBody>
          <a:bodyPr tIns="0" rIns="0" bIns="0" anchor="b">
            <a:noAutofit/>
          </a:bodyPr>
          <a:lstStyle>
            <a:lvl1pPr marL="0" indent="0">
              <a:lnSpc>
                <a:spcPct val="70000"/>
              </a:lnSpc>
              <a:buNone/>
              <a:defRPr sz="11200">
                <a:solidFill>
                  <a:schemeClr val="accent3"/>
                </a:solidFill>
                <a:latin typeface="+mj-lt"/>
              </a:defRPr>
            </a:lvl1pPr>
          </a:lstStyle>
          <a:p>
            <a:pPr lvl="0"/>
            <a:r>
              <a:rPr lang="en-US"/>
              <a:t>00%</a:t>
            </a:r>
          </a:p>
        </p:txBody>
      </p:sp>
      <p:sp>
        <p:nvSpPr>
          <p:cNvPr id="11" name="Text Placeholder 14">
            <a:extLst>
              <a:ext uri="{FF2B5EF4-FFF2-40B4-BE49-F238E27FC236}">
                <a16:creationId xmlns:a16="http://schemas.microsoft.com/office/drawing/2014/main" id="{2841A0DB-504F-7E63-1757-E278F0C2F265}"/>
              </a:ext>
            </a:extLst>
          </p:cNvPr>
          <p:cNvSpPr>
            <a:spLocks noGrp="1"/>
          </p:cNvSpPr>
          <p:nvPr>
            <p:ph type="body" sz="quarter" idx="30" hasCustomPrompt="1"/>
          </p:nvPr>
        </p:nvSpPr>
        <p:spPr>
          <a:xfrm>
            <a:off x="7020899" y="4139928"/>
            <a:ext cx="1725528" cy="700680"/>
          </a:xfrm>
        </p:spPr>
        <p:txBody>
          <a:bodyPr tIns="0" rIns="0" bIns="0" anchor="b">
            <a:noAutofit/>
          </a:bodyPr>
          <a:lstStyle>
            <a:lvl1pPr marL="0" indent="0">
              <a:lnSpc>
                <a:spcPct val="80000"/>
              </a:lnSpc>
              <a:buNone/>
              <a:defRPr sz="1200">
                <a:solidFill>
                  <a:schemeClr val="bg1"/>
                </a:solidFill>
              </a:defRPr>
            </a:lvl1pPr>
          </a:lstStyle>
          <a:p>
            <a:pPr lvl="0"/>
            <a:r>
              <a:rPr lang="en-US"/>
              <a:t>text</a:t>
            </a:r>
          </a:p>
        </p:txBody>
      </p:sp>
      <p:sp>
        <p:nvSpPr>
          <p:cNvPr id="12" name="Text Placeholder 6">
            <a:extLst>
              <a:ext uri="{FF2B5EF4-FFF2-40B4-BE49-F238E27FC236}">
                <a16:creationId xmlns:a16="http://schemas.microsoft.com/office/drawing/2014/main" id="{53E941AF-584D-5ACE-2660-6294368FE852}"/>
              </a:ext>
            </a:extLst>
          </p:cNvPr>
          <p:cNvSpPr>
            <a:spLocks noGrp="1"/>
          </p:cNvSpPr>
          <p:nvPr>
            <p:ph type="body" sz="quarter" idx="31" hasCustomPrompt="1"/>
          </p:nvPr>
        </p:nvSpPr>
        <p:spPr>
          <a:xfrm>
            <a:off x="4572000" y="3454361"/>
            <a:ext cx="2887779" cy="1611782"/>
          </a:xfrm>
          <a:prstGeom prst="rect">
            <a:avLst/>
          </a:prstGeom>
        </p:spPr>
        <p:txBody>
          <a:bodyPr tIns="0" rIns="0" bIns="0" anchor="b">
            <a:noAutofit/>
          </a:bodyPr>
          <a:lstStyle>
            <a:lvl1pPr marL="0" indent="0">
              <a:lnSpc>
                <a:spcPct val="70000"/>
              </a:lnSpc>
              <a:buNone/>
              <a:defRPr sz="11200">
                <a:solidFill>
                  <a:schemeClr val="accent3"/>
                </a:solidFill>
                <a:latin typeface="+mj-lt"/>
              </a:defRPr>
            </a:lvl1pPr>
          </a:lstStyle>
          <a:p>
            <a:pPr lvl="0"/>
            <a:r>
              <a:rPr lang="en-US"/>
              <a:t>00%</a:t>
            </a:r>
          </a:p>
        </p:txBody>
      </p:sp>
      <p:sp>
        <p:nvSpPr>
          <p:cNvPr id="13" name="Text Placeholder 6">
            <a:extLst>
              <a:ext uri="{FF2B5EF4-FFF2-40B4-BE49-F238E27FC236}">
                <a16:creationId xmlns:a16="http://schemas.microsoft.com/office/drawing/2014/main" id="{A7530B34-F1BA-0E49-8E38-4125DB5AF131}"/>
              </a:ext>
            </a:extLst>
          </p:cNvPr>
          <p:cNvSpPr>
            <a:spLocks noGrp="1"/>
          </p:cNvSpPr>
          <p:nvPr>
            <p:ph type="body" sz="quarter" idx="22" hasCustomPrompt="1"/>
          </p:nvPr>
        </p:nvSpPr>
        <p:spPr>
          <a:xfrm>
            <a:off x="301323" y="3907419"/>
            <a:ext cx="3850640" cy="1021767"/>
          </a:xfrm>
          <a:prstGeom prst="rect">
            <a:avLst/>
          </a:prstGeom>
        </p:spPr>
        <p:txBody>
          <a:bodyPr lIns="0" tIns="0" rIns="0" bIns="0" anchor="b">
            <a:noAutofit/>
          </a:bodyPr>
          <a:lstStyle>
            <a:lvl1pPr marL="0" indent="0">
              <a:lnSpc>
                <a:spcPct val="70000"/>
              </a:lnSpc>
              <a:buNone/>
              <a:defRPr sz="3000">
                <a:solidFill>
                  <a:schemeClr val="bg1"/>
                </a:solidFill>
                <a:latin typeface="Lora" pitchFamily="2" charset="77"/>
              </a:defRPr>
            </a:lvl1pPr>
          </a:lstStyle>
          <a:p>
            <a:pPr lvl="0"/>
            <a:r>
              <a:rPr lang="en-US"/>
              <a:t>Title</a:t>
            </a:r>
          </a:p>
        </p:txBody>
      </p:sp>
    </p:spTree>
    <p:extLst>
      <p:ext uri="{BB962C8B-B14F-4D97-AF65-F5344CB8AC3E}">
        <p14:creationId xmlns:p14="http://schemas.microsoft.com/office/powerpoint/2010/main" val="2802805627"/>
      </p:ext>
    </p:extLst>
  </p:cSld>
  <p:clrMapOvr>
    <a:masterClrMapping/>
  </p:clrMapOvr>
  <p:transition spd="med"/>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Divider 1">
    <p:bg>
      <p:bgPr>
        <a:solidFill>
          <a:srgbClr val="0143FD"/>
        </a:solidFill>
        <a:effectLst/>
      </p:bgPr>
    </p:bg>
    <p:spTree>
      <p:nvGrpSpPr>
        <p:cNvPr id="1" name=""/>
        <p:cNvGrpSpPr/>
        <p:nvPr/>
      </p:nvGrpSpPr>
      <p:grpSpPr>
        <a:xfrm>
          <a:off x="0" y="0"/>
          <a:ext cx="0" cy="0"/>
          <a:chOff x="0" y="0"/>
          <a:chExt cx="0" cy="0"/>
        </a:xfrm>
      </p:grpSpPr>
      <p:pic>
        <p:nvPicPr>
          <p:cNvPr id="3" name="CGC logo white.png" descr="CGC logo white.png">
            <a:extLst>
              <a:ext uri="{FF2B5EF4-FFF2-40B4-BE49-F238E27FC236}">
                <a16:creationId xmlns:a16="http://schemas.microsoft.com/office/drawing/2014/main" id="{29CEE4A7-7864-EBE3-4582-0073BA645ED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85750" y="285750"/>
            <a:ext cx="1152091" cy="199818"/>
          </a:xfrm>
          <a:prstGeom prst="rect">
            <a:avLst/>
          </a:prstGeom>
          <a:ln w="12700">
            <a:miter lim="400000"/>
          </a:ln>
        </p:spPr>
      </p:pic>
      <p:pic>
        <p:nvPicPr>
          <p:cNvPr id="2" name="shape-2-yellow.svg" descr="shape-2-yellow.svg">
            <a:extLst>
              <a:ext uri="{FF2B5EF4-FFF2-40B4-BE49-F238E27FC236}">
                <a16:creationId xmlns:a16="http://schemas.microsoft.com/office/drawing/2014/main" id="{C3C8F0B4-B26F-4232-4625-6D382D0D19CC}"/>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a:stretch>
            <a:fillRect/>
          </a:stretch>
        </p:blipFill>
        <p:spPr>
          <a:xfrm>
            <a:off x="1008056" y="0"/>
            <a:ext cx="7127888" cy="5143500"/>
          </a:xfrm>
          <a:prstGeom prst="rect">
            <a:avLst/>
          </a:prstGeom>
          <a:ln w="12700">
            <a:miter lim="400000"/>
          </a:ln>
        </p:spPr>
      </p:pic>
    </p:spTree>
    <p:extLst>
      <p:ext uri="{BB962C8B-B14F-4D97-AF65-F5344CB8AC3E}">
        <p14:creationId xmlns:p14="http://schemas.microsoft.com/office/powerpoint/2010/main" val="3923739011"/>
      </p:ext>
    </p:extLst>
  </p:cSld>
  <p:clrMapOvr>
    <a:masterClrMapping/>
  </p:clrMapOvr>
  <p:transition spd="med"/>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Divider 2">
    <p:bg>
      <p:bgPr>
        <a:solidFill>
          <a:srgbClr val="0143FD"/>
        </a:solidFill>
        <a:effectLst/>
      </p:bgPr>
    </p:bg>
    <p:spTree>
      <p:nvGrpSpPr>
        <p:cNvPr id="1" name=""/>
        <p:cNvGrpSpPr/>
        <p:nvPr/>
      </p:nvGrpSpPr>
      <p:grpSpPr>
        <a:xfrm>
          <a:off x="0" y="0"/>
          <a:ext cx="0" cy="0"/>
          <a:chOff x="0" y="0"/>
          <a:chExt cx="0" cy="0"/>
        </a:xfrm>
      </p:grpSpPr>
      <p:pic>
        <p:nvPicPr>
          <p:cNvPr id="2" name="shape-1.svg" descr="shape-1.svg">
            <a:extLst>
              <a:ext uri="{FF2B5EF4-FFF2-40B4-BE49-F238E27FC236}">
                <a16:creationId xmlns:a16="http://schemas.microsoft.com/office/drawing/2014/main" id="{408486AA-42D4-95EA-D486-B2242B14F789}"/>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a:xfrm>
            <a:off x="-912465" y="-1"/>
            <a:ext cx="8340029" cy="5143501"/>
          </a:xfrm>
          <a:prstGeom prst="rect">
            <a:avLst/>
          </a:prstGeom>
          <a:ln w="12700">
            <a:miter lim="400000"/>
          </a:ln>
        </p:spPr>
      </p:pic>
      <p:pic>
        <p:nvPicPr>
          <p:cNvPr id="5" name="CGC logo black.png" descr="CGC logo black.png">
            <a:extLst>
              <a:ext uri="{FF2B5EF4-FFF2-40B4-BE49-F238E27FC236}">
                <a16:creationId xmlns:a16="http://schemas.microsoft.com/office/drawing/2014/main" id="{5C449BB9-447F-F90F-F0A4-5C285B9CA757}"/>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285750" y="285750"/>
            <a:ext cx="1152525" cy="199894"/>
          </a:xfrm>
          <a:prstGeom prst="rect">
            <a:avLst/>
          </a:prstGeom>
          <a:ln w="12700">
            <a:miter lim="400000"/>
          </a:ln>
        </p:spPr>
      </p:pic>
    </p:spTree>
    <p:extLst>
      <p:ext uri="{BB962C8B-B14F-4D97-AF65-F5344CB8AC3E}">
        <p14:creationId xmlns:p14="http://schemas.microsoft.com/office/powerpoint/2010/main" val="3154384130"/>
      </p:ext>
    </p:extLst>
  </p:cSld>
  <p:clrMapOvr>
    <a:masterClrMapping/>
  </p:clrMapOvr>
  <p:transition spd="med"/>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Divider 3">
    <p:bg>
      <p:bgPr>
        <a:solidFill>
          <a:srgbClr val="730B39"/>
        </a:solidFill>
        <a:effectLst/>
      </p:bgPr>
    </p:bg>
    <p:spTree>
      <p:nvGrpSpPr>
        <p:cNvPr id="1" name=""/>
        <p:cNvGrpSpPr/>
        <p:nvPr/>
      </p:nvGrpSpPr>
      <p:grpSpPr>
        <a:xfrm>
          <a:off x="0" y="0"/>
          <a:ext cx="0" cy="0"/>
          <a:chOff x="0" y="0"/>
          <a:chExt cx="0" cy="0"/>
        </a:xfrm>
      </p:grpSpPr>
      <p:pic>
        <p:nvPicPr>
          <p:cNvPr id="8" name="CGC logo white.png" descr="CGC logo white.png">
            <a:extLst>
              <a:ext uri="{FF2B5EF4-FFF2-40B4-BE49-F238E27FC236}">
                <a16:creationId xmlns:a16="http://schemas.microsoft.com/office/drawing/2014/main" id="{3BEA06A2-11BA-4D5A-FFAE-76B5B1DB2A4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85750" y="285750"/>
            <a:ext cx="1152091" cy="199818"/>
          </a:xfrm>
          <a:prstGeom prst="rect">
            <a:avLst/>
          </a:prstGeom>
          <a:ln w="12700">
            <a:miter lim="400000"/>
          </a:ln>
        </p:spPr>
      </p:pic>
      <p:pic>
        <p:nvPicPr>
          <p:cNvPr id="3" name="Rectangle 352-2.svg" descr="Rectangle 352-2.svg">
            <a:extLst>
              <a:ext uri="{FF2B5EF4-FFF2-40B4-BE49-F238E27FC236}">
                <a16:creationId xmlns:a16="http://schemas.microsoft.com/office/drawing/2014/main" id="{79DE09A6-017E-FB00-F595-E3E37A9C53F3}"/>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a:fillRect/>
          </a:stretch>
        </p:blipFill>
        <p:spPr>
          <a:xfrm>
            <a:off x="898810" y="-1"/>
            <a:ext cx="7346380" cy="5143501"/>
          </a:xfrm>
          <a:prstGeom prst="rect">
            <a:avLst/>
          </a:prstGeom>
          <a:ln w="12700">
            <a:miter lim="400000"/>
          </a:ln>
        </p:spPr>
      </p:pic>
    </p:spTree>
    <p:extLst>
      <p:ext uri="{BB962C8B-B14F-4D97-AF65-F5344CB8AC3E}">
        <p14:creationId xmlns:p14="http://schemas.microsoft.com/office/powerpoint/2010/main" val="615871154"/>
      </p:ext>
    </p:extLst>
  </p:cSld>
  <p:clrMapOvr>
    <a:masterClrMapping/>
  </p:clrMapOvr>
  <p:transition spd="med"/>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Divider 4">
    <p:bg>
      <p:bgPr>
        <a:solidFill>
          <a:srgbClr val="730B39"/>
        </a:solidFill>
        <a:effectLst/>
      </p:bgPr>
    </p:bg>
    <p:spTree>
      <p:nvGrpSpPr>
        <p:cNvPr id="1" name=""/>
        <p:cNvGrpSpPr/>
        <p:nvPr/>
      </p:nvGrpSpPr>
      <p:grpSpPr>
        <a:xfrm>
          <a:off x="0" y="0"/>
          <a:ext cx="0" cy="0"/>
          <a:chOff x="0" y="0"/>
          <a:chExt cx="0" cy="0"/>
        </a:xfrm>
      </p:grpSpPr>
      <p:pic>
        <p:nvPicPr>
          <p:cNvPr id="8" name="CGC logo white.png" descr="CGC logo white.png">
            <a:extLst>
              <a:ext uri="{FF2B5EF4-FFF2-40B4-BE49-F238E27FC236}">
                <a16:creationId xmlns:a16="http://schemas.microsoft.com/office/drawing/2014/main" id="{3BEA06A2-11BA-4D5A-FFAE-76B5B1DB2A4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85750" y="285750"/>
            <a:ext cx="1152091" cy="199818"/>
          </a:xfrm>
          <a:prstGeom prst="rect">
            <a:avLst/>
          </a:prstGeom>
          <a:ln w="12700">
            <a:miter lim="400000"/>
          </a:ln>
        </p:spPr>
      </p:pic>
      <p:pic>
        <p:nvPicPr>
          <p:cNvPr id="2" name="Rectangle 355-3.svg" descr="Rectangle 355-3.svg">
            <a:extLst>
              <a:ext uri="{FF2B5EF4-FFF2-40B4-BE49-F238E27FC236}">
                <a16:creationId xmlns:a16="http://schemas.microsoft.com/office/drawing/2014/main" id="{1DFC7C83-1F51-228B-353D-02A8F1C3F363}"/>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a:fillRect/>
          </a:stretch>
        </p:blipFill>
        <p:spPr>
          <a:xfrm>
            <a:off x="758858" y="0"/>
            <a:ext cx="7626284" cy="5143500"/>
          </a:xfrm>
          <a:prstGeom prst="rect">
            <a:avLst/>
          </a:prstGeom>
          <a:ln w="12700">
            <a:miter lim="400000"/>
          </a:ln>
        </p:spPr>
      </p:pic>
    </p:spTree>
    <p:extLst>
      <p:ext uri="{BB962C8B-B14F-4D97-AF65-F5344CB8AC3E}">
        <p14:creationId xmlns:p14="http://schemas.microsoft.com/office/powerpoint/2010/main" val="1371557089"/>
      </p:ext>
    </p:extLst>
  </p:cSld>
  <p:clrMapOvr>
    <a:masterClrMapping/>
  </p:clrMapOvr>
  <p:transition spd="med"/>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Divider 5">
    <p:bg>
      <p:bgPr>
        <a:solidFill>
          <a:srgbClr val="0F2240"/>
        </a:solidFill>
        <a:effectLst/>
      </p:bgPr>
    </p:bg>
    <p:spTree>
      <p:nvGrpSpPr>
        <p:cNvPr id="1" name=""/>
        <p:cNvGrpSpPr/>
        <p:nvPr/>
      </p:nvGrpSpPr>
      <p:grpSpPr>
        <a:xfrm>
          <a:off x="0" y="0"/>
          <a:ext cx="0" cy="0"/>
          <a:chOff x="0" y="0"/>
          <a:chExt cx="0" cy="0"/>
        </a:xfrm>
      </p:grpSpPr>
      <p:sp>
        <p:nvSpPr>
          <p:cNvPr id="58" name="Slide Number"/>
          <p:cNvSpPr txBox="1">
            <a:spLocks noGrp="1"/>
          </p:cNvSpPr>
          <p:nvPr>
            <p:ph type="sldNum" sz="quarter" idx="2"/>
          </p:nvPr>
        </p:nvSpPr>
        <p:spPr>
          <a:prstGeom prst="rect">
            <a:avLst/>
          </a:prstGeom>
        </p:spPr>
        <p:txBody>
          <a:bodyPr/>
          <a:lstStyle/>
          <a:p>
            <a:fld id="{86CB4B4D-7CA3-9044-876B-883B54F8677D}" type="slidenum">
              <a:t>‹#›</a:t>
            </a:fld>
            <a:endParaRPr/>
          </a:p>
        </p:txBody>
      </p:sp>
      <p:pic>
        <p:nvPicPr>
          <p:cNvPr id="8" name="CGC logo white.png" descr="CGC logo white.png">
            <a:extLst>
              <a:ext uri="{FF2B5EF4-FFF2-40B4-BE49-F238E27FC236}">
                <a16:creationId xmlns:a16="http://schemas.microsoft.com/office/drawing/2014/main" id="{3BEA06A2-11BA-4D5A-FFAE-76B5B1DB2A4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85750" y="285750"/>
            <a:ext cx="1152091" cy="199818"/>
          </a:xfrm>
          <a:prstGeom prst="rect">
            <a:avLst/>
          </a:prstGeom>
          <a:ln w="12700">
            <a:miter lim="400000"/>
          </a:ln>
        </p:spPr>
      </p:pic>
      <p:pic>
        <p:nvPicPr>
          <p:cNvPr id="3" name="Ellipse 2-3.svg" descr="Ellipse 2-3.svg">
            <a:extLst>
              <a:ext uri="{FF2B5EF4-FFF2-40B4-BE49-F238E27FC236}">
                <a16:creationId xmlns:a16="http://schemas.microsoft.com/office/drawing/2014/main" id="{6CE3AE40-2016-A2D2-2B91-9074A433B74A}"/>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a:fillRect/>
          </a:stretch>
        </p:blipFill>
        <p:spPr>
          <a:xfrm>
            <a:off x="0" y="917959"/>
            <a:ext cx="9144000" cy="4225541"/>
          </a:xfrm>
          <a:prstGeom prst="rect">
            <a:avLst/>
          </a:prstGeom>
          <a:ln w="12700">
            <a:miter lim="400000"/>
          </a:ln>
        </p:spPr>
      </p:pic>
    </p:spTree>
    <p:extLst>
      <p:ext uri="{BB962C8B-B14F-4D97-AF65-F5344CB8AC3E}">
        <p14:creationId xmlns:p14="http://schemas.microsoft.com/office/powerpoint/2010/main" val="2341505833"/>
      </p:ext>
    </p:extLst>
  </p:cSld>
  <p:clrMapOvr>
    <a:masterClrMapping/>
  </p:clrMapOvr>
  <p:transition spd="med"/>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text left + image right">
    <p:bg>
      <p:bgPr>
        <a:solidFill>
          <a:srgbClr val="FDFAF2"/>
        </a:solidFill>
        <a:effectLst/>
      </p:bgPr>
    </p:bg>
    <p:spTree>
      <p:nvGrpSpPr>
        <p:cNvPr id="1" name=""/>
        <p:cNvGrpSpPr/>
        <p:nvPr/>
      </p:nvGrpSpPr>
      <p:grpSpPr>
        <a:xfrm>
          <a:off x="0" y="0"/>
          <a:ext cx="0" cy="0"/>
          <a:chOff x="0" y="0"/>
          <a:chExt cx="0" cy="0"/>
        </a:xfrm>
      </p:grpSpPr>
      <p:pic>
        <p:nvPicPr>
          <p:cNvPr id="65" name="CGC logo.png" descr="CGC logo.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85750" y="285750"/>
            <a:ext cx="1152525" cy="199894"/>
          </a:xfrm>
          <a:prstGeom prst="rect">
            <a:avLst/>
          </a:prstGeom>
          <a:ln w="12700">
            <a:miter lim="400000"/>
          </a:ln>
        </p:spPr>
      </p:pic>
      <p:sp>
        <p:nvSpPr>
          <p:cNvPr id="66" name="Slide Number"/>
          <p:cNvSpPr txBox="1">
            <a:spLocks noGrp="1"/>
          </p:cNvSpPr>
          <p:nvPr>
            <p:ph type="sldNum" sz="quarter" idx="2"/>
          </p:nvPr>
        </p:nvSpPr>
        <p:spPr>
          <a:prstGeom prst="rect">
            <a:avLst/>
          </a:prstGeom>
        </p:spPr>
        <p:txBody>
          <a:bodyPr/>
          <a:lstStyle>
            <a:lvl1pPr>
              <a:defRPr>
                <a:solidFill>
                  <a:schemeClr val="tx1"/>
                </a:solidFill>
              </a:defRPr>
            </a:lvl1pPr>
          </a:lstStyle>
          <a:p>
            <a:fld id="{86CB4B4D-7CA3-9044-876B-883B54F8677D}" type="slidenum">
              <a:rPr lang="en-GB" smtClean="0"/>
              <a:pPr/>
              <a:t>‹#›</a:t>
            </a:fld>
            <a:endParaRPr lang="en-GB"/>
          </a:p>
        </p:txBody>
      </p:sp>
      <p:sp>
        <p:nvSpPr>
          <p:cNvPr id="7" name="Text Placeholder 14">
            <a:extLst>
              <a:ext uri="{FF2B5EF4-FFF2-40B4-BE49-F238E27FC236}">
                <a16:creationId xmlns:a16="http://schemas.microsoft.com/office/drawing/2014/main" id="{2D53EDEB-3EB4-CF5B-E7BB-083C7EA7F0B2}"/>
              </a:ext>
            </a:extLst>
          </p:cNvPr>
          <p:cNvSpPr>
            <a:spLocks noGrp="1"/>
          </p:cNvSpPr>
          <p:nvPr>
            <p:ph type="body" sz="quarter" idx="23" hasCustomPrompt="1"/>
          </p:nvPr>
        </p:nvSpPr>
        <p:spPr>
          <a:xfrm>
            <a:off x="681950" y="1706082"/>
            <a:ext cx="3479800" cy="700680"/>
          </a:xfrm>
        </p:spPr>
        <p:txBody>
          <a:bodyPr lIns="0" tIns="0" rIns="0" bIns="0" anchor="b">
            <a:noAutofit/>
          </a:bodyPr>
          <a:lstStyle>
            <a:lvl1pPr marL="0" indent="0">
              <a:lnSpc>
                <a:spcPct val="90000"/>
              </a:lnSpc>
              <a:spcBef>
                <a:spcPts val="600"/>
              </a:spcBef>
              <a:buNone/>
              <a:defRPr sz="2300">
                <a:solidFill>
                  <a:schemeClr val="tx1"/>
                </a:solidFill>
              </a:defRPr>
            </a:lvl1pPr>
          </a:lstStyle>
          <a:p>
            <a:pPr lvl="0"/>
            <a:r>
              <a:rPr lang="en-US"/>
              <a:t>text</a:t>
            </a:r>
          </a:p>
        </p:txBody>
      </p:sp>
      <p:sp>
        <p:nvSpPr>
          <p:cNvPr id="8" name="Text Placeholder 14">
            <a:extLst>
              <a:ext uri="{FF2B5EF4-FFF2-40B4-BE49-F238E27FC236}">
                <a16:creationId xmlns:a16="http://schemas.microsoft.com/office/drawing/2014/main" id="{B29DC10B-64B8-2FA4-6D5F-C8DF0B39C78E}"/>
              </a:ext>
            </a:extLst>
          </p:cNvPr>
          <p:cNvSpPr>
            <a:spLocks noGrp="1"/>
          </p:cNvSpPr>
          <p:nvPr>
            <p:ph type="body" sz="quarter" idx="24" hasCustomPrompt="1"/>
          </p:nvPr>
        </p:nvSpPr>
        <p:spPr>
          <a:xfrm>
            <a:off x="681949" y="2501918"/>
            <a:ext cx="3479801" cy="1125282"/>
          </a:xfrm>
        </p:spPr>
        <p:txBody>
          <a:bodyPr lIns="0" tIns="0" rIns="0" bIns="0" anchor="t">
            <a:noAutofit/>
          </a:bodyPr>
          <a:lstStyle>
            <a:lvl1pPr marL="0" indent="0">
              <a:lnSpc>
                <a:spcPct val="120000"/>
              </a:lnSpc>
              <a:spcBef>
                <a:spcPts val="600"/>
              </a:spcBef>
              <a:buNone/>
              <a:defRPr sz="900">
                <a:solidFill>
                  <a:schemeClr val="tx1"/>
                </a:solidFill>
              </a:defRPr>
            </a:lvl1pPr>
          </a:lstStyle>
          <a:p>
            <a:pPr lvl="0"/>
            <a:r>
              <a:rPr lang="en-US"/>
              <a:t>text</a:t>
            </a:r>
          </a:p>
        </p:txBody>
      </p:sp>
      <p:sp>
        <p:nvSpPr>
          <p:cNvPr id="4" name="Picture Placeholder 2">
            <a:extLst>
              <a:ext uri="{FF2B5EF4-FFF2-40B4-BE49-F238E27FC236}">
                <a16:creationId xmlns:a16="http://schemas.microsoft.com/office/drawing/2014/main" id="{42C7E378-69E6-B6BB-2DA7-9E51A39524CF}"/>
              </a:ext>
            </a:extLst>
          </p:cNvPr>
          <p:cNvSpPr>
            <a:spLocks noGrp="1"/>
          </p:cNvSpPr>
          <p:nvPr>
            <p:ph type="pic" sz="quarter" idx="25"/>
          </p:nvPr>
        </p:nvSpPr>
        <p:spPr>
          <a:xfrm>
            <a:off x="5590133" y="1249932"/>
            <a:ext cx="2096542" cy="2644206"/>
          </a:xfrm>
        </p:spPr>
        <p:txBody>
          <a:bodyPr/>
          <a:lstStyle/>
          <a:p>
            <a:endParaRPr lang="en-US"/>
          </a:p>
        </p:txBody>
      </p:sp>
    </p:spTree>
    <p:extLst>
      <p:ext uri="{BB962C8B-B14F-4D97-AF65-F5344CB8AC3E}">
        <p14:creationId xmlns:p14="http://schemas.microsoft.com/office/powerpoint/2010/main" val="2826361871"/>
      </p:ext>
    </p:extLst>
  </p:cSld>
  <p:clrMapOvr>
    <a:masterClrMapping/>
  </p:clrMapOvr>
  <p:transition spd="med"/>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text left + image on yellow shape right">
    <p:bg>
      <p:bgPr>
        <a:solidFill>
          <a:srgbClr val="FDFAF2"/>
        </a:solidFill>
        <a:effectLst/>
      </p:bgPr>
    </p:bg>
    <p:spTree>
      <p:nvGrpSpPr>
        <p:cNvPr id="1" name=""/>
        <p:cNvGrpSpPr/>
        <p:nvPr/>
      </p:nvGrpSpPr>
      <p:grpSpPr>
        <a:xfrm>
          <a:off x="0" y="0"/>
          <a:ext cx="0" cy="0"/>
          <a:chOff x="0" y="0"/>
          <a:chExt cx="0" cy="0"/>
        </a:xfrm>
      </p:grpSpPr>
      <p:pic>
        <p:nvPicPr>
          <p:cNvPr id="65" name="CGC logo.png" descr="CGC logo.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85750" y="285750"/>
            <a:ext cx="1152525" cy="199894"/>
          </a:xfrm>
          <a:prstGeom prst="rect">
            <a:avLst/>
          </a:prstGeom>
          <a:ln w="12700">
            <a:miter lim="400000"/>
          </a:ln>
        </p:spPr>
      </p:pic>
      <p:sp>
        <p:nvSpPr>
          <p:cNvPr id="66" name="Slide Number"/>
          <p:cNvSpPr txBox="1">
            <a:spLocks noGrp="1"/>
          </p:cNvSpPr>
          <p:nvPr>
            <p:ph type="sldNum" sz="quarter" idx="2"/>
          </p:nvPr>
        </p:nvSpPr>
        <p:spPr>
          <a:prstGeom prst="rect">
            <a:avLst/>
          </a:prstGeom>
        </p:spPr>
        <p:txBody>
          <a:bodyPr/>
          <a:lstStyle>
            <a:lvl1pPr>
              <a:defRPr>
                <a:solidFill>
                  <a:schemeClr val="tx1"/>
                </a:solidFill>
              </a:defRPr>
            </a:lvl1pPr>
          </a:lstStyle>
          <a:p>
            <a:fld id="{86CB4B4D-7CA3-9044-876B-883B54F8677D}" type="slidenum">
              <a:rPr lang="en-GB" smtClean="0"/>
              <a:pPr/>
              <a:t>‹#›</a:t>
            </a:fld>
            <a:endParaRPr lang="en-GB"/>
          </a:p>
        </p:txBody>
      </p:sp>
      <p:grpSp>
        <p:nvGrpSpPr>
          <p:cNvPr id="6" name="Group">
            <a:extLst>
              <a:ext uri="{FF2B5EF4-FFF2-40B4-BE49-F238E27FC236}">
                <a16:creationId xmlns:a16="http://schemas.microsoft.com/office/drawing/2014/main" id="{B48A7C2C-C5BB-46E8-77C7-543C1B0EB866}"/>
              </a:ext>
            </a:extLst>
          </p:cNvPr>
          <p:cNvGrpSpPr/>
          <p:nvPr userDrawn="1"/>
        </p:nvGrpSpPr>
        <p:grpSpPr>
          <a:xfrm>
            <a:off x="5477999" y="2157127"/>
            <a:ext cx="3184615" cy="2342301"/>
            <a:chOff x="0" y="0"/>
            <a:chExt cx="6268502" cy="4610516"/>
          </a:xfrm>
        </p:grpSpPr>
        <p:sp>
          <p:nvSpPr>
            <p:cNvPr id="9" name="Oval">
              <a:extLst>
                <a:ext uri="{FF2B5EF4-FFF2-40B4-BE49-F238E27FC236}">
                  <a16:creationId xmlns:a16="http://schemas.microsoft.com/office/drawing/2014/main" id="{7A5CDB67-6845-E979-9FD9-C40FFC2567AA}"/>
                </a:ext>
              </a:extLst>
            </p:cNvPr>
            <p:cNvSpPr/>
            <p:nvPr/>
          </p:nvSpPr>
          <p:spPr>
            <a:xfrm>
              <a:off x="2301727" y="-1"/>
              <a:ext cx="3966776" cy="4610518"/>
            </a:xfrm>
            <a:prstGeom prst="ellipse">
              <a:avLst/>
            </a:prstGeom>
            <a:solidFill>
              <a:srgbClr val="E7E69F"/>
            </a:solidFill>
            <a:ln w="12700" cap="flat">
              <a:noFill/>
              <a:miter lim="400000"/>
            </a:ln>
            <a:effectLst/>
          </p:spPr>
          <p:txBody>
            <a:bodyPr wrap="square" lIns="19050" tIns="19050" rIns="19050" bIns="19050" numCol="1" anchor="ctr">
              <a:noAutofit/>
            </a:bodyPr>
            <a:lstStyle/>
            <a:p>
              <a:pPr algn="ctr" defTabSz="309563">
                <a:lnSpc>
                  <a:spcPct val="120000"/>
                </a:lnSpc>
                <a:spcBef>
                  <a:spcPts val="0"/>
                </a:spcBef>
                <a:defRPr cap="all">
                  <a:solidFill>
                    <a:srgbClr val="FFFFFF"/>
                  </a:solidFill>
                  <a:latin typeface="Proxima Nova Extrabold"/>
                  <a:ea typeface="Proxima Nova Extrabold"/>
                  <a:cs typeface="Proxima Nova Extrabold"/>
                  <a:sym typeface="Proxima Nova Extrabold"/>
                </a:defRPr>
              </a:pPr>
              <a:endParaRPr sz="422"/>
            </a:p>
          </p:txBody>
        </p:sp>
        <p:sp>
          <p:nvSpPr>
            <p:cNvPr id="11" name="Rectangle">
              <a:extLst>
                <a:ext uri="{FF2B5EF4-FFF2-40B4-BE49-F238E27FC236}">
                  <a16:creationId xmlns:a16="http://schemas.microsoft.com/office/drawing/2014/main" id="{F5DF4BC9-7BDD-5BB2-C91A-B791AF45CA4B}"/>
                </a:ext>
              </a:extLst>
            </p:cNvPr>
            <p:cNvSpPr/>
            <p:nvPr/>
          </p:nvSpPr>
          <p:spPr>
            <a:xfrm>
              <a:off x="0" y="0"/>
              <a:ext cx="4362489" cy="4610517"/>
            </a:xfrm>
            <a:prstGeom prst="rect">
              <a:avLst/>
            </a:prstGeom>
            <a:solidFill>
              <a:srgbClr val="E7E69F"/>
            </a:solidFill>
            <a:ln w="12700" cap="flat">
              <a:noFill/>
              <a:miter lim="400000"/>
            </a:ln>
            <a:effectLst/>
          </p:spPr>
          <p:txBody>
            <a:bodyPr wrap="square" lIns="19050" tIns="19050" rIns="19050" bIns="19050" numCol="1" anchor="ctr">
              <a:noAutofit/>
            </a:bodyPr>
            <a:lstStyle/>
            <a:p>
              <a:pPr algn="ctr" defTabSz="309563">
                <a:lnSpc>
                  <a:spcPct val="120000"/>
                </a:lnSpc>
                <a:spcBef>
                  <a:spcPts val="0"/>
                </a:spcBef>
                <a:defRPr cap="all">
                  <a:solidFill>
                    <a:srgbClr val="FFFFFF"/>
                  </a:solidFill>
                  <a:latin typeface="Proxima Nova Extrabold"/>
                  <a:ea typeface="Proxima Nova Extrabold"/>
                  <a:cs typeface="Proxima Nova Extrabold"/>
                  <a:sym typeface="Proxima Nova Extrabold"/>
                </a:defRPr>
              </a:pPr>
              <a:endParaRPr sz="422"/>
            </a:p>
          </p:txBody>
        </p:sp>
      </p:grpSp>
      <p:sp>
        <p:nvSpPr>
          <p:cNvPr id="3" name="Picture Placeholder 3">
            <a:extLst>
              <a:ext uri="{FF2B5EF4-FFF2-40B4-BE49-F238E27FC236}">
                <a16:creationId xmlns:a16="http://schemas.microsoft.com/office/drawing/2014/main" id="{30F159FC-A9FC-742E-320C-B40636BE8578}"/>
              </a:ext>
            </a:extLst>
          </p:cNvPr>
          <p:cNvSpPr>
            <a:spLocks noGrp="1"/>
          </p:cNvSpPr>
          <p:nvPr>
            <p:ph type="pic" sz="quarter" idx="15"/>
          </p:nvPr>
        </p:nvSpPr>
        <p:spPr>
          <a:xfrm>
            <a:off x="5225030" y="916464"/>
            <a:ext cx="2485847" cy="3267755"/>
          </a:xfrm>
        </p:spPr>
        <p:txBody>
          <a:bodyPr/>
          <a:lstStyle/>
          <a:p>
            <a:endParaRPr lang="en-US"/>
          </a:p>
        </p:txBody>
      </p:sp>
      <p:sp>
        <p:nvSpPr>
          <p:cNvPr id="4" name="Text Placeholder 14">
            <a:extLst>
              <a:ext uri="{FF2B5EF4-FFF2-40B4-BE49-F238E27FC236}">
                <a16:creationId xmlns:a16="http://schemas.microsoft.com/office/drawing/2014/main" id="{5D298AB4-6382-6351-94B0-48D666B8E4C3}"/>
              </a:ext>
            </a:extLst>
          </p:cNvPr>
          <p:cNvSpPr>
            <a:spLocks noGrp="1"/>
          </p:cNvSpPr>
          <p:nvPr>
            <p:ph type="body" sz="quarter" idx="23" hasCustomPrompt="1"/>
          </p:nvPr>
        </p:nvSpPr>
        <p:spPr>
          <a:xfrm>
            <a:off x="681950" y="1706082"/>
            <a:ext cx="3479800" cy="700680"/>
          </a:xfrm>
        </p:spPr>
        <p:txBody>
          <a:bodyPr lIns="0" tIns="0" rIns="0" bIns="0" anchor="b">
            <a:noAutofit/>
          </a:bodyPr>
          <a:lstStyle>
            <a:lvl1pPr marL="0" indent="0">
              <a:lnSpc>
                <a:spcPct val="90000"/>
              </a:lnSpc>
              <a:spcBef>
                <a:spcPts val="600"/>
              </a:spcBef>
              <a:buNone/>
              <a:defRPr sz="2300">
                <a:solidFill>
                  <a:schemeClr val="tx1"/>
                </a:solidFill>
              </a:defRPr>
            </a:lvl1pPr>
          </a:lstStyle>
          <a:p>
            <a:pPr lvl="0"/>
            <a:r>
              <a:rPr lang="en-US"/>
              <a:t>text</a:t>
            </a:r>
          </a:p>
        </p:txBody>
      </p:sp>
      <p:sp>
        <p:nvSpPr>
          <p:cNvPr id="5" name="Text Placeholder 14">
            <a:extLst>
              <a:ext uri="{FF2B5EF4-FFF2-40B4-BE49-F238E27FC236}">
                <a16:creationId xmlns:a16="http://schemas.microsoft.com/office/drawing/2014/main" id="{5D22C491-53AF-84B7-17BD-A5842EE4FAC2}"/>
              </a:ext>
            </a:extLst>
          </p:cNvPr>
          <p:cNvSpPr>
            <a:spLocks noGrp="1"/>
          </p:cNvSpPr>
          <p:nvPr>
            <p:ph type="body" sz="quarter" idx="24" hasCustomPrompt="1"/>
          </p:nvPr>
        </p:nvSpPr>
        <p:spPr>
          <a:xfrm>
            <a:off x="681949" y="2501918"/>
            <a:ext cx="3479801" cy="1125282"/>
          </a:xfrm>
        </p:spPr>
        <p:txBody>
          <a:bodyPr lIns="0" tIns="0" rIns="0" bIns="0" anchor="t">
            <a:noAutofit/>
          </a:bodyPr>
          <a:lstStyle>
            <a:lvl1pPr marL="0" indent="0">
              <a:lnSpc>
                <a:spcPct val="120000"/>
              </a:lnSpc>
              <a:spcBef>
                <a:spcPts val="600"/>
              </a:spcBef>
              <a:buNone/>
              <a:defRPr sz="900">
                <a:solidFill>
                  <a:schemeClr val="tx1"/>
                </a:solidFill>
              </a:defRPr>
            </a:lvl1pPr>
          </a:lstStyle>
          <a:p>
            <a:pPr lvl="0"/>
            <a:r>
              <a:rPr lang="en-US"/>
              <a:t>text</a:t>
            </a:r>
          </a:p>
        </p:txBody>
      </p:sp>
    </p:spTree>
    <p:extLst>
      <p:ext uri="{BB962C8B-B14F-4D97-AF65-F5344CB8AC3E}">
        <p14:creationId xmlns:p14="http://schemas.microsoft.com/office/powerpoint/2010/main" val="1878118981"/>
      </p:ext>
    </p:extLst>
  </p:cSld>
  <p:clrMapOvr>
    <a:masterClrMapping/>
  </p:clrMapOvr>
  <p:transition spd="med"/>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text left, full image right - dark blue">
    <p:bg>
      <p:bgPr>
        <a:solidFill>
          <a:srgbClr val="0F2240"/>
        </a:solidFill>
        <a:effectLst/>
      </p:bgPr>
    </p:bg>
    <p:spTree>
      <p:nvGrpSpPr>
        <p:cNvPr id="1" name=""/>
        <p:cNvGrpSpPr/>
        <p:nvPr/>
      </p:nvGrpSpPr>
      <p:grpSpPr>
        <a:xfrm>
          <a:off x="0" y="0"/>
          <a:ext cx="0" cy="0"/>
          <a:chOff x="0" y="0"/>
          <a:chExt cx="0" cy="0"/>
        </a:xfrm>
      </p:grpSpPr>
      <p:sp>
        <p:nvSpPr>
          <p:cNvPr id="66" name="Slide Number"/>
          <p:cNvSpPr txBox="1">
            <a:spLocks noGrp="1"/>
          </p:cNvSpPr>
          <p:nvPr>
            <p:ph type="sldNum" sz="quarter" idx="2"/>
          </p:nvPr>
        </p:nvSpPr>
        <p:spPr>
          <a:prstGeom prst="rect">
            <a:avLst/>
          </a:prstGeom>
        </p:spPr>
        <p:txBody>
          <a:bodyPr/>
          <a:lstStyle/>
          <a:p>
            <a:fld id="{86CB4B4D-7CA3-9044-876B-883B54F8677D}" type="slidenum">
              <a:t>‹#›</a:t>
            </a:fld>
            <a:endParaRPr/>
          </a:p>
        </p:txBody>
      </p:sp>
      <p:pic>
        <p:nvPicPr>
          <p:cNvPr id="2" name="image6.jpeg" descr="image6.jpeg">
            <a:extLst>
              <a:ext uri="{FF2B5EF4-FFF2-40B4-BE49-F238E27FC236}">
                <a16:creationId xmlns:a16="http://schemas.microsoft.com/office/drawing/2014/main" id="{F70AB0A8-4ABF-C0D0-1CAE-1493E853AF40}"/>
              </a:ext>
            </a:extLst>
          </p:cNvPr>
          <p:cNvPicPr>
            <a:picLocks noChangeAspect="1"/>
          </p:cNvPicPr>
          <p:nvPr userDrawn="1"/>
        </p:nvPicPr>
        <p:blipFill>
          <a:blip r:embed="rId2" cstate="hqprint">
            <a:extLst>
              <a:ext uri="{28A0092B-C50C-407E-A947-70E740481C1C}">
                <a14:useLocalDpi xmlns:a14="http://schemas.microsoft.com/office/drawing/2010/main" val="0"/>
              </a:ext>
            </a:extLst>
          </a:blip>
          <a:srcRect/>
          <a:stretch>
            <a:fillRect/>
          </a:stretch>
        </p:blipFill>
        <p:spPr>
          <a:xfrm>
            <a:off x="4168934" y="-447"/>
            <a:ext cx="4989240" cy="5144381"/>
          </a:xfrm>
          <a:prstGeom prst="rect">
            <a:avLst/>
          </a:prstGeom>
          <a:ln w="12700">
            <a:miter lim="400000"/>
          </a:ln>
        </p:spPr>
      </p:pic>
      <p:pic>
        <p:nvPicPr>
          <p:cNvPr id="4" name="CGC logo white.png" descr="CGC logo white.png">
            <a:extLst>
              <a:ext uri="{FF2B5EF4-FFF2-40B4-BE49-F238E27FC236}">
                <a16:creationId xmlns:a16="http://schemas.microsoft.com/office/drawing/2014/main" id="{1AFAFEE2-5253-317A-BE2B-7A3DFED7B941}"/>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285750" y="285750"/>
            <a:ext cx="1152091" cy="199818"/>
          </a:xfrm>
          <a:prstGeom prst="rect">
            <a:avLst/>
          </a:prstGeom>
          <a:ln w="12700">
            <a:miter lim="400000"/>
          </a:ln>
        </p:spPr>
      </p:pic>
      <p:sp>
        <p:nvSpPr>
          <p:cNvPr id="5" name="Text Placeholder 14">
            <a:extLst>
              <a:ext uri="{FF2B5EF4-FFF2-40B4-BE49-F238E27FC236}">
                <a16:creationId xmlns:a16="http://schemas.microsoft.com/office/drawing/2014/main" id="{5E2DD4A9-F0BB-306A-B08E-781F19CF30CC}"/>
              </a:ext>
            </a:extLst>
          </p:cNvPr>
          <p:cNvSpPr>
            <a:spLocks noGrp="1"/>
          </p:cNvSpPr>
          <p:nvPr>
            <p:ph type="body" sz="quarter" idx="23" hasCustomPrompt="1"/>
          </p:nvPr>
        </p:nvSpPr>
        <p:spPr>
          <a:xfrm>
            <a:off x="906440" y="964642"/>
            <a:ext cx="2389419" cy="1546813"/>
          </a:xfrm>
        </p:spPr>
        <p:txBody>
          <a:bodyPr lIns="0" tIns="0" rIns="0" bIns="0" anchor="b">
            <a:noAutofit/>
          </a:bodyPr>
          <a:lstStyle>
            <a:lvl1pPr marL="0" indent="0">
              <a:lnSpc>
                <a:spcPct val="90000"/>
              </a:lnSpc>
              <a:spcBef>
                <a:spcPts val="600"/>
              </a:spcBef>
              <a:buNone/>
              <a:defRPr sz="2300">
                <a:solidFill>
                  <a:schemeClr val="bg1"/>
                </a:solidFill>
              </a:defRPr>
            </a:lvl1pPr>
          </a:lstStyle>
          <a:p>
            <a:pPr lvl="0"/>
            <a:r>
              <a:rPr lang="en-US"/>
              <a:t>text</a:t>
            </a:r>
          </a:p>
        </p:txBody>
      </p:sp>
      <p:sp>
        <p:nvSpPr>
          <p:cNvPr id="10" name="Text Placeholder 14">
            <a:extLst>
              <a:ext uri="{FF2B5EF4-FFF2-40B4-BE49-F238E27FC236}">
                <a16:creationId xmlns:a16="http://schemas.microsoft.com/office/drawing/2014/main" id="{62AF82C4-18BB-C675-E7BD-EF80A83EB39F}"/>
              </a:ext>
            </a:extLst>
          </p:cNvPr>
          <p:cNvSpPr>
            <a:spLocks noGrp="1"/>
          </p:cNvSpPr>
          <p:nvPr>
            <p:ph type="body" sz="quarter" idx="24" hasCustomPrompt="1"/>
          </p:nvPr>
        </p:nvSpPr>
        <p:spPr>
          <a:xfrm>
            <a:off x="906440" y="2786774"/>
            <a:ext cx="2389419" cy="1700607"/>
          </a:xfrm>
        </p:spPr>
        <p:txBody>
          <a:bodyPr lIns="0" tIns="0" rIns="0" bIns="0" anchor="t">
            <a:noAutofit/>
          </a:bodyPr>
          <a:lstStyle>
            <a:lvl1pPr marL="0" indent="0">
              <a:lnSpc>
                <a:spcPct val="120000"/>
              </a:lnSpc>
              <a:spcBef>
                <a:spcPts val="600"/>
              </a:spcBef>
              <a:buNone/>
              <a:defRPr sz="900">
                <a:solidFill>
                  <a:schemeClr val="bg1"/>
                </a:solidFill>
              </a:defRPr>
            </a:lvl1pPr>
          </a:lstStyle>
          <a:p>
            <a:pPr lvl="0"/>
            <a:r>
              <a:rPr lang="en-US"/>
              <a:t>text</a:t>
            </a:r>
          </a:p>
        </p:txBody>
      </p:sp>
    </p:spTree>
    <p:extLst>
      <p:ext uri="{BB962C8B-B14F-4D97-AF65-F5344CB8AC3E}">
        <p14:creationId xmlns:p14="http://schemas.microsoft.com/office/powerpoint/2010/main" val="3375002414"/>
      </p:ext>
    </p:extLst>
  </p:cSld>
  <p:clrMapOvr>
    <a:masterClrMapping/>
  </p:clrMapOvr>
  <p:transition spd="med"/>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title, numbered list left + image over shape right - light">
    <p:bg>
      <p:bgPr>
        <a:solidFill>
          <a:srgbClr val="FDFAF2"/>
        </a:solidFill>
        <a:effectLst/>
      </p:bgPr>
    </p:bg>
    <p:spTree>
      <p:nvGrpSpPr>
        <p:cNvPr id="1" name=""/>
        <p:cNvGrpSpPr/>
        <p:nvPr/>
      </p:nvGrpSpPr>
      <p:grpSpPr>
        <a:xfrm>
          <a:off x="0" y="0"/>
          <a:ext cx="0" cy="0"/>
          <a:chOff x="0" y="0"/>
          <a:chExt cx="0" cy="0"/>
        </a:xfrm>
      </p:grpSpPr>
      <p:pic>
        <p:nvPicPr>
          <p:cNvPr id="65" name="CGC logo.png" descr="CGC logo.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85750" y="285750"/>
            <a:ext cx="1152525" cy="199894"/>
          </a:xfrm>
          <a:prstGeom prst="rect">
            <a:avLst/>
          </a:prstGeom>
          <a:ln w="12700">
            <a:miter lim="400000"/>
          </a:ln>
        </p:spPr>
      </p:pic>
      <p:sp>
        <p:nvSpPr>
          <p:cNvPr id="66" name="Slide Number"/>
          <p:cNvSpPr txBox="1">
            <a:spLocks noGrp="1"/>
          </p:cNvSpPr>
          <p:nvPr>
            <p:ph type="sldNum" sz="quarter" idx="2"/>
          </p:nvPr>
        </p:nvSpPr>
        <p:spPr>
          <a:prstGeom prst="rect">
            <a:avLst/>
          </a:prstGeom>
        </p:spPr>
        <p:txBody>
          <a:bodyPr/>
          <a:lstStyle>
            <a:lvl1pPr>
              <a:defRPr>
                <a:solidFill>
                  <a:schemeClr val="tx1"/>
                </a:solidFill>
              </a:defRPr>
            </a:lvl1pPr>
          </a:lstStyle>
          <a:p>
            <a:fld id="{86CB4B4D-7CA3-9044-876B-883B54F8677D}" type="slidenum">
              <a:rPr lang="en-GB" smtClean="0"/>
              <a:pPr/>
              <a:t>‹#›</a:t>
            </a:fld>
            <a:endParaRPr lang="en-GB"/>
          </a:p>
        </p:txBody>
      </p:sp>
      <p:sp>
        <p:nvSpPr>
          <p:cNvPr id="8" name="Text Placeholder 14">
            <a:extLst>
              <a:ext uri="{FF2B5EF4-FFF2-40B4-BE49-F238E27FC236}">
                <a16:creationId xmlns:a16="http://schemas.microsoft.com/office/drawing/2014/main" id="{B29DC10B-64B8-2FA4-6D5F-C8DF0B39C78E}"/>
              </a:ext>
            </a:extLst>
          </p:cNvPr>
          <p:cNvSpPr>
            <a:spLocks noGrp="1"/>
          </p:cNvSpPr>
          <p:nvPr>
            <p:ph type="body" sz="quarter" idx="24" hasCustomPrompt="1"/>
          </p:nvPr>
        </p:nvSpPr>
        <p:spPr>
          <a:xfrm>
            <a:off x="682373" y="2106269"/>
            <a:ext cx="2859619" cy="2485828"/>
          </a:xfrm>
        </p:spPr>
        <p:txBody>
          <a:bodyPr lIns="0" tIns="0" rIns="0" bIns="0" anchor="t">
            <a:noAutofit/>
          </a:bodyPr>
          <a:lstStyle>
            <a:lvl1pPr marL="228600" indent="-228600">
              <a:lnSpc>
                <a:spcPct val="130000"/>
              </a:lnSpc>
              <a:spcBef>
                <a:spcPts val="600"/>
              </a:spcBef>
              <a:buClr>
                <a:srgbClr val="0F2240"/>
              </a:buClr>
              <a:buSzPct val="100000"/>
              <a:buFont typeface="+mj-lt"/>
              <a:buAutoNum type="arabicPeriod"/>
              <a:defRPr sz="900">
                <a:solidFill>
                  <a:schemeClr val="tx1"/>
                </a:solidFill>
              </a:defRPr>
            </a:lvl1pPr>
          </a:lstStyle>
          <a:p>
            <a:pPr lvl="0"/>
            <a:r>
              <a:rPr lang="en-US"/>
              <a:t>Text</a:t>
            </a:r>
          </a:p>
        </p:txBody>
      </p:sp>
      <p:grpSp>
        <p:nvGrpSpPr>
          <p:cNvPr id="2" name="Group">
            <a:extLst>
              <a:ext uri="{FF2B5EF4-FFF2-40B4-BE49-F238E27FC236}">
                <a16:creationId xmlns:a16="http://schemas.microsoft.com/office/drawing/2014/main" id="{8059C15D-22A5-537C-3859-416EACDF8E81}"/>
              </a:ext>
            </a:extLst>
          </p:cNvPr>
          <p:cNvGrpSpPr/>
          <p:nvPr userDrawn="1"/>
        </p:nvGrpSpPr>
        <p:grpSpPr>
          <a:xfrm>
            <a:off x="5477999" y="2157128"/>
            <a:ext cx="2350689" cy="1728944"/>
            <a:chOff x="0" y="0"/>
            <a:chExt cx="6268502" cy="4610516"/>
          </a:xfrm>
        </p:grpSpPr>
        <p:sp>
          <p:nvSpPr>
            <p:cNvPr id="3" name="Oval">
              <a:extLst>
                <a:ext uri="{FF2B5EF4-FFF2-40B4-BE49-F238E27FC236}">
                  <a16:creationId xmlns:a16="http://schemas.microsoft.com/office/drawing/2014/main" id="{B05EAF7A-8138-7A57-21E2-D56D8287317A}"/>
                </a:ext>
              </a:extLst>
            </p:cNvPr>
            <p:cNvSpPr/>
            <p:nvPr/>
          </p:nvSpPr>
          <p:spPr>
            <a:xfrm>
              <a:off x="2301727" y="-1"/>
              <a:ext cx="3966776" cy="4610518"/>
            </a:xfrm>
            <a:prstGeom prst="ellipse">
              <a:avLst/>
            </a:prstGeom>
            <a:solidFill>
              <a:srgbClr val="E7E69F"/>
            </a:solidFill>
            <a:ln w="12700" cap="flat">
              <a:noFill/>
              <a:miter lim="400000"/>
            </a:ln>
            <a:effectLst/>
          </p:spPr>
          <p:txBody>
            <a:bodyPr wrap="square" lIns="19050" tIns="19050" rIns="19050" bIns="19050" numCol="1" anchor="ctr">
              <a:noAutofit/>
            </a:bodyPr>
            <a:lstStyle/>
            <a:p>
              <a:pPr algn="ctr" defTabSz="309563">
                <a:lnSpc>
                  <a:spcPct val="120000"/>
                </a:lnSpc>
                <a:spcBef>
                  <a:spcPts val="0"/>
                </a:spcBef>
                <a:defRPr cap="all">
                  <a:solidFill>
                    <a:srgbClr val="FFFFFF"/>
                  </a:solidFill>
                  <a:latin typeface="Proxima Nova Extrabold"/>
                  <a:ea typeface="Proxima Nova Extrabold"/>
                  <a:cs typeface="Proxima Nova Extrabold"/>
                  <a:sym typeface="Proxima Nova Extrabold"/>
                </a:defRPr>
              </a:pPr>
              <a:endParaRPr sz="422"/>
            </a:p>
          </p:txBody>
        </p:sp>
        <p:sp>
          <p:nvSpPr>
            <p:cNvPr id="4" name="Rectangle">
              <a:extLst>
                <a:ext uri="{FF2B5EF4-FFF2-40B4-BE49-F238E27FC236}">
                  <a16:creationId xmlns:a16="http://schemas.microsoft.com/office/drawing/2014/main" id="{B2C854AB-DE0C-2C69-BB32-051DCDB26982}"/>
                </a:ext>
              </a:extLst>
            </p:cNvPr>
            <p:cNvSpPr/>
            <p:nvPr/>
          </p:nvSpPr>
          <p:spPr>
            <a:xfrm>
              <a:off x="0" y="0"/>
              <a:ext cx="4362489" cy="4610517"/>
            </a:xfrm>
            <a:prstGeom prst="rect">
              <a:avLst/>
            </a:prstGeom>
            <a:solidFill>
              <a:srgbClr val="E7E69F"/>
            </a:solidFill>
            <a:ln w="12700" cap="flat">
              <a:noFill/>
              <a:miter lim="400000"/>
            </a:ln>
            <a:effectLst/>
          </p:spPr>
          <p:txBody>
            <a:bodyPr wrap="square" lIns="19050" tIns="19050" rIns="19050" bIns="19050" numCol="1" anchor="ctr">
              <a:noAutofit/>
            </a:bodyPr>
            <a:lstStyle/>
            <a:p>
              <a:pPr algn="ctr" defTabSz="309563">
                <a:lnSpc>
                  <a:spcPct val="120000"/>
                </a:lnSpc>
                <a:spcBef>
                  <a:spcPts val="0"/>
                </a:spcBef>
                <a:defRPr cap="all">
                  <a:solidFill>
                    <a:srgbClr val="FFFFFF"/>
                  </a:solidFill>
                  <a:latin typeface="Proxima Nova Extrabold"/>
                  <a:ea typeface="Proxima Nova Extrabold"/>
                  <a:cs typeface="Proxima Nova Extrabold"/>
                  <a:sym typeface="Proxima Nova Extrabold"/>
                </a:defRPr>
              </a:pPr>
              <a:endParaRPr sz="422"/>
            </a:p>
          </p:txBody>
        </p:sp>
      </p:grpSp>
      <p:sp>
        <p:nvSpPr>
          <p:cNvPr id="16" name="Text Placeholder 6">
            <a:extLst>
              <a:ext uri="{FF2B5EF4-FFF2-40B4-BE49-F238E27FC236}">
                <a16:creationId xmlns:a16="http://schemas.microsoft.com/office/drawing/2014/main" id="{B4A8DE5E-EA71-D55D-4C6E-88E1312C3F1C}"/>
              </a:ext>
            </a:extLst>
          </p:cNvPr>
          <p:cNvSpPr>
            <a:spLocks noGrp="1"/>
          </p:cNvSpPr>
          <p:nvPr>
            <p:ph type="body" sz="quarter" idx="22" hasCustomPrompt="1"/>
          </p:nvPr>
        </p:nvSpPr>
        <p:spPr>
          <a:xfrm>
            <a:off x="672325" y="859917"/>
            <a:ext cx="2859619" cy="1021767"/>
          </a:xfrm>
          <a:prstGeom prst="rect">
            <a:avLst/>
          </a:prstGeom>
        </p:spPr>
        <p:txBody>
          <a:bodyPr lIns="0" tIns="0" rIns="0" bIns="0" anchor="b">
            <a:noAutofit/>
          </a:bodyPr>
          <a:lstStyle>
            <a:lvl1pPr marL="0" indent="0">
              <a:lnSpc>
                <a:spcPct val="70000"/>
              </a:lnSpc>
              <a:buNone/>
              <a:defRPr sz="3000">
                <a:solidFill>
                  <a:schemeClr val="tx1"/>
                </a:solidFill>
                <a:latin typeface="+mj-lt"/>
              </a:defRPr>
            </a:lvl1pPr>
          </a:lstStyle>
          <a:p>
            <a:pPr lvl="0"/>
            <a:r>
              <a:rPr lang="en-US"/>
              <a:t>TITLE</a:t>
            </a:r>
          </a:p>
        </p:txBody>
      </p:sp>
      <p:sp>
        <p:nvSpPr>
          <p:cNvPr id="9" name="Picture Placeholder 2">
            <a:extLst>
              <a:ext uri="{FF2B5EF4-FFF2-40B4-BE49-F238E27FC236}">
                <a16:creationId xmlns:a16="http://schemas.microsoft.com/office/drawing/2014/main" id="{8DA9CE4B-DEA9-E277-E376-38ECAFFD9B8D}"/>
              </a:ext>
            </a:extLst>
          </p:cNvPr>
          <p:cNvSpPr>
            <a:spLocks noGrp="1"/>
          </p:cNvSpPr>
          <p:nvPr>
            <p:ph type="pic" sz="quarter" idx="25"/>
          </p:nvPr>
        </p:nvSpPr>
        <p:spPr>
          <a:xfrm>
            <a:off x="5063090" y="1257427"/>
            <a:ext cx="1844599" cy="2412058"/>
          </a:xfrm>
        </p:spPr>
        <p:txBody>
          <a:bodyPr/>
          <a:lstStyle/>
          <a:p>
            <a:endParaRPr lang="en-US"/>
          </a:p>
        </p:txBody>
      </p:sp>
    </p:spTree>
    <p:extLst>
      <p:ext uri="{BB962C8B-B14F-4D97-AF65-F5344CB8AC3E}">
        <p14:creationId xmlns:p14="http://schemas.microsoft.com/office/powerpoint/2010/main" val="3274853719"/>
      </p:ext>
    </p:extLst>
  </p:cSld>
  <p:clrMapOvr>
    <a:masterClrMapping/>
  </p:clrMapOvr>
  <p:transition spd="med"/>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title, numbered list left + image over shape right - dark">
    <p:bg>
      <p:bgPr>
        <a:solidFill>
          <a:srgbClr val="0F2240"/>
        </a:solidFill>
        <a:effectLst/>
      </p:bgPr>
    </p:bg>
    <p:spTree>
      <p:nvGrpSpPr>
        <p:cNvPr id="1" name=""/>
        <p:cNvGrpSpPr/>
        <p:nvPr/>
      </p:nvGrpSpPr>
      <p:grpSpPr>
        <a:xfrm>
          <a:off x="0" y="0"/>
          <a:ext cx="0" cy="0"/>
          <a:chOff x="0" y="0"/>
          <a:chExt cx="0" cy="0"/>
        </a:xfrm>
      </p:grpSpPr>
      <p:sp>
        <p:nvSpPr>
          <p:cNvPr id="66" name="Slide Number"/>
          <p:cNvSpPr txBox="1">
            <a:spLocks noGrp="1"/>
          </p:cNvSpPr>
          <p:nvPr>
            <p:ph type="sldNum" sz="quarter" idx="2"/>
          </p:nvPr>
        </p:nvSpPr>
        <p:spPr>
          <a:prstGeom prst="rect">
            <a:avLst/>
          </a:prstGeom>
        </p:spPr>
        <p:txBody>
          <a:bodyPr/>
          <a:lstStyle>
            <a:lvl1pPr>
              <a:defRPr>
                <a:solidFill>
                  <a:schemeClr val="bg1"/>
                </a:solidFill>
              </a:defRPr>
            </a:lvl1pPr>
          </a:lstStyle>
          <a:p>
            <a:fld id="{86CB4B4D-7CA3-9044-876B-883B54F8677D}" type="slidenum">
              <a:rPr lang="en-GB" smtClean="0"/>
              <a:pPr/>
              <a:t>‹#›</a:t>
            </a:fld>
            <a:endParaRPr lang="en-GB"/>
          </a:p>
        </p:txBody>
      </p:sp>
      <p:pic>
        <p:nvPicPr>
          <p:cNvPr id="5" name="Rectangle burgundy.svg" descr="Rectangle burgundy.svg">
            <a:extLst>
              <a:ext uri="{FF2B5EF4-FFF2-40B4-BE49-F238E27FC236}">
                <a16:creationId xmlns:a16="http://schemas.microsoft.com/office/drawing/2014/main" id="{844A400C-9A83-8AA4-CFCA-DE9794DB817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101466" y="952500"/>
            <a:ext cx="3024188" cy="3238500"/>
          </a:xfrm>
          <a:prstGeom prst="rect">
            <a:avLst/>
          </a:prstGeom>
          <a:ln w="12700">
            <a:miter lim="400000"/>
          </a:ln>
        </p:spPr>
      </p:pic>
      <p:pic>
        <p:nvPicPr>
          <p:cNvPr id="10" name="CGC logo white.png" descr="CGC logo white.png">
            <a:extLst>
              <a:ext uri="{FF2B5EF4-FFF2-40B4-BE49-F238E27FC236}">
                <a16:creationId xmlns:a16="http://schemas.microsoft.com/office/drawing/2014/main" id="{72298F98-B4C8-43FE-3BF1-7CECBDFE3880}"/>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285750" y="285750"/>
            <a:ext cx="1152091" cy="199818"/>
          </a:xfrm>
          <a:prstGeom prst="rect">
            <a:avLst/>
          </a:prstGeom>
          <a:ln w="12700">
            <a:miter lim="400000"/>
          </a:ln>
        </p:spPr>
      </p:pic>
      <p:sp>
        <p:nvSpPr>
          <p:cNvPr id="3" name="Picture Placeholder 3">
            <a:extLst>
              <a:ext uri="{FF2B5EF4-FFF2-40B4-BE49-F238E27FC236}">
                <a16:creationId xmlns:a16="http://schemas.microsoft.com/office/drawing/2014/main" id="{42671B41-535D-F109-9D02-787902652E56}"/>
              </a:ext>
            </a:extLst>
          </p:cNvPr>
          <p:cNvSpPr>
            <a:spLocks noGrp="1"/>
          </p:cNvSpPr>
          <p:nvPr>
            <p:ph type="pic" sz="quarter" idx="15"/>
          </p:nvPr>
        </p:nvSpPr>
        <p:spPr>
          <a:xfrm>
            <a:off x="5053042" y="1365721"/>
            <a:ext cx="1844599" cy="2412058"/>
          </a:xfrm>
        </p:spPr>
        <p:txBody>
          <a:bodyPr/>
          <a:lstStyle/>
          <a:p>
            <a:endParaRPr lang="en-US"/>
          </a:p>
        </p:txBody>
      </p:sp>
      <p:sp>
        <p:nvSpPr>
          <p:cNvPr id="4" name="Text Placeholder 14">
            <a:extLst>
              <a:ext uri="{FF2B5EF4-FFF2-40B4-BE49-F238E27FC236}">
                <a16:creationId xmlns:a16="http://schemas.microsoft.com/office/drawing/2014/main" id="{92269894-93A5-2D1B-8294-D85DA45F1BCF}"/>
              </a:ext>
            </a:extLst>
          </p:cNvPr>
          <p:cNvSpPr>
            <a:spLocks noGrp="1"/>
          </p:cNvSpPr>
          <p:nvPr>
            <p:ph type="body" sz="quarter" idx="25" hasCustomPrompt="1"/>
          </p:nvPr>
        </p:nvSpPr>
        <p:spPr>
          <a:xfrm>
            <a:off x="682373" y="2106269"/>
            <a:ext cx="2859619" cy="2485828"/>
          </a:xfrm>
        </p:spPr>
        <p:txBody>
          <a:bodyPr lIns="0" tIns="0" rIns="0" bIns="0" anchor="t">
            <a:noAutofit/>
          </a:bodyPr>
          <a:lstStyle>
            <a:lvl1pPr marL="228600" indent="-228600">
              <a:lnSpc>
                <a:spcPct val="130000"/>
              </a:lnSpc>
              <a:spcBef>
                <a:spcPts val="600"/>
              </a:spcBef>
              <a:buClr>
                <a:srgbClr val="FFFFFF"/>
              </a:buClr>
              <a:buSzPct val="100000"/>
              <a:buFont typeface="+mj-lt"/>
              <a:buAutoNum type="arabicPeriod"/>
              <a:defRPr sz="900">
                <a:solidFill>
                  <a:schemeClr val="bg1"/>
                </a:solidFill>
              </a:defRPr>
            </a:lvl1pPr>
          </a:lstStyle>
          <a:p>
            <a:pPr lvl="0"/>
            <a:r>
              <a:rPr lang="en-US"/>
              <a:t>Text</a:t>
            </a:r>
          </a:p>
        </p:txBody>
      </p:sp>
      <p:sp>
        <p:nvSpPr>
          <p:cNvPr id="6" name="Text Placeholder 6">
            <a:extLst>
              <a:ext uri="{FF2B5EF4-FFF2-40B4-BE49-F238E27FC236}">
                <a16:creationId xmlns:a16="http://schemas.microsoft.com/office/drawing/2014/main" id="{95D25687-1F32-EC65-4B18-1265C0496D66}"/>
              </a:ext>
            </a:extLst>
          </p:cNvPr>
          <p:cNvSpPr>
            <a:spLocks noGrp="1"/>
          </p:cNvSpPr>
          <p:nvPr>
            <p:ph type="body" sz="quarter" idx="26" hasCustomPrompt="1"/>
          </p:nvPr>
        </p:nvSpPr>
        <p:spPr>
          <a:xfrm>
            <a:off x="672325" y="859917"/>
            <a:ext cx="2859619" cy="1021767"/>
          </a:xfrm>
          <a:prstGeom prst="rect">
            <a:avLst/>
          </a:prstGeom>
        </p:spPr>
        <p:txBody>
          <a:bodyPr lIns="0" tIns="0" rIns="0" bIns="0" anchor="b">
            <a:noAutofit/>
          </a:bodyPr>
          <a:lstStyle>
            <a:lvl1pPr marL="0" indent="0">
              <a:lnSpc>
                <a:spcPct val="70000"/>
              </a:lnSpc>
              <a:buNone/>
              <a:defRPr sz="3000">
                <a:solidFill>
                  <a:schemeClr val="bg1"/>
                </a:solidFill>
                <a:latin typeface="+mj-lt"/>
              </a:defRPr>
            </a:lvl1pPr>
          </a:lstStyle>
          <a:p>
            <a:pPr lvl="0"/>
            <a:r>
              <a:rPr lang="en-US"/>
              <a:t>TITLE</a:t>
            </a:r>
          </a:p>
        </p:txBody>
      </p:sp>
    </p:spTree>
    <p:extLst>
      <p:ext uri="{BB962C8B-B14F-4D97-AF65-F5344CB8AC3E}">
        <p14:creationId xmlns:p14="http://schemas.microsoft.com/office/powerpoint/2010/main" val="2058521093"/>
      </p:ext>
    </p:extLst>
  </p:cSld>
  <p:clrMapOvr>
    <a:masterClrMapping/>
  </p:clrMapOvr>
  <p:transition spd="med"/>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team 1">
    <p:bg>
      <p:bgPr>
        <a:solidFill>
          <a:srgbClr val="0F2240"/>
        </a:solidFill>
        <a:effectLst/>
      </p:bgPr>
    </p:bg>
    <p:spTree>
      <p:nvGrpSpPr>
        <p:cNvPr id="1" name=""/>
        <p:cNvGrpSpPr/>
        <p:nvPr/>
      </p:nvGrpSpPr>
      <p:grpSpPr>
        <a:xfrm>
          <a:off x="0" y="0"/>
          <a:ext cx="0" cy="0"/>
          <a:chOff x="0" y="0"/>
          <a:chExt cx="0" cy="0"/>
        </a:xfrm>
      </p:grpSpPr>
      <p:sp>
        <p:nvSpPr>
          <p:cNvPr id="66" name="Slide Number"/>
          <p:cNvSpPr txBox="1">
            <a:spLocks noGrp="1"/>
          </p:cNvSpPr>
          <p:nvPr>
            <p:ph type="sldNum" sz="quarter" idx="2"/>
          </p:nvPr>
        </p:nvSpPr>
        <p:spPr>
          <a:prstGeom prst="rect">
            <a:avLst/>
          </a:prstGeom>
        </p:spPr>
        <p:txBody>
          <a:bodyPr/>
          <a:lstStyle>
            <a:lvl1pPr>
              <a:defRPr>
                <a:solidFill>
                  <a:schemeClr val="bg1"/>
                </a:solidFill>
              </a:defRPr>
            </a:lvl1pPr>
          </a:lstStyle>
          <a:p>
            <a:fld id="{86CB4B4D-7CA3-9044-876B-883B54F8677D}" type="slidenum">
              <a:rPr lang="en-GB" smtClean="0"/>
              <a:pPr/>
              <a:t>‹#›</a:t>
            </a:fld>
            <a:endParaRPr lang="en-GB"/>
          </a:p>
        </p:txBody>
      </p:sp>
      <p:pic>
        <p:nvPicPr>
          <p:cNvPr id="10" name="CGC logo white.png" descr="CGC logo white.png">
            <a:extLst>
              <a:ext uri="{FF2B5EF4-FFF2-40B4-BE49-F238E27FC236}">
                <a16:creationId xmlns:a16="http://schemas.microsoft.com/office/drawing/2014/main" id="{72298F98-B4C8-43FE-3BF1-7CECBDFE388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85750" y="285750"/>
            <a:ext cx="1152091" cy="199818"/>
          </a:xfrm>
          <a:prstGeom prst="rect">
            <a:avLst/>
          </a:prstGeom>
          <a:ln w="12700">
            <a:miter lim="400000"/>
          </a:ln>
        </p:spPr>
      </p:pic>
      <p:sp>
        <p:nvSpPr>
          <p:cNvPr id="23" name="Text Placeholder 6">
            <a:extLst>
              <a:ext uri="{FF2B5EF4-FFF2-40B4-BE49-F238E27FC236}">
                <a16:creationId xmlns:a16="http://schemas.microsoft.com/office/drawing/2014/main" id="{D53B23B1-E16E-83D6-D97B-C9EB01F1BC74}"/>
              </a:ext>
            </a:extLst>
          </p:cNvPr>
          <p:cNvSpPr>
            <a:spLocks noGrp="1"/>
          </p:cNvSpPr>
          <p:nvPr>
            <p:ph type="body" sz="quarter" idx="22" hasCustomPrompt="1"/>
          </p:nvPr>
        </p:nvSpPr>
        <p:spPr>
          <a:xfrm>
            <a:off x="683288" y="793696"/>
            <a:ext cx="3731638" cy="762933"/>
          </a:xfrm>
          <a:prstGeom prst="rect">
            <a:avLst/>
          </a:prstGeom>
        </p:spPr>
        <p:txBody>
          <a:bodyPr lIns="0" tIns="0" rIns="0" bIns="0" anchor="b">
            <a:noAutofit/>
          </a:bodyPr>
          <a:lstStyle>
            <a:lvl1pPr marL="0" indent="0">
              <a:lnSpc>
                <a:spcPct val="70000"/>
              </a:lnSpc>
              <a:buNone/>
              <a:defRPr sz="3000">
                <a:solidFill>
                  <a:schemeClr val="bg1"/>
                </a:solidFill>
                <a:latin typeface="+mj-lt"/>
              </a:defRPr>
            </a:lvl1pPr>
          </a:lstStyle>
          <a:p>
            <a:pPr lvl="0"/>
            <a:r>
              <a:rPr lang="en-US"/>
              <a:t>TITLE</a:t>
            </a:r>
          </a:p>
        </p:txBody>
      </p:sp>
      <p:sp>
        <p:nvSpPr>
          <p:cNvPr id="24" name="Text Placeholder 6">
            <a:extLst>
              <a:ext uri="{FF2B5EF4-FFF2-40B4-BE49-F238E27FC236}">
                <a16:creationId xmlns:a16="http://schemas.microsoft.com/office/drawing/2014/main" id="{0CA2449B-9DC1-5550-A315-3ED3A0C79991}"/>
              </a:ext>
            </a:extLst>
          </p:cNvPr>
          <p:cNvSpPr>
            <a:spLocks noGrp="1"/>
          </p:cNvSpPr>
          <p:nvPr>
            <p:ph type="body" sz="quarter" idx="23" hasCustomPrompt="1"/>
          </p:nvPr>
        </p:nvSpPr>
        <p:spPr>
          <a:xfrm>
            <a:off x="683288" y="1864757"/>
            <a:ext cx="1399666" cy="249532"/>
          </a:xfrm>
          <a:prstGeom prst="rect">
            <a:avLst/>
          </a:prstGeom>
        </p:spPr>
        <p:txBody>
          <a:bodyPr lIns="0" tIns="0" rIns="0" bIns="0" anchor="b">
            <a:noAutofit/>
          </a:bodyPr>
          <a:lstStyle>
            <a:lvl1pPr marL="0" indent="0">
              <a:lnSpc>
                <a:spcPct val="70000"/>
              </a:lnSpc>
              <a:buNone/>
              <a:defRPr sz="900">
                <a:solidFill>
                  <a:schemeClr val="bg1"/>
                </a:solidFill>
                <a:latin typeface="+mj-lt"/>
              </a:defRPr>
            </a:lvl1pPr>
          </a:lstStyle>
          <a:p>
            <a:pPr lvl="0"/>
            <a:r>
              <a:rPr lang="en-US"/>
              <a:t>TITLE</a:t>
            </a:r>
          </a:p>
        </p:txBody>
      </p:sp>
      <p:sp>
        <p:nvSpPr>
          <p:cNvPr id="25" name="Text Placeholder 6">
            <a:extLst>
              <a:ext uri="{FF2B5EF4-FFF2-40B4-BE49-F238E27FC236}">
                <a16:creationId xmlns:a16="http://schemas.microsoft.com/office/drawing/2014/main" id="{BCA2DD0A-0402-F729-8458-69B09650F70B}"/>
              </a:ext>
            </a:extLst>
          </p:cNvPr>
          <p:cNvSpPr>
            <a:spLocks noGrp="1"/>
          </p:cNvSpPr>
          <p:nvPr>
            <p:ph type="body" sz="quarter" idx="24" hasCustomPrompt="1"/>
          </p:nvPr>
        </p:nvSpPr>
        <p:spPr>
          <a:xfrm>
            <a:off x="2693391" y="1864757"/>
            <a:ext cx="1399666" cy="249532"/>
          </a:xfrm>
          <a:prstGeom prst="rect">
            <a:avLst/>
          </a:prstGeom>
        </p:spPr>
        <p:txBody>
          <a:bodyPr lIns="0" tIns="0" rIns="0" bIns="0" anchor="b">
            <a:noAutofit/>
          </a:bodyPr>
          <a:lstStyle>
            <a:lvl1pPr marL="0" indent="0">
              <a:lnSpc>
                <a:spcPct val="70000"/>
              </a:lnSpc>
              <a:buNone/>
              <a:defRPr sz="900">
                <a:solidFill>
                  <a:schemeClr val="bg1"/>
                </a:solidFill>
                <a:latin typeface="+mj-lt"/>
              </a:defRPr>
            </a:lvl1pPr>
          </a:lstStyle>
          <a:p>
            <a:pPr lvl="0"/>
            <a:r>
              <a:rPr lang="en-US"/>
              <a:t>TITLE</a:t>
            </a:r>
          </a:p>
        </p:txBody>
      </p:sp>
      <p:sp>
        <p:nvSpPr>
          <p:cNvPr id="26" name="Text Placeholder 6">
            <a:extLst>
              <a:ext uri="{FF2B5EF4-FFF2-40B4-BE49-F238E27FC236}">
                <a16:creationId xmlns:a16="http://schemas.microsoft.com/office/drawing/2014/main" id="{327FE00C-44FF-5C00-7799-9102890BB5A4}"/>
              </a:ext>
            </a:extLst>
          </p:cNvPr>
          <p:cNvSpPr>
            <a:spLocks noGrp="1"/>
          </p:cNvSpPr>
          <p:nvPr>
            <p:ph type="body" sz="quarter" idx="25" hasCustomPrompt="1"/>
          </p:nvPr>
        </p:nvSpPr>
        <p:spPr>
          <a:xfrm>
            <a:off x="4703496" y="1864757"/>
            <a:ext cx="1399666" cy="249532"/>
          </a:xfrm>
          <a:prstGeom prst="rect">
            <a:avLst/>
          </a:prstGeom>
        </p:spPr>
        <p:txBody>
          <a:bodyPr lIns="0" tIns="0" rIns="0" bIns="0" anchor="b">
            <a:noAutofit/>
          </a:bodyPr>
          <a:lstStyle>
            <a:lvl1pPr marL="0" indent="0">
              <a:lnSpc>
                <a:spcPct val="70000"/>
              </a:lnSpc>
              <a:buNone/>
              <a:defRPr sz="900">
                <a:solidFill>
                  <a:schemeClr val="bg1"/>
                </a:solidFill>
                <a:latin typeface="+mj-lt"/>
              </a:defRPr>
            </a:lvl1pPr>
          </a:lstStyle>
          <a:p>
            <a:pPr lvl="0"/>
            <a:r>
              <a:rPr lang="en-US"/>
              <a:t>TITLE</a:t>
            </a:r>
          </a:p>
        </p:txBody>
      </p:sp>
      <p:sp>
        <p:nvSpPr>
          <p:cNvPr id="27" name="Text Placeholder 6">
            <a:extLst>
              <a:ext uri="{FF2B5EF4-FFF2-40B4-BE49-F238E27FC236}">
                <a16:creationId xmlns:a16="http://schemas.microsoft.com/office/drawing/2014/main" id="{EB3FF2B9-8BB2-0653-BB23-8382C9FA00D6}"/>
              </a:ext>
            </a:extLst>
          </p:cNvPr>
          <p:cNvSpPr>
            <a:spLocks noGrp="1"/>
          </p:cNvSpPr>
          <p:nvPr>
            <p:ph type="body" sz="quarter" idx="26" hasCustomPrompt="1"/>
          </p:nvPr>
        </p:nvSpPr>
        <p:spPr>
          <a:xfrm>
            <a:off x="683288" y="3914142"/>
            <a:ext cx="1399666" cy="249532"/>
          </a:xfrm>
          <a:prstGeom prst="rect">
            <a:avLst/>
          </a:prstGeom>
        </p:spPr>
        <p:txBody>
          <a:bodyPr lIns="0" tIns="0" rIns="0" bIns="0" anchor="b">
            <a:noAutofit/>
          </a:bodyPr>
          <a:lstStyle>
            <a:lvl1pPr marL="0" indent="0">
              <a:lnSpc>
                <a:spcPct val="70000"/>
              </a:lnSpc>
              <a:buNone/>
              <a:defRPr sz="900">
                <a:solidFill>
                  <a:schemeClr val="accent3"/>
                </a:solidFill>
                <a:latin typeface="+mj-lt"/>
              </a:defRPr>
            </a:lvl1pPr>
          </a:lstStyle>
          <a:p>
            <a:pPr lvl="0"/>
            <a:r>
              <a:rPr lang="en-US"/>
              <a:t>NAME</a:t>
            </a:r>
          </a:p>
        </p:txBody>
      </p:sp>
      <p:sp>
        <p:nvSpPr>
          <p:cNvPr id="28" name="Text Placeholder 14">
            <a:extLst>
              <a:ext uri="{FF2B5EF4-FFF2-40B4-BE49-F238E27FC236}">
                <a16:creationId xmlns:a16="http://schemas.microsoft.com/office/drawing/2014/main" id="{C2B4A7F2-126D-9724-D34C-3E04AB2557ED}"/>
              </a:ext>
            </a:extLst>
          </p:cNvPr>
          <p:cNvSpPr>
            <a:spLocks noGrp="1"/>
          </p:cNvSpPr>
          <p:nvPr>
            <p:ph type="body" sz="quarter" idx="27" hasCustomPrompt="1"/>
          </p:nvPr>
        </p:nvSpPr>
        <p:spPr>
          <a:xfrm>
            <a:off x="683288" y="4175426"/>
            <a:ext cx="1399666" cy="444896"/>
          </a:xfrm>
        </p:spPr>
        <p:txBody>
          <a:bodyPr lIns="0" tIns="0" rIns="0" bIns="0" anchor="t">
            <a:noAutofit/>
          </a:bodyPr>
          <a:lstStyle>
            <a:lvl1pPr marL="0" indent="0">
              <a:lnSpc>
                <a:spcPct val="120000"/>
              </a:lnSpc>
              <a:spcBef>
                <a:spcPts val="600"/>
              </a:spcBef>
              <a:buNone/>
              <a:defRPr sz="900">
                <a:solidFill>
                  <a:schemeClr val="bg1"/>
                </a:solidFill>
              </a:defRPr>
            </a:lvl1pPr>
          </a:lstStyle>
          <a:p>
            <a:pPr lvl="0"/>
            <a:r>
              <a:rPr lang="en-US"/>
              <a:t>Title</a:t>
            </a:r>
          </a:p>
        </p:txBody>
      </p:sp>
      <p:sp>
        <p:nvSpPr>
          <p:cNvPr id="37" name="Text Placeholder 6">
            <a:extLst>
              <a:ext uri="{FF2B5EF4-FFF2-40B4-BE49-F238E27FC236}">
                <a16:creationId xmlns:a16="http://schemas.microsoft.com/office/drawing/2014/main" id="{47BE12A1-90DF-8647-70AC-6B14B6C7A5F5}"/>
              </a:ext>
            </a:extLst>
          </p:cNvPr>
          <p:cNvSpPr>
            <a:spLocks noGrp="1"/>
          </p:cNvSpPr>
          <p:nvPr>
            <p:ph type="body" sz="quarter" idx="31" hasCustomPrompt="1"/>
          </p:nvPr>
        </p:nvSpPr>
        <p:spPr>
          <a:xfrm>
            <a:off x="2692535" y="3914142"/>
            <a:ext cx="1399666" cy="249532"/>
          </a:xfrm>
          <a:prstGeom prst="rect">
            <a:avLst/>
          </a:prstGeom>
        </p:spPr>
        <p:txBody>
          <a:bodyPr lIns="0" tIns="0" rIns="0" bIns="0" anchor="b">
            <a:noAutofit/>
          </a:bodyPr>
          <a:lstStyle>
            <a:lvl1pPr marL="0" indent="0">
              <a:lnSpc>
                <a:spcPct val="70000"/>
              </a:lnSpc>
              <a:buNone/>
              <a:defRPr sz="900">
                <a:solidFill>
                  <a:schemeClr val="accent3"/>
                </a:solidFill>
                <a:latin typeface="+mj-lt"/>
              </a:defRPr>
            </a:lvl1pPr>
          </a:lstStyle>
          <a:p>
            <a:pPr lvl="0"/>
            <a:r>
              <a:rPr lang="en-US"/>
              <a:t>NAME</a:t>
            </a:r>
          </a:p>
        </p:txBody>
      </p:sp>
      <p:sp>
        <p:nvSpPr>
          <p:cNvPr id="38" name="Text Placeholder 14">
            <a:extLst>
              <a:ext uri="{FF2B5EF4-FFF2-40B4-BE49-F238E27FC236}">
                <a16:creationId xmlns:a16="http://schemas.microsoft.com/office/drawing/2014/main" id="{890C6F4B-2BF3-2DED-D4B6-9156077EF6A6}"/>
              </a:ext>
            </a:extLst>
          </p:cNvPr>
          <p:cNvSpPr>
            <a:spLocks noGrp="1"/>
          </p:cNvSpPr>
          <p:nvPr>
            <p:ph type="body" sz="quarter" idx="32" hasCustomPrompt="1"/>
          </p:nvPr>
        </p:nvSpPr>
        <p:spPr>
          <a:xfrm>
            <a:off x="2692535" y="4175426"/>
            <a:ext cx="1399666" cy="444896"/>
          </a:xfrm>
        </p:spPr>
        <p:txBody>
          <a:bodyPr lIns="0" tIns="0" rIns="0" bIns="0" anchor="t">
            <a:noAutofit/>
          </a:bodyPr>
          <a:lstStyle>
            <a:lvl1pPr marL="0" indent="0">
              <a:lnSpc>
                <a:spcPct val="120000"/>
              </a:lnSpc>
              <a:spcBef>
                <a:spcPts val="600"/>
              </a:spcBef>
              <a:buNone/>
              <a:defRPr sz="900">
                <a:solidFill>
                  <a:schemeClr val="bg1"/>
                </a:solidFill>
              </a:defRPr>
            </a:lvl1pPr>
          </a:lstStyle>
          <a:p>
            <a:pPr lvl="0"/>
            <a:r>
              <a:rPr lang="en-US"/>
              <a:t>Title</a:t>
            </a:r>
          </a:p>
        </p:txBody>
      </p:sp>
      <p:sp>
        <p:nvSpPr>
          <p:cNvPr id="39" name="Text Placeholder 6">
            <a:extLst>
              <a:ext uri="{FF2B5EF4-FFF2-40B4-BE49-F238E27FC236}">
                <a16:creationId xmlns:a16="http://schemas.microsoft.com/office/drawing/2014/main" id="{04A5D7E3-8090-F3DC-B12E-149159A54BBE}"/>
              </a:ext>
            </a:extLst>
          </p:cNvPr>
          <p:cNvSpPr>
            <a:spLocks noGrp="1"/>
          </p:cNvSpPr>
          <p:nvPr>
            <p:ph type="body" sz="quarter" idx="33" hasCustomPrompt="1"/>
          </p:nvPr>
        </p:nvSpPr>
        <p:spPr>
          <a:xfrm>
            <a:off x="4696973" y="3914142"/>
            <a:ext cx="1399666" cy="249532"/>
          </a:xfrm>
          <a:prstGeom prst="rect">
            <a:avLst/>
          </a:prstGeom>
        </p:spPr>
        <p:txBody>
          <a:bodyPr lIns="0" tIns="0" rIns="0" bIns="0" anchor="b">
            <a:noAutofit/>
          </a:bodyPr>
          <a:lstStyle>
            <a:lvl1pPr marL="0" indent="0">
              <a:lnSpc>
                <a:spcPct val="70000"/>
              </a:lnSpc>
              <a:buNone/>
              <a:defRPr sz="900">
                <a:solidFill>
                  <a:schemeClr val="accent3"/>
                </a:solidFill>
                <a:latin typeface="+mj-lt"/>
              </a:defRPr>
            </a:lvl1pPr>
          </a:lstStyle>
          <a:p>
            <a:pPr lvl="0"/>
            <a:r>
              <a:rPr lang="en-US"/>
              <a:t>NAME</a:t>
            </a:r>
          </a:p>
        </p:txBody>
      </p:sp>
      <p:sp>
        <p:nvSpPr>
          <p:cNvPr id="40" name="Text Placeholder 14">
            <a:extLst>
              <a:ext uri="{FF2B5EF4-FFF2-40B4-BE49-F238E27FC236}">
                <a16:creationId xmlns:a16="http://schemas.microsoft.com/office/drawing/2014/main" id="{E0CD75A4-3269-7E99-2124-994DDB7A70CF}"/>
              </a:ext>
            </a:extLst>
          </p:cNvPr>
          <p:cNvSpPr>
            <a:spLocks noGrp="1"/>
          </p:cNvSpPr>
          <p:nvPr>
            <p:ph type="body" sz="quarter" idx="34" hasCustomPrompt="1"/>
          </p:nvPr>
        </p:nvSpPr>
        <p:spPr>
          <a:xfrm>
            <a:off x="4696973" y="4175426"/>
            <a:ext cx="1399666" cy="444896"/>
          </a:xfrm>
        </p:spPr>
        <p:txBody>
          <a:bodyPr lIns="0" tIns="0" rIns="0" bIns="0" anchor="t">
            <a:noAutofit/>
          </a:bodyPr>
          <a:lstStyle>
            <a:lvl1pPr marL="0" indent="0">
              <a:lnSpc>
                <a:spcPct val="120000"/>
              </a:lnSpc>
              <a:spcBef>
                <a:spcPts val="600"/>
              </a:spcBef>
              <a:buNone/>
              <a:defRPr sz="900">
                <a:solidFill>
                  <a:schemeClr val="bg1"/>
                </a:solidFill>
              </a:defRPr>
            </a:lvl1pPr>
          </a:lstStyle>
          <a:p>
            <a:pPr lvl="0"/>
            <a:r>
              <a:rPr lang="en-US"/>
              <a:t>Title</a:t>
            </a:r>
          </a:p>
        </p:txBody>
      </p:sp>
      <p:sp>
        <p:nvSpPr>
          <p:cNvPr id="41" name="Text Placeholder 6">
            <a:extLst>
              <a:ext uri="{FF2B5EF4-FFF2-40B4-BE49-F238E27FC236}">
                <a16:creationId xmlns:a16="http://schemas.microsoft.com/office/drawing/2014/main" id="{B6857B61-560E-6B11-5B1F-C061C2E22C09}"/>
              </a:ext>
            </a:extLst>
          </p:cNvPr>
          <p:cNvSpPr>
            <a:spLocks noGrp="1"/>
          </p:cNvSpPr>
          <p:nvPr>
            <p:ph type="body" sz="quarter" idx="35" hasCustomPrompt="1"/>
          </p:nvPr>
        </p:nvSpPr>
        <p:spPr>
          <a:xfrm>
            <a:off x="6272165" y="3914142"/>
            <a:ext cx="1399666" cy="249532"/>
          </a:xfrm>
          <a:prstGeom prst="rect">
            <a:avLst/>
          </a:prstGeom>
        </p:spPr>
        <p:txBody>
          <a:bodyPr lIns="0" tIns="0" rIns="0" bIns="0" anchor="b">
            <a:noAutofit/>
          </a:bodyPr>
          <a:lstStyle>
            <a:lvl1pPr marL="0" indent="0">
              <a:lnSpc>
                <a:spcPct val="70000"/>
              </a:lnSpc>
              <a:buNone/>
              <a:defRPr sz="900">
                <a:solidFill>
                  <a:schemeClr val="accent3"/>
                </a:solidFill>
                <a:latin typeface="+mj-lt"/>
              </a:defRPr>
            </a:lvl1pPr>
          </a:lstStyle>
          <a:p>
            <a:pPr lvl="0"/>
            <a:r>
              <a:rPr lang="en-US"/>
              <a:t>NAME</a:t>
            </a:r>
          </a:p>
        </p:txBody>
      </p:sp>
      <p:sp>
        <p:nvSpPr>
          <p:cNvPr id="42" name="Text Placeholder 14">
            <a:extLst>
              <a:ext uri="{FF2B5EF4-FFF2-40B4-BE49-F238E27FC236}">
                <a16:creationId xmlns:a16="http://schemas.microsoft.com/office/drawing/2014/main" id="{347CE136-1DFD-A7F1-EA99-FA181327685A}"/>
              </a:ext>
            </a:extLst>
          </p:cNvPr>
          <p:cNvSpPr>
            <a:spLocks noGrp="1"/>
          </p:cNvSpPr>
          <p:nvPr>
            <p:ph type="body" sz="quarter" idx="36" hasCustomPrompt="1"/>
          </p:nvPr>
        </p:nvSpPr>
        <p:spPr>
          <a:xfrm>
            <a:off x="6272165" y="4175426"/>
            <a:ext cx="1399666" cy="444896"/>
          </a:xfrm>
        </p:spPr>
        <p:txBody>
          <a:bodyPr lIns="0" tIns="0" rIns="0" bIns="0" anchor="t">
            <a:noAutofit/>
          </a:bodyPr>
          <a:lstStyle>
            <a:lvl1pPr marL="0" indent="0">
              <a:lnSpc>
                <a:spcPct val="120000"/>
              </a:lnSpc>
              <a:spcBef>
                <a:spcPts val="600"/>
              </a:spcBef>
              <a:buNone/>
              <a:defRPr sz="900">
                <a:solidFill>
                  <a:schemeClr val="bg1"/>
                </a:solidFill>
              </a:defRPr>
            </a:lvl1pPr>
          </a:lstStyle>
          <a:p>
            <a:pPr lvl="0"/>
            <a:r>
              <a:rPr lang="en-US"/>
              <a:t>Title</a:t>
            </a:r>
          </a:p>
        </p:txBody>
      </p:sp>
      <p:sp>
        <p:nvSpPr>
          <p:cNvPr id="3" name="Picture Placeholder 3">
            <a:extLst>
              <a:ext uri="{FF2B5EF4-FFF2-40B4-BE49-F238E27FC236}">
                <a16:creationId xmlns:a16="http://schemas.microsoft.com/office/drawing/2014/main" id="{BC2B2CED-FCAE-2A7E-C4DD-77EE4FAD1BEA}"/>
              </a:ext>
            </a:extLst>
          </p:cNvPr>
          <p:cNvSpPr>
            <a:spLocks noGrp="1"/>
          </p:cNvSpPr>
          <p:nvPr>
            <p:ph type="pic" sz="quarter" idx="15"/>
          </p:nvPr>
        </p:nvSpPr>
        <p:spPr>
          <a:xfrm>
            <a:off x="683288" y="2185809"/>
            <a:ext cx="1399667" cy="1775520"/>
          </a:xfrm>
        </p:spPr>
        <p:txBody>
          <a:bodyPr/>
          <a:lstStyle/>
          <a:p>
            <a:endParaRPr lang="en-US"/>
          </a:p>
        </p:txBody>
      </p:sp>
      <p:sp>
        <p:nvSpPr>
          <p:cNvPr id="5" name="Picture Placeholder 3">
            <a:extLst>
              <a:ext uri="{FF2B5EF4-FFF2-40B4-BE49-F238E27FC236}">
                <a16:creationId xmlns:a16="http://schemas.microsoft.com/office/drawing/2014/main" id="{0161BDA0-583F-80B9-8588-8D678B61BD01}"/>
              </a:ext>
            </a:extLst>
          </p:cNvPr>
          <p:cNvSpPr>
            <a:spLocks noGrp="1"/>
          </p:cNvSpPr>
          <p:nvPr>
            <p:ph type="pic" sz="quarter" idx="37"/>
          </p:nvPr>
        </p:nvSpPr>
        <p:spPr>
          <a:xfrm>
            <a:off x="2693391" y="2185809"/>
            <a:ext cx="1399667" cy="1775520"/>
          </a:xfrm>
        </p:spPr>
        <p:txBody>
          <a:bodyPr/>
          <a:lstStyle/>
          <a:p>
            <a:endParaRPr lang="en-US"/>
          </a:p>
        </p:txBody>
      </p:sp>
      <p:sp>
        <p:nvSpPr>
          <p:cNvPr id="7" name="Picture Placeholder 3">
            <a:extLst>
              <a:ext uri="{FF2B5EF4-FFF2-40B4-BE49-F238E27FC236}">
                <a16:creationId xmlns:a16="http://schemas.microsoft.com/office/drawing/2014/main" id="{47CA3839-A02D-3BBB-19DD-0B2C41EA6FD5}"/>
              </a:ext>
            </a:extLst>
          </p:cNvPr>
          <p:cNvSpPr>
            <a:spLocks noGrp="1"/>
          </p:cNvSpPr>
          <p:nvPr>
            <p:ph type="pic" sz="quarter" idx="38"/>
          </p:nvPr>
        </p:nvSpPr>
        <p:spPr>
          <a:xfrm>
            <a:off x="4703495" y="2185809"/>
            <a:ext cx="1399667" cy="1775520"/>
          </a:xfrm>
        </p:spPr>
        <p:txBody>
          <a:bodyPr/>
          <a:lstStyle/>
          <a:p>
            <a:endParaRPr lang="en-US"/>
          </a:p>
        </p:txBody>
      </p:sp>
      <p:sp>
        <p:nvSpPr>
          <p:cNvPr id="9" name="Picture Placeholder 3">
            <a:extLst>
              <a:ext uri="{FF2B5EF4-FFF2-40B4-BE49-F238E27FC236}">
                <a16:creationId xmlns:a16="http://schemas.microsoft.com/office/drawing/2014/main" id="{DD4965AE-5D44-8DBC-4EB2-8F169F5E8C2A}"/>
              </a:ext>
            </a:extLst>
          </p:cNvPr>
          <p:cNvSpPr>
            <a:spLocks noGrp="1"/>
          </p:cNvSpPr>
          <p:nvPr>
            <p:ph type="pic" sz="quarter" idx="39"/>
          </p:nvPr>
        </p:nvSpPr>
        <p:spPr>
          <a:xfrm>
            <a:off x="6272164" y="2185809"/>
            <a:ext cx="1399667" cy="1775520"/>
          </a:xfrm>
        </p:spPr>
        <p:txBody>
          <a:bodyPr/>
          <a:lstStyle/>
          <a:p>
            <a:endParaRPr lang="en-US"/>
          </a:p>
        </p:txBody>
      </p:sp>
    </p:spTree>
    <p:extLst>
      <p:ext uri="{BB962C8B-B14F-4D97-AF65-F5344CB8AC3E}">
        <p14:creationId xmlns:p14="http://schemas.microsoft.com/office/powerpoint/2010/main" val="424957172"/>
      </p:ext>
    </p:extLst>
  </p:cSld>
  <p:clrMapOvr>
    <a:masterClrMapping/>
  </p:clrMapOvr>
  <p:transition spd="med"/>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team 2">
    <p:bg>
      <p:bgPr>
        <a:solidFill>
          <a:srgbClr val="0143FD"/>
        </a:solidFill>
        <a:effectLst/>
      </p:bgPr>
    </p:bg>
    <p:spTree>
      <p:nvGrpSpPr>
        <p:cNvPr id="1" name=""/>
        <p:cNvGrpSpPr/>
        <p:nvPr/>
      </p:nvGrpSpPr>
      <p:grpSpPr>
        <a:xfrm>
          <a:off x="0" y="0"/>
          <a:ext cx="0" cy="0"/>
          <a:chOff x="0" y="0"/>
          <a:chExt cx="0" cy="0"/>
        </a:xfrm>
      </p:grpSpPr>
      <p:sp>
        <p:nvSpPr>
          <p:cNvPr id="66" name="Slide Number"/>
          <p:cNvSpPr txBox="1">
            <a:spLocks noGrp="1"/>
          </p:cNvSpPr>
          <p:nvPr>
            <p:ph type="sldNum" sz="quarter" idx="2"/>
          </p:nvPr>
        </p:nvSpPr>
        <p:spPr>
          <a:prstGeom prst="rect">
            <a:avLst/>
          </a:prstGeom>
        </p:spPr>
        <p:txBody>
          <a:bodyPr/>
          <a:lstStyle>
            <a:lvl1pPr>
              <a:defRPr>
                <a:solidFill>
                  <a:schemeClr val="bg1"/>
                </a:solidFill>
              </a:defRPr>
            </a:lvl1pPr>
          </a:lstStyle>
          <a:p>
            <a:fld id="{86CB4B4D-7CA3-9044-876B-883B54F8677D}" type="slidenum">
              <a:rPr lang="en-GB" smtClean="0"/>
              <a:pPr/>
              <a:t>‹#›</a:t>
            </a:fld>
            <a:endParaRPr lang="en-GB"/>
          </a:p>
        </p:txBody>
      </p:sp>
      <p:pic>
        <p:nvPicPr>
          <p:cNvPr id="10" name="CGC logo white.png" descr="CGC logo white.png">
            <a:extLst>
              <a:ext uri="{FF2B5EF4-FFF2-40B4-BE49-F238E27FC236}">
                <a16:creationId xmlns:a16="http://schemas.microsoft.com/office/drawing/2014/main" id="{72298F98-B4C8-43FE-3BF1-7CECBDFE388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85750" y="285750"/>
            <a:ext cx="1152091" cy="199818"/>
          </a:xfrm>
          <a:prstGeom prst="rect">
            <a:avLst/>
          </a:prstGeom>
          <a:ln w="12700">
            <a:miter lim="400000"/>
          </a:ln>
        </p:spPr>
      </p:pic>
      <p:sp>
        <p:nvSpPr>
          <p:cNvPr id="9" name="Text Placeholder 6">
            <a:extLst>
              <a:ext uri="{FF2B5EF4-FFF2-40B4-BE49-F238E27FC236}">
                <a16:creationId xmlns:a16="http://schemas.microsoft.com/office/drawing/2014/main" id="{336776E3-C178-EF11-402C-F3A75DDD52D9}"/>
              </a:ext>
            </a:extLst>
          </p:cNvPr>
          <p:cNvSpPr>
            <a:spLocks noGrp="1"/>
          </p:cNvSpPr>
          <p:nvPr>
            <p:ph type="body" sz="quarter" idx="22" hasCustomPrompt="1"/>
          </p:nvPr>
        </p:nvSpPr>
        <p:spPr>
          <a:xfrm>
            <a:off x="683288" y="793696"/>
            <a:ext cx="3731638" cy="762933"/>
          </a:xfrm>
          <a:prstGeom prst="rect">
            <a:avLst/>
          </a:prstGeom>
        </p:spPr>
        <p:txBody>
          <a:bodyPr lIns="0" tIns="0" rIns="0" bIns="0" anchor="b">
            <a:noAutofit/>
          </a:bodyPr>
          <a:lstStyle>
            <a:lvl1pPr marL="0" indent="0">
              <a:lnSpc>
                <a:spcPct val="70000"/>
              </a:lnSpc>
              <a:buNone/>
              <a:defRPr sz="3000">
                <a:solidFill>
                  <a:schemeClr val="bg1"/>
                </a:solidFill>
                <a:latin typeface="+mj-lt"/>
              </a:defRPr>
            </a:lvl1pPr>
          </a:lstStyle>
          <a:p>
            <a:pPr lvl="0"/>
            <a:r>
              <a:rPr lang="en-US"/>
              <a:t>TITLE</a:t>
            </a:r>
          </a:p>
        </p:txBody>
      </p:sp>
      <p:sp>
        <p:nvSpPr>
          <p:cNvPr id="11" name="Text Placeholder 6">
            <a:extLst>
              <a:ext uri="{FF2B5EF4-FFF2-40B4-BE49-F238E27FC236}">
                <a16:creationId xmlns:a16="http://schemas.microsoft.com/office/drawing/2014/main" id="{FBA58E26-9F5E-79C1-EDBB-FCD8320E8809}"/>
              </a:ext>
            </a:extLst>
          </p:cNvPr>
          <p:cNvSpPr>
            <a:spLocks noGrp="1"/>
          </p:cNvSpPr>
          <p:nvPr>
            <p:ph type="body" sz="quarter" idx="23" hasCustomPrompt="1"/>
          </p:nvPr>
        </p:nvSpPr>
        <p:spPr>
          <a:xfrm>
            <a:off x="683288" y="1864757"/>
            <a:ext cx="1399666" cy="249532"/>
          </a:xfrm>
          <a:prstGeom prst="rect">
            <a:avLst/>
          </a:prstGeom>
        </p:spPr>
        <p:txBody>
          <a:bodyPr lIns="0" tIns="0" rIns="0" bIns="0" anchor="b">
            <a:noAutofit/>
          </a:bodyPr>
          <a:lstStyle>
            <a:lvl1pPr marL="0" indent="0">
              <a:lnSpc>
                <a:spcPct val="70000"/>
              </a:lnSpc>
              <a:buNone/>
              <a:defRPr sz="900">
                <a:solidFill>
                  <a:schemeClr val="bg1"/>
                </a:solidFill>
                <a:latin typeface="+mj-lt"/>
              </a:defRPr>
            </a:lvl1pPr>
          </a:lstStyle>
          <a:p>
            <a:pPr lvl="0"/>
            <a:r>
              <a:rPr lang="en-US"/>
              <a:t>TITLE</a:t>
            </a:r>
          </a:p>
        </p:txBody>
      </p:sp>
      <p:sp>
        <p:nvSpPr>
          <p:cNvPr id="12" name="Text Placeholder 6">
            <a:extLst>
              <a:ext uri="{FF2B5EF4-FFF2-40B4-BE49-F238E27FC236}">
                <a16:creationId xmlns:a16="http://schemas.microsoft.com/office/drawing/2014/main" id="{6EEE6BC8-4573-38B3-3381-CF2437AB1D0F}"/>
              </a:ext>
            </a:extLst>
          </p:cNvPr>
          <p:cNvSpPr>
            <a:spLocks noGrp="1"/>
          </p:cNvSpPr>
          <p:nvPr>
            <p:ph type="body" sz="quarter" idx="26" hasCustomPrompt="1"/>
          </p:nvPr>
        </p:nvSpPr>
        <p:spPr>
          <a:xfrm>
            <a:off x="683288" y="3914142"/>
            <a:ext cx="1399666" cy="249532"/>
          </a:xfrm>
          <a:prstGeom prst="rect">
            <a:avLst/>
          </a:prstGeom>
        </p:spPr>
        <p:txBody>
          <a:bodyPr lIns="0" tIns="0" rIns="0" bIns="0" anchor="b">
            <a:noAutofit/>
          </a:bodyPr>
          <a:lstStyle>
            <a:lvl1pPr marL="0" indent="0">
              <a:lnSpc>
                <a:spcPct val="70000"/>
              </a:lnSpc>
              <a:buNone/>
              <a:defRPr sz="900">
                <a:solidFill>
                  <a:schemeClr val="accent3"/>
                </a:solidFill>
                <a:latin typeface="+mj-lt"/>
              </a:defRPr>
            </a:lvl1pPr>
          </a:lstStyle>
          <a:p>
            <a:pPr lvl="0"/>
            <a:r>
              <a:rPr lang="en-US"/>
              <a:t>NAME</a:t>
            </a:r>
          </a:p>
        </p:txBody>
      </p:sp>
      <p:sp>
        <p:nvSpPr>
          <p:cNvPr id="13" name="Text Placeholder 14">
            <a:extLst>
              <a:ext uri="{FF2B5EF4-FFF2-40B4-BE49-F238E27FC236}">
                <a16:creationId xmlns:a16="http://schemas.microsoft.com/office/drawing/2014/main" id="{535DBD7A-E7E5-7870-4165-48B8A4EE9287}"/>
              </a:ext>
            </a:extLst>
          </p:cNvPr>
          <p:cNvSpPr>
            <a:spLocks noGrp="1"/>
          </p:cNvSpPr>
          <p:nvPr>
            <p:ph type="body" sz="quarter" idx="27" hasCustomPrompt="1"/>
          </p:nvPr>
        </p:nvSpPr>
        <p:spPr>
          <a:xfrm>
            <a:off x="683288" y="4175426"/>
            <a:ext cx="1399666" cy="444896"/>
          </a:xfrm>
        </p:spPr>
        <p:txBody>
          <a:bodyPr lIns="0" tIns="0" rIns="0" bIns="0" anchor="t">
            <a:noAutofit/>
          </a:bodyPr>
          <a:lstStyle>
            <a:lvl1pPr marL="0" indent="0">
              <a:lnSpc>
                <a:spcPct val="120000"/>
              </a:lnSpc>
              <a:spcBef>
                <a:spcPts val="600"/>
              </a:spcBef>
              <a:buNone/>
              <a:defRPr sz="900">
                <a:solidFill>
                  <a:schemeClr val="bg1"/>
                </a:solidFill>
              </a:defRPr>
            </a:lvl1pPr>
          </a:lstStyle>
          <a:p>
            <a:pPr lvl="0"/>
            <a:r>
              <a:rPr lang="en-US"/>
              <a:t>Title</a:t>
            </a:r>
          </a:p>
        </p:txBody>
      </p:sp>
      <p:sp>
        <p:nvSpPr>
          <p:cNvPr id="14" name="Picture Placeholder 3">
            <a:extLst>
              <a:ext uri="{FF2B5EF4-FFF2-40B4-BE49-F238E27FC236}">
                <a16:creationId xmlns:a16="http://schemas.microsoft.com/office/drawing/2014/main" id="{C128EA7E-7AE6-E2FC-67EC-000F1776785F}"/>
              </a:ext>
            </a:extLst>
          </p:cNvPr>
          <p:cNvSpPr>
            <a:spLocks noGrp="1"/>
          </p:cNvSpPr>
          <p:nvPr>
            <p:ph type="pic" sz="quarter" idx="15"/>
          </p:nvPr>
        </p:nvSpPr>
        <p:spPr>
          <a:xfrm>
            <a:off x="683288" y="2185809"/>
            <a:ext cx="1399667" cy="1775520"/>
          </a:xfrm>
        </p:spPr>
        <p:txBody>
          <a:bodyPr/>
          <a:lstStyle/>
          <a:p>
            <a:endParaRPr lang="en-US"/>
          </a:p>
        </p:txBody>
      </p:sp>
      <p:sp>
        <p:nvSpPr>
          <p:cNvPr id="15" name="Text Placeholder 6">
            <a:extLst>
              <a:ext uri="{FF2B5EF4-FFF2-40B4-BE49-F238E27FC236}">
                <a16:creationId xmlns:a16="http://schemas.microsoft.com/office/drawing/2014/main" id="{161E54D1-390B-C65A-BB90-6EA5D71BC4FC}"/>
              </a:ext>
            </a:extLst>
          </p:cNvPr>
          <p:cNvSpPr>
            <a:spLocks noGrp="1"/>
          </p:cNvSpPr>
          <p:nvPr>
            <p:ph type="body" sz="quarter" idx="40" hasCustomPrompt="1"/>
          </p:nvPr>
        </p:nvSpPr>
        <p:spPr>
          <a:xfrm>
            <a:off x="2290707" y="1864757"/>
            <a:ext cx="1399666" cy="249532"/>
          </a:xfrm>
          <a:prstGeom prst="rect">
            <a:avLst/>
          </a:prstGeom>
        </p:spPr>
        <p:txBody>
          <a:bodyPr lIns="0" tIns="0" rIns="0" bIns="0" anchor="b">
            <a:noAutofit/>
          </a:bodyPr>
          <a:lstStyle>
            <a:lvl1pPr marL="0" indent="0">
              <a:lnSpc>
                <a:spcPct val="70000"/>
              </a:lnSpc>
              <a:buNone/>
              <a:defRPr sz="900">
                <a:solidFill>
                  <a:schemeClr val="bg1"/>
                </a:solidFill>
                <a:latin typeface="+mj-lt"/>
              </a:defRPr>
            </a:lvl1pPr>
          </a:lstStyle>
          <a:p>
            <a:pPr lvl="0"/>
            <a:r>
              <a:rPr lang="en-US"/>
              <a:t>TITLE</a:t>
            </a:r>
          </a:p>
        </p:txBody>
      </p:sp>
      <p:sp>
        <p:nvSpPr>
          <p:cNvPr id="16" name="Text Placeholder 6">
            <a:extLst>
              <a:ext uri="{FF2B5EF4-FFF2-40B4-BE49-F238E27FC236}">
                <a16:creationId xmlns:a16="http://schemas.microsoft.com/office/drawing/2014/main" id="{404901E3-6A03-A3EB-89BF-58211E3B18AF}"/>
              </a:ext>
            </a:extLst>
          </p:cNvPr>
          <p:cNvSpPr>
            <a:spLocks noGrp="1"/>
          </p:cNvSpPr>
          <p:nvPr>
            <p:ph type="body" sz="quarter" idx="41" hasCustomPrompt="1"/>
          </p:nvPr>
        </p:nvSpPr>
        <p:spPr>
          <a:xfrm>
            <a:off x="2290707" y="3914142"/>
            <a:ext cx="1399666" cy="249532"/>
          </a:xfrm>
          <a:prstGeom prst="rect">
            <a:avLst/>
          </a:prstGeom>
        </p:spPr>
        <p:txBody>
          <a:bodyPr lIns="0" tIns="0" rIns="0" bIns="0" anchor="b">
            <a:noAutofit/>
          </a:bodyPr>
          <a:lstStyle>
            <a:lvl1pPr marL="0" indent="0">
              <a:lnSpc>
                <a:spcPct val="70000"/>
              </a:lnSpc>
              <a:buNone/>
              <a:defRPr sz="900">
                <a:solidFill>
                  <a:schemeClr val="accent3"/>
                </a:solidFill>
                <a:latin typeface="+mj-lt"/>
              </a:defRPr>
            </a:lvl1pPr>
          </a:lstStyle>
          <a:p>
            <a:pPr lvl="0"/>
            <a:r>
              <a:rPr lang="en-US"/>
              <a:t>NAME</a:t>
            </a:r>
          </a:p>
        </p:txBody>
      </p:sp>
      <p:sp>
        <p:nvSpPr>
          <p:cNvPr id="17" name="Text Placeholder 14">
            <a:extLst>
              <a:ext uri="{FF2B5EF4-FFF2-40B4-BE49-F238E27FC236}">
                <a16:creationId xmlns:a16="http://schemas.microsoft.com/office/drawing/2014/main" id="{F659ED7A-E1DD-8A26-450C-A7D2086CD322}"/>
              </a:ext>
            </a:extLst>
          </p:cNvPr>
          <p:cNvSpPr>
            <a:spLocks noGrp="1"/>
          </p:cNvSpPr>
          <p:nvPr>
            <p:ph type="body" sz="quarter" idx="42" hasCustomPrompt="1"/>
          </p:nvPr>
        </p:nvSpPr>
        <p:spPr>
          <a:xfrm>
            <a:off x="2290707" y="4175426"/>
            <a:ext cx="1399666" cy="444896"/>
          </a:xfrm>
        </p:spPr>
        <p:txBody>
          <a:bodyPr lIns="0" tIns="0" rIns="0" bIns="0" anchor="t">
            <a:noAutofit/>
          </a:bodyPr>
          <a:lstStyle>
            <a:lvl1pPr marL="0" indent="0">
              <a:lnSpc>
                <a:spcPct val="120000"/>
              </a:lnSpc>
              <a:spcBef>
                <a:spcPts val="600"/>
              </a:spcBef>
              <a:buNone/>
              <a:defRPr sz="900">
                <a:solidFill>
                  <a:schemeClr val="bg1"/>
                </a:solidFill>
              </a:defRPr>
            </a:lvl1pPr>
          </a:lstStyle>
          <a:p>
            <a:pPr lvl="0"/>
            <a:r>
              <a:rPr lang="en-US"/>
              <a:t>Title</a:t>
            </a:r>
          </a:p>
        </p:txBody>
      </p:sp>
      <p:sp>
        <p:nvSpPr>
          <p:cNvPr id="18" name="Picture Placeholder 3">
            <a:extLst>
              <a:ext uri="{FF2B5EF4-FFF2-40B4-BE49-F238E27FC236}">
                <a16:creationId xmlns:a16="http://schemas.microsoft.com/office/drawing/2014/main" id="{1D430B87-4ECB-97C6-148B-43D2D38C3CC7}"/>
              </a:ext>
            </a:extLst>
          </p:cNvPr>
          <p:cNvSpPr>
            <a:spLocks noGrp="1"/>
          </p:cNvSpPr>
          <p:nvPr>
            <p:ph type="pic" sz="quarter" idx="43"/>
          </p:nvPr>
        </p:nvSpPr>
        <p:spPr>
          <a:xfrm>
            <a:off x="2290707" y="2185809"/>
            <a:ext cx="1399667" cy="1775520"/>
          </a:xfrm>
        </p:spPr>
        <p:txBody>
          <a:bodyPr/>
          <a:lstStyle/>
          <a:p>
            <a:endParaRPr lang="en-US"/>
          </a:p>
        </p:txBody>
      </p:sp>
      <p:sp>
        <p:nvSpPr>
          <p:cNvPr id="19" name="Text Placeholder 6">
            <a:extLst>
              <a:ext uri="{FF2B5EF4-FFF2-40B4-BE49-F238E27FC236}">
                <a16:creationId xmlns:a16="http://schemas.microsoft.com/office/drawing/2014/main" id="{AC02FEAF-4C51-B395-3791-7934DD2A2CC3}"/>
              </a:ext>
            </a:extLst>
          </p:cNvPr>
          <p:cNvSpPr>
            <a:spLocks noGrp="1"/>
          </p:cNvSpPr>
          <p:nvPr>
            <p:ph type="body" sz="quarter" idx="44" hasCustomPrompt="1"/>
          </p:nvPr>
        </p:nvSpPr>
        <p:spPr>
          <a:xfrm>
            <a:off x="3898126" y="1864757"/>
            <a:ext cx="1399666" cy="249532"/>
          </a:xfrm>
          <a:prstGeom prst="rect">
            <a:avLst/>
          </a:prstGeom>
        </p:spPr>
        <p:txBody>
          <a:bodyPr lIns="0" tIns="0" rIns="0" bIns="0" anchor="b">
            <a:noAutofit/>
          </a:bodyPr>
          <a:lstStyle>
            <a:lvl1pPr marL="0" indent="0">
              <a:lnSpc>
                <a:spcPct val="70000"/>
              </a:lnSpc>
              <a:buNone/>
              <a:defRPr sz="900">
                <a:solidFill>
                  <a:schemeClr val="bg1"/>
                </a:solidFill>
                <a:latin typeface="+mj-lt"/>
              </a:defRPr>
            </a:lvl1pPr>
          </a:lstStyle>
          <a:p>
            <a:pPr lvl="0"/>
            <a:r>
              <a:rPr lang="en-US"/>
              <a:t>TITLE</a:t>
            </a:r>
          </a:p>
        </p:txBody>
      </p:sp>
      <p:sp>
        <p:nvSpPr>
          <p:cNvPr id="20" name="Text Placeholder 6">
            <a:extLst>
              <a:ext uri="{FF2B5EF4-FFF2-40B4-BE49-F238E27FC236}">
                <a16:creationId xmlns:a16="http://schemas.microsoft.com/office/drawing/2014/main" id="{E1CB1441-306E-6F30-7DBF-9412B4DAB813}"/>
              </a:ext>
            </a:extLst>
          </p:cNvPr>
          <p:cNvSpPr>
            <a:spLocks noGrp="1"/>
          </p:cNvSpPr>
          <p:nvPr>
            <p:ph type="body" sz="quarter" idx="45" hasCustomPrompt="1"/>
          </p:nvPr>
        </p:nvSpPr>
        <p:spPr>
          <a:xfrm>
            <a:off x="3898126" y="3914142"/>
            <a:ext cx="1399666" cy="249532"/>
          </a:xfrm>
          <a:prstGeom prst="rect">
            <a:avLst/>
          </a:prstGeom>
        </p:spPr>
        <p:txBody>
          <a:bodyPr lIns="0" tIns="0" rIns="0" bIns="0" anchor="b">
            <a:noAutofit/>
          </a:bodyPr>
          <a:lstStyle>
            <a:lvl1pPr marL="0" indent="0">
              <a:lnSpc>
                <a:spcPct val="70000"/>
              </a:lnSpc>
              <a:buNone/>
              <a:defRPr sz="900">
                <a:solidFill>
                  <a:schemeClr val="accent3"/>
                </a:solidFill>
                <a:latin typeface="+mj-lt"/>
              </a:defRPr>
            </a:lvl1pPr>
          </a:lstStyle>
          <a:p>
            <a:pPr lvl="0"/>
            <a:r>
              <a:rPr lang="en-US"/>
              <a:t>NAME</a:t>
            </a:r>
          </a:p>
        </p:txBody>
      </p:sp>
      <p:sp>
        <p:nvSpPr>
          <p:cNvPr id="21" name="Text Placeholder 14">
            <a:extLst>
              <a:ext uri="{FF2B5EF4-FFF2-40B4-BE49-F238E27FC236}">
                <a16:creationId xmlns:a16="http://schemas.microsoft.com/office/drawing/2014/main" id="{98F7F71E-2733-3E64-C6A6-86600B0BB1B2}"/>
              </a:ext>
            </a:extLst>
          </p:cNvPr>
          <p:cNvSpPr>
            <a:spLocks noGrp="1"/>
          </p:cNvSpPr>
          <p:nvPr>
            <p:ph type="body" sz="quarter" idx="46" hasCustomPrompt="1"/>
          </p:nvPr>
        </p:nvSpPr>
        <p:spPr>
          <a:xfrm>
            <a:off x="3898126" y="4175426"/>
            <a:ext cx="1399666" cy="444896"/>
          </a:xfrm>
        </p:spPr>
        <p:txBody>
          <a:bodyPr lIns="0" tIns="0" rIns="0" bIns="0" anchor="t">
            <a:noAutofit/>
          </a:bodyPr>
          <a:lstStyle>
            <a:lvl1pPr marL="0" indent="0">
              <a:lnSpc>
                <a:spcPct val="120000"/>
              </a:lnSpc>
              <a:spcBef>
                <a:spcPts val="600"/>
              </a:spcBef>
              <a:buNone/>
              <a:defRPr sz="900">
                <a:solidFill>
                  <a:schemeClr val="bg1"/>
                </a:solidFill>
              </a:defRPr>
            </a:lvl1pPr>
          </a:lstStyle>
          <a:p>
            <a:pPr lvl="0"/>
            <a:r>
              <a:rPr lang="en-US"/>
              <a:t>Title</a:t>
            </a:r>
          </a:p>
        </p:txBody>
      </p:sp>
      <p:sp>
        <p:nvSpPr>
          <p:cNvPr id="22" name="Picture Placeholder 3">
            <a:extLst>
              <a:ext uri="{FF2B5EF4-FFF2-40B4-BE49-F238E27FC236}">
                <a16:creationId xmlns:a16="http://schemas.microsoft.com/office/drawing/2014/main" id="{C89CD3F7-82E0-0BCF-3D8C-7E686E139E06}"/>
              </a:ext>
            </a:extLst>
          </p:cNvPr>
          <p:cNvSpPr>
            <a:spLocks noGrp="1"/>
          </p:cNvSpPr>
          <p:nvPr>
            <p:ph type="pic" sz="quarter" idx="47"/>
          </p:nvPr>
        </p:nvSpPr>
        <p:spPr>
          <a:xfrm>
            <a:off x="3898126" y="2185809"/>
            <a:ext cx="1399667" cy="1775520"/>
          </a:xfrm>
        </p:spPr>
        <p:txBody>
          <a:bodyPr/>
          <a:lstStyle/>
          <a:p>
            <a:endParaRPr lang="en-US"/>
          </a:p>
        </p:txBody>
      </p:sp>
      <p:sp>
        <p:nvSpPr>
          <p:cNvPr id="29" name="Text Placeholder 6">
            <a:extLst>
              <a:ext uri="{FF2B5EF4-FFF2-40B4-BE49-F238E27FC236}">
                <a16:creationId xmlns:a16="http://schemas.microsoft.com/office/drawing/2014/main" id="{F6CEC693-B324-D00A-8D9D-9B132D4B6E91}"/>
              </a:ext>
            </a:extLst>
          </p:cNvPr>
          <p:cNvSpPr>
            <a:spLocks noGrp="1"/>
          </p:cNvSpPr>
          <p:nvPr>
            <p:ph type="body" sz="quarter" idx="48" hasCustomPrompt="1"/>
          </p:nvPr>
        </p:nvSpPr>
        <p:spPr>
          <a:xfrm>
            <a:off x="5505545" y="3914142"/>
            <a:ext cx="1399666" cy="249532"/>
          </a:xfrm>
          <a:prstGeom prst="rect">
            <a:avLst/>
          </a:prstGeom>
        </p:spPr>
        <p:txBody>
          <a:bodyPr lIns="0" tIns="0" rIns="0" bIns="0" anchor="b">
            <a:noAutofit/>
          </a:bodyPr>
          <a:lstStyle>
            <a:lvl1pPr marL="0" indent="0">
              <a:lnSpc>
                <a:spcPct val="70000"/>
              </a:lnSpc>
              <a:buNone/>
              <a:defRPr sz="900">
                <a:solidFill>
                  <a:schemeClr val="accent3"/>
                </a:solidFill>
                <a:latin typeface="+mj-lt"/>
              </a:defRPr>
            </a:lvl1pPr>
          </a:lstStyle>
          <a:p>
            <a:pPr lvl="0"/>
            <a:r>
              <a:rPr lang="en-US"/>
              <a:t>NAME</a:t>
            </a:r>
          </a:p>
        </p:txBody>
      </p:sp>
      <p:sp>
        <p:nvSpPr>
          <p:cNvPr id="31" name="Text Placeholder 14">
            <a:extLst>
              <a:ext uri="{FF2B5EF4-FFF2-40B4-BE49-F238E27FC236}">
                <a16:creationId xmlns:a16="http://schemas.microsoft.com/office/drawing/2014/main" id="{4BB22DF8-8168-1DE7-634E-79C083FD0E8F}"/>
              </a:ext>
            </a:extLst>
          </p:cNvPr>
          <p:cNvSpPr>
            <a:spLocks noGrp="1"/>
          </p:cNvSpPr>
          <p:nvPr>
            <p:ph type="body" sz="quarter" idx="49" hasCustomPrompt="1"/>
          </p:nvPr>
        </p:nvSpPr>
        <p:spPr>
          <a:xfrm>
            <a:off x="5505545" y="4175426"/>
            <a:ext cx="1399666" cy="444896"/>
          </a:xfrm>
        </p:spPr>
        <p:txBody>
          <a:bodyPr lIns="0" tIns="0" rIns="0" bIns="0" anchor="t">
            <a:noAutofit/>
          </a:bodyPr>
          <a:lstStyle>
            <a:lvl1pPr marL="0" indent="0">
              <a:lnSpc>
                <a:spcPct val="120000"/>
              </a:lnSpc>
              <a:spcBef>
                <a:spcPts val="600"/>
              </a:spcBef>
              <a:buNone/>
              <a:defRPr sz="900">
                <a:solidFill>
                  <a:schemeClr val="bg1"/>
                </a:solidFill>
              </a:defRPr>
            </a:lvl1pPr>
          </a:lstStyle>
          <a:p>
            <a:pPr lvl="0"/>
            <a:r>
              <a:rPr lang="en-US"/>
              <a:t>Title</a:t>
            </a:r>
          </a:p>
        </p:txBody>
      </p:sp>
      <p:sp>
        <p:nvSpPr>
          <p:cNvPr id="33" name="Picture Placeholder 3">
            <a:extLst>
              <a:ext uri="{FF2B5EF4-FFF2-40B4-BE49-F238E27FC236}">
                <a16:creationId xmlns:a16="http://schemas.microsoft.com/office/drawing/2014/main" id="{14E02F90-412C-C598-04F0-2972E4C91B22}"/>
              </a:ext>
            </a:extLst>
          </p:cNvPr>
          <p:cNvSpPr>
            <a:spLocks noGrp="1"/>
          </p:cNvSpPr>
          <p:nvPr>
            <p:ph type="pic" sz="quarter" idx="50"/>
          </p:nvPr>
        </p:nvSpPr>
        <p:spPr>
          <a:xfrm>
            <a:off x="5505545" y="2185809"/>
            <a:ext cx="1399667" cy="1775520"/>
          </a:xfrm>
        </p:spPr>
        <p:txBody>
          <a:bodyPr/>
          <a:lstStyle/>
          <a:p>
            <a:endParaRPr lang="en-US"/>
          </a:p>
        </p:txBody>
      </p:sp>
    </p:spTree>
    <p:extLst>
      <p:ext uri="{BB962C8B-B14F-4D97-AF65-F5344CB8AC3E}">
        <p14:creationId xmlns:p14="http://schemas.microsoft.com/office/powerpoint/2010/main" val="3005761454"/>
      </p:ext>
    </p:extLst>
  </p:cSld>
  <p:clrMapOvr>
    <a:masterClrMapping/>
  </p:clrMapOvr>
  <p:transition spd="med"/>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team 3">
    <p:bg>
      <p:bgPr>
        <a:solidFill>
          <a:srgbClr val="FDFAF2"/>
        </a:solidFill>
        <a:effectLst/>
      </p:bgPr>
    </p:bg>
    <p:spTree>
      <p:nvGrpSpPr>
        <p:cNvPr id="1" name=""/>
        <p:cNvGrpSpPr/>
        <p:nvPr/>
      </p:nvGrpSpPr>
      <p:grpSpPr>
        <a:xfrm>
          <a:off x="0" y="0"/>
          <a:ext cx="0" cy="0"/>
          <a:chOff x="0" y="0"/>
          <a:chExt cx="0" cy="0"/>
        </a:xfrm>
      </p:grpSpPr>
      <p:pic>
        <p:nvPicPr>
          <p:cNvPr id="65" name="CGC logo.png" descr="CGC logo.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85750" y="285750"/>
            <a:ext cx="1152525" cy="199894"/>
          </a:xfrm>
          <a:prstGeom prst="rect">
            <a:avLst/>
          </a:prstGeom>
          <a:ln w="12700">
            <a:miter lim="400000"/>
          </a:ln>
        </p:spPr>
      </p:pic>
      <p:sp>
        <p:nvSpPr>
          <p:cNvPr id="66" name="Slide Number"/>
          <p:cNvSpPr txBox="1">
            <a:spLocks noGrp="1"/>
          </p:cNvSpPr>
          <p:nvPr>
            <p:ph type="sldNum" sz="quarter" idx="2"/>
          </p:nvPr>
        </p:nvSpPr>
        <p:spPr>
          <a:prstGeom prst="rect">
            <a:avLst/>
          </a:prstGeom>
        </p:spPr>
        <p:txBody>
          <a:bodyPr/>
          <a:lstStyle>
            <a:lvl1pPr>
              <a:defRPr>
                <a:solidFill>
                  <a:schemeClr val="tx1"/>
                </a:solidFill>
              </a:defRPr>
            </a:lvl1pPr>
          </a:lstStyle>
          <a:p>
            <a:fld id="{86CB4B4D-7CA3-9044-876B-883B54F8677D}" type="slidenum">
              <a:rPr lang="en-GB" smtClean="0"/>
              <a:pPr/>
              <a:t>‹#›</a:t>
            </a:fld>
            <a:endParaRPr lang="en-GB"/>
          </a:p>
        </p:txBody>
      </p:sp>
      <p:sp>
        <p:nvSpPr>
          <p:cNvPr id="40" name="Text Placeholder 6">
            <a:extLst>
              <a:ext uri="{FF2B5EF4-FFF2-40B4-BE49-F238E27FC236}">
                <a16:creationId xmlns:a16="http://schemas.microsoft.com/office/drawing/2014/main" id="{F92676DC-E92C-EF50-85EB-CB0267900686}"/>
              </a:ext>
            </a:extLst>
          </p:cNvPr>
          <p:cNvSpPr>
            <a:spLocks noGrp="1"/>
          </p:cNvSpPr>
          <p:nvPr>
            <p:ph type="body" sz="quarter" idx="22" hasCustomPrompt="1"/>
          </p:nvPr>
        </p:nvSpPr>
        <p:spPr>
          <a:xfrm>
            <a:off x="635162" y="805164"/>
            <a:ext cx="3731638" cy="762933"/>
          </a:xfrm>
          <a:prstGeom prst="rect">
            <a:avLst/>
          </a:prstGeom>
        </p:spPr>
        <p:txBody>
          <a:bodyPr lIns="0" tIns="0" rIns="0" bIns="0" anchor="b">
            <a:noAutofit/>
          </a:bodyPr>
          <a:lstStyle>
            <a:lvl1pPr marL="0" indent="0">
              <a:lnSpc>
                <a:spcPct val="70000"/>
              </a:lnSpc>
              <a:buNone/>
              <a:defRPr sz="3000">
                <a:solidFill>
                  <a:schemeClr val="tx1"/>
                </a:solidFill>
                <a:latin typeface="+mj-lt"/>
              </a:defRPr>
            </a:lvl1pPr>
          </a:lstStyle>
          <a:p>
            <a:pPr lvl="0"/>
            <a:r>
              <a:rPr lang="en-US"/>
              <a:t>TITLE</a:t>
            </a:r>
          </a:p>
        </p:txBody>
      </p:sp>
      <p:sp>
        <p:nvSpPr>
          <p:cNvPr id="41" name="Text Placeholder 6">
            <a:extLst>
              <a:ext uri="{FF2B5EF4-FFF2-40B4-BE49-F238E27FC236}">
                <a16:creationId xmlns:a16="http://schemas.microsoft.com/office/drawing/2014/main" id="{44770585-3115-73E0-E960-F39C79EA16C1}"/>
              </a:ext>
            </a:extLst>
          </p:cNvPr>
          <p:cNvSpPr>
            <a:spLocks noGrp="1"/>
          </p:cNvSpPr>
          <p:nvPr>
            <p:ph type="body" sz="quarter" idx="23" hasCustomPrompt="1"/>
          </p:nvPr>
        </p:nvSpPr>
        <p:spPr>
          <a:xfrm>
            <a:off x="635162" y="1887617"/>
            <a:ext cx="1399666" cy="249532"/>
          </a:xfrm>
          <a:prstGeom prst="rect">
            <a:avLst/>
          </a:prstGeom>
        </p:spPr>
        <p:txBody>
          <a:bodyPr lIns="0" tIns="0" rIns="0" bIns="0" anchor="b">
            <a:noAutofit/>
          </a:bodyPr>
          <a:lstStyle>
            <a:lvl1pPr marL="0" indent="0">
              <a:lnSpc>
                <a:spcPct val="70000"/>
              </a:lnSpc>
              <a:buNone/>
              <a:defRPr sz="900">
                <a:solidFill>
                  <a:schemeClr val="tx1"/>
                </a:solidFill>
                <a:latin typeface="+mj-lt"/>
              </a:defRPr>
            </a:lvl1pPr>
          </a:lstStyle>
          <a:p>
            <a:pPr lvl="0"/>
            <a:r>
              <a:rPr lang="en-US"/>
              <a:t>TITLE</a:t>
            </a:r>
          </a:p>
        </p:txBody>
      </p:sp>
      <p:sp>
        <p:nvSpPr>
          <p:cNvPr id="42" name="Text Placeholder 14">
            <a:extLst>
              <a:ext uri="{FF2B5EF4-FFF2-40B4-BE49-F238E27FC236}">
                <a16:creationId xmlns:a16="http://schemas.microsoft.com/office/drawing/2014/main" id="{DCED42A6-D027-99D9-8E7C-5F0A7B2B8848}"/>
              </a:ext>
            </a:extLst>
          </p:cNvPr>
          <p:cNvSpPr>
            <a:spLocks noGrp="1"/>
          </p:cNvSpPr>
          <p:nvPr>
            <p:ph type="body" sz="quarter" idx="27" hasCustomPrompt="1"/>
          </p:nvPr>
        </p:nvSpPr>
        <p:spPr>
          <a:xfrm>
            <a:off x="614219" y="3056526"/>
            <a:ext cx="962704" cy="444896"/>
          </a:xfrm>
        </p:spPr>
        <p:txBody>
          <a:bodyPr lIns="0" tIns="0" rIns="0" bIns="0" anchor="t">
            <a:noAutofit/>
          </a:bodyPr>
          <a:lstStyle>
            <a:lvl1pPr marL="0" indent="0">
              <a:lnSpc>
                <a:spcPct val="120000"/>
              </a:lnSpc>
              <a:spcBef>
                <a:spcPts val="600"/>
              </a:spcBef>
              <a:buNone/>
              <a:defRPr sz="830">
                <a:solidFill>
                  <a:schemeClr val="tx1"/>
                </a:solidFill>
              </a:defRPr>
            </a:lvl1pPr>
          </a:lstStyle>
          <a:p>
            <a:pPr lvl="0"/>
            <a:r>
              <a:rPr lang="en-US"/>
              <a:t>Title</a:t>
            </a:r>
          </a:p>
        </p:txBody>
      </p:sp>
      <p:sp>
        <p:nvSpPr>
          <p:cNvPr id="43" name="Text Placeholder 14">
            <a:extLst>
              <a:ext uri="{FF2B5EF4-FFF2-40B4-BE49-F238E27FC236}">
                <a16:creationId xmlns:a16="http://schemas.microsoft.com/office/drawing/2014/main" id="{E001698E-0196-A6F0-F1F4-BE1992550EC0}"/>
              </a:ext>
            </a:extLst>
          </p:cNvPr>
          <p:cNvSpPr>
            <a:spLocks noGrp="1"/>
          </p:cNvSpPr>
          <p:nvPr>
            <p:ph type="body" sz="quarter" idx="28" hasCustomPrompt="1"/>
          </p:nvPr>
        </p:nvSpPr>
        <p:spPr>
          <a:xfrm>
            <a:off x="1848740" y="3056526"/>
            <a:ext cx="962704" cy="444896"/>
          </a:xfrm>
        </p:spPr>
        <p:txBody>
          <a:bodyPr lIns="0" tIns="0" rIns="0" bIns="0" anchor="t">
            <a:noAutofit/>
          </a:bodyPr>
          <a:lstStyle>
            <a:lvl1pPr marL="0" indent="0">
              <a:lnSpc>
                <a:spcPct val="120000"/>
              </a:lnSpc>
              <a:spcBef>
                <a:spcPts val="600"/>
              </a:spcBef>
              <a:buNone/>
              <a:defRPr sz="830">
                <a:solidFill>
                  <a:schemeClr val="tx1"/>
                </a:solidFill>
              </a:defRPr>
            </a:lvl1pPr>
          </a:lstStyle>
          <a:p>
            <a:pPr lvl="0"/>
            <a:r>
              <a:rPr lang="en-US"/>
              <a:t>Title</a:t>
            </a:r>
          </a:p>
        </p:txBody>
      </p:sp>
      <p:sp>
        <p:nvSpPr>
          <p:cNvPr id="44" name="Text Placeholder 14">
            <a:extLst>
              <a:ext uri="{FF2B5EF4-FFF2-40B4-BE49-F238E27FC236}">
                <a16:creationId xmlns:a16="http://schemas.microsoft.com/office/drawing/2014/main" id="{AE656DD7-3107-567E-9B1E-87A13F4A05C3}"/>
              </a:ext>
            </a:extLst>
          </p:cNvPr>
          <p:cNvSpPr>
            <a:spLocks noGrp="1"/>
          </p:cNvSpPr>
          <p:nvPr>
            <p:ph type="body" sz="quarter" idx="29" hasCustomPrompt="1"/>
          </p:nvPr>
        </p:nvSpPr>
        <p:spPr>
          <a:xfrm>
            <a:off x="3054543" y="3056526"/>
            <a:ext cx="962704" cy="444896"/>
          </a:xfrm>
        </p:spPr>
        <p:txBody>
          <a:bodyPr lIns="0" tIns="0" rIns="0" bIns="0" anchor="t">
            <a:noAutofit/>
          </a:bodyPr>
          <a:lstStyle>
            <a:lvl1pPr marL="0" indent="0">
              <a:lnSpc>
                <a:spcPct val="120000"/>
              </a:lnSpc>
              <a:spcBef>
                <a:spcPts val="600"/>
              </a:spcBef>
              <a:buNone/>
              <a:defRPr sz="830">
                <a:solidFill>
                  <a:schemeClr val="tx1"/>
                </a:solidFill>
              </a:defRPr>
            </a:lvl1pPr>
          </a:lstStyle>
          <a:p>
            <a:pPr lvl="0"/>
            <a:r>
              <a:rPr lang="en-US"/>
              <a:t>Title</a:t>
            </a:r>
          </a:p>
        </p:txBody>
      </p:sp>
      <p:sp>
        <p:nvSpPr>
          <p:cNvPr id="45" name="Text Placeholder 14">
            <a:extLst>
              <a:ext uri="{FF2B5EF4-FFF2-40B4-BE49-F238E27FC236}">
                <a16:creationId xmlns:a16="http://schemas.microsoft.com/office/drawing/2014/main" id="{752FA3E4-650E-34ED-495C-F40435CBFC27}"/>
              </a:ext>
            </a:extLst>
          </p:cNvPr>
          <p:cNvSpPr>
            <a:spLocks noGrp="1"/>
          </p:cNvSpPr>
          <p:nvPr>
            <p:ph type="body" sz="quarter" idx="30" hasCustomPrompt="1"/>
          </p:nvPr>
        </p:nvSpPr>
        <p:spPr>
          <a:xfrm>
            <a:off x="4289064" y="3056526"/>
            <a:ext cx="962704" cy="444896"/>
          </a:xfrm>
        </p:spPr>
        <p:txBody>
          <a:bodyPr lIns="0" tIns="0" rIns="0" bIns="0" anchor="t">
            <a:noAutofit/>
          </a:bodyPr>
          <a:lstStyle>
            <a:lvl1pPr marL="0" indent="0">
              <a:lnSpc>
                <a:spcPct val="120000"/>
              </a:lnSpc>
              <a:spcBef>
                <a:spcPts val="600"/>
              </a:spcBef>
              <a:buNone/>
              <a:defRPr sz="830">
                <a:solidFill>
                  <a:schemeClr val="tx1"/>
                </a:solidFill>
              </a:defRPr>
            </a:lvl1pPr>
          </a:lstStyle>
          <a:p>
            <a:pPr lvl="0"/>
            <a:r>
              <a:rPr lang="en-US"/>
              <a:t>Title</a:t>
            </a:r>
          </a:p>
        </p:txBody>
      </p:sp>
      <p:sp>
        <p:nvSpPr>
          <p:cNvPr id="46" name="Text Placeholder 14">
            <a:extLst>
              <a:ext uri="{FF2B5EF4-FFF2-40B4-BE49-F238E27FC236}">
                <a16:creationId xmlns:a16="http://schemas.microsoft.com/office/drawing/2014/main" id="{5156BC2D-F296-3D4C-E38E-EC77EBB2BFAF}"/>
              </a:ext>
            </a:extLst>
          </p:cNvPr>
          <p:cNvSpPr>
            <a:spLocks noGrp="1"/>
          </p:cNvSpPr>
          <p:nvPr>
            <p:ph type="body" sz="quarter" idx="31" hasCustomPrompt="1"/>
          </p:nvPr>
        </p:nvSpPr>
        <p:spPr>
          <a:xfrm>
            <a:off x="5526467" y="3045491"/>
            <a:ext cx="962704" cy="444896"/>
          </a:xfrm>
        </p:spPr>
        <p:txBody>
          <a:bodyPr lIns="0" tIns="0" rIns="0" bIns="0" anchor="t">
            <a:noAutofit/>
          </a:bodyPr>
          <a:lstStyle>
            <a:lvl1pPr marL="0" indent="0">
              <a:lnSpc>
                <a:spcPct val="120000"/>
              </a:lnSpc>
              <a:spcBef>
                <a:spcPts val="600"/>
              </a:spcBef>
              <a:buNone/>
              <a:defRPr sz="830">
                <a:solidFill>
                  <a:schemeClr val="tx1"/>
                </a:solidFill>
              </a:defRPr>
            </a:lvl1pPr>
          </a:lstStyle>
          <a:p>
            <a:pPr lvl="0"/>
            <a:r>
              <a:rPr lang="en-US"/>
              <a:t>Title</a:t>
            </a:r>
          </a:p>
        </p:txBody>
      </p:sp>
      <p:sp>
        <p:nvSpPr>
          <p:cNvPr id="50" name="Text Placeholder 14">
            <a:extLst>
              <a:ext uri="{FF2B5EF4-FFF2-40B4-BE49-F238E27FC236}">
                <a16:creationId xmlns:a16="http://schemas.microsoft.com/office/drawing/2014/main" id="{6CAA8EDE-5CFC-3C0D-BEDF-584B75E23942}"/>
              </a:ext>
            </a:extLst>
          </p:cNvPr>
          <p:cNvSpPr>
            <a:spLocks noGrp="1"/>
          </p:cNvSpPr>
          <p:nvPr>
            <p:ph type="body" sz="quarter" idx="32" hasCustomPrompt="1"/>
          </p:nvPr>
        </p:nvSpPr>
        <p:spPr>
          <a:xfrm>
            <a:off x="614219" y="4583875"/>
            <a:ext cx="962704" cy="444896"/>
          </a:xfrm>
        </p:spPr>
        <p:txBody>
          <a:bodyPr lIns="0" tIns="0" rIns="0" bIns="0" anchor="t">
            <a:noAutofit/>
          </a:bodyPr>
          <a:lstStyle>
            <a:lvl1pPr marL="0" indent="0">
              <a:lnSpc>
                <a:spcPct val="120000"/>
              </a:lnSpc>
              <a:spcBef>
                <a:spcPts val="600"/>
              </a:spcBef>
              <a:buNone/>
              <a:defRPr sz="830">
                <a:solidFill>
                  <a:schemeClr val="tx1"/>
                </a:solidFill>
              </a:defRPr>
            </a:lvl1pPr>
          </a:lstStyle>
          <a:p>
            <a:pPr lvl="0"/>
            <a:r>
              <a:rPr lang="en-US"/>
              <a:t>Title</a:t>
            </a:r>
          </a:p>
        </p:txBody>
      </p:sp>
      <p:sp>
        <p:nvSpPr>
          <p:cNvPr id="51" name="Text Placeholder 14">
            <a:extLst>
              <a:ext uri="{FF2B5EF4-FFF2-40B4-BE49-F238E27FC236}">
                <a16:creationId xmlns:a16="http://schemas.microsoft.com/office/drawing/2014/main" id="{199BFAC7-2FD9-F246-D472-02B62C5FBEF2}"/>
              </a:ext>
            </a:extLst>
          </p:cNvPr>
          <p:cNvSpPr>
            <a:spLocks noGrp="1"/>
          </p:cNvSpPr>
          <p:nvPr>
            <p:ph type="body" sz="quarter" idx="33" hasCustomPrompt="1"/>
          </p:nvPr>
        </p:nvSpPr>
        <p:spPr>
          <a:xfrm>
            <a:off x="1848740" y="4583875"/>
            <a:ext cx="962704" cy="444896"/>
          </a:xfrm>
        </p:spPr>
        <p:txBody>
          <a:bodyPr lIns="0" tIns="0" rIns="0" bIns="0" anchor="t">
            <a:noAutofit/>
          </a:bodyPr>
          <a:lstStyle>
            <a:lvl1pPr marL="0" indent="0">
              <a:lnSpc>
                <a:spcPct val="120000"/>
              </a:lnSpc>
              <a:spcBef>
                <a:spcPts val="600"/>
              </a:spcBef>
              <a:buNone/>
              <a:defRPr sz="830">
                <a:solidFill>
                  <a:schemeClr val="tx1"/>
                </a:solidFill>
              </a:defRPr>
            </a:lvl1pPr>
          </a:lstStyle>
          <a:p>
            <a:pPr lvl="0"/>
            <a:r>
              <a:rPr lang="en-US"/>
              <a:t>Title</a:t>
            </a:r>
          </a:p>
        </p:txBody>
      </p:sp>
      <p:sp>
        <p:nvSpPr>
          <p:cNvPr id="52" name="Text Placeholder 14">
            <a:extLst>
              <a:ext uri="{FF2B5EF4-FFF2-40B4-BE49-F238E27FC236}">
                <a16:creationId xmlns:a16="http://schemas.microsoft.com/office/drawing/2014/main" id="{72D2DDC0-52E3-BA76-C091-874D81C3FA86}"/>
              </a:ext>
            </a:extLst>
          </p:cNvPr>
          <p:cNvSpPr>
            <a:spLocks noGrp="1"/>
          </p:cNvSpPr>
          <p:nvPr>
            <p:ph type="body" sz="quarter" idx="34" hasCustomPrompt="1"/>
          </p:nvPr>
        </p:nvSpPr>
        <p:spPr>
          <a:xfrm>
            <a:off x="3054543" y="4583875"/>
            <a:ext cx="962704" cy="444896"/>
          </a:xfrm>
        </p:spPr>
        <p:txBody>
          <a:bodyPr lIns="0" tIns="0" rIns="0" bIns="0" anchor="t">
            <a:noAutofit/>
          </a:bodyPr>
          <a:lstStyle>
            <a:lvl1pPr marL="0" indent="0">
              <a:lnSpc>
                <a:spcPct val="120000"/>
              </a:lnSpc>
              <a:spcBef>
                <a:spcPts val="600"/>
              </a:spcBef>
              <a:buNone/>
              <a:defRPr sz="830">
                <a:solidFill>
                  <a:schemeClr val="tx1"/>
                </a:solidFill>
              </a:defRPr>
            </a:lvl1pPr>
          </a:lstStyle>
          <a:p>
            <a:pPr lvl="0"/>
            <a:r>
              <a:rPr lang="en-US"/>
              <a:t>Title</a:t>
            </a:r>
          </a:p>
        </p:txBody>
      </p:sp>
      <p:sp>
        <p:nvSpPr>
          <p:cNvPr id="53" name="Text Placeholder 14">
            <a:extLst>
              <a:ext uri="{FF2B5EF4-FFF2-40B4-BE49-F238E27FC236}">
                <a16:creationId xmlns:a16="http://schemas.microsoft.com/office/drawing/2014/main" id="{E2650912-D81F-9D16-08FE-7C93B8D68CE6}"/>
              </a:ext>
            </a:extLst>
          </p:cNvPr>
          <p:cNvSpPr>
            <a:spLocks noGrp="1"/>
          </p:cNvSpPr>
          <p:nvPr>
            <p:ph type="body" sz="quarter" idx="35" hasCustomPrompt="1"/>
          </p:nvPr>
        </p:nvSpPr>
        <p:spPr>
          <a:xfrm>
            <a:off x="4289064" y="4583875"/>
            <a:ext cx="962704" cy="444896"/>
          </a:xfrm>
        </p:spPr>
        <p:txBody>
          <a:bodyPr lIns="0" tIns="0" rIns="0" bIns="0" anchor="t">
            <a:noAutofit/>
          </a:bodyPr>
          <a:lstStyle>
            <a:lvl1pPr marL="0" indent="0">
              <a:lnSpc>
                <a:spcPct val="120000"/>
              </a:lnSpc>
              <a:spcBef>
                <a:spcPts val="600"/>
              </a:spcBef>
              <a:buNone/>
              <a:defRPr sz="830">
                <a:solidFill>
                  <a:schemeClr val="tx1"/>
                </a:solidFill>
              </a:defRPr>
            </a:lvl1pPr>
          </a:lstStyle>
          <a:p>
            <a:pPr lvl="0"/>
            <a:r>
              <a:rPr lang="en-US"/>
              <a:t>Title</a:t>
            </a:r>
          </a:p>
        </p:txBody>
      </p:sp>
      <p:sp>
        <p:nvSpPr>
          <p:cNvPr id="54" name="Rounded Rectangle 53">
            <a:extLst>
              <a:ext uri="{FF2B5EF4-FFF2-40B4-BE49-F238E27FC236}">
                <a16:creationId xmlns:a16="http://schemas.microsoft.com/office/drawing/2014/main" id="{5C22A4E3-E890-7685-2764-3FBA6BE65F71}"/>
              </a:ext>
            </a:extLst>
          </p:cNvPr>
          <p:cNvSpPr/>
          <p:nvPr userDrawn="1"/>
        </p:nvSpPr>
        <p:spPr>
          <a:xfrm>
            <a:off x="5519379" y="2185810"/>
            <a:ext cx="857250" cy="857250"/>
          </a:xfrm>
          <a:prstGeom prst="roundRect">
            <a:avLst/>
          </a:prstGeom>
          <a:solidFill>
            <a:srgbClr val="0143FD"/>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20000"/>
              </a:lnSpc>
              <a:spcBef>
                <a:spcPts val="0"/>
              </a:spcBef>
              <a:spcAft>
                <a:spcPts val="0"/>
              </a:spcAft>
              <a:buClrTx/>
              <a:buSzTx/>
              <a:buFontTx/>
              <a:buNone/>
              <a:tabLst/>
            </a:pPr>
            <a:endParaRPr kumimoji="0" lang="en-US" sz="3000" b="0" i="0" u="none" strike="noStrike" cap="all" spc="0" normalizeH="0" baseline="0">
              <a:ln>
                <a:noFill/>
              </a:ln>
              <a:solidFill>
                <a:srgbClr val="FFFFFF"/>
              </a:solidFill>
              <a:effectLst/>
              <a:uFillTx/>
              <a:latin typeface="Proxima Nova Extrabold"/>
              <a:ea typeface="Proxima Nova Extrabold"/>
              <a:cs typeface="Proxima Nova Extrabold"/>
              <a:sym typeface="Proxima Nova Extrabold"/>
            </a:endParaRPr>
          </a:p>
        </p:txBody>
      </p:sp>
      <p:sp>
        <p:nvSpPr>
          <p:cNvPr id="55" name="Rounded Rectangle 54">
            <a:extLst>
              <a:ext uri="{FF2B5EF4-FFF2-40B4-BE49-F238E27FC236}">
                <a16:creationId xmlns:a16="http://schemas.microsoft.com/office/drawing/2014/main" id="{DF1074B4-F378-A3ED-62DA-B0DAD01CD44D}"/>
              </a:ext>
            </a:extLst>
          </p:cNvPr>
          <p:cNvSpPr/>
          <p:nvPr userDrawn="1"/>
        </p:nvSpPr>
        <p:spPr>
          <a:xfrm>
            <a:off x="4293481" y="2185810"/>
            <a:ext cx="857250" cy="857250"/>
          </a:xfrm>
          <a:prstGeom prst="roundRect">
            <a:avLst/>
          </a:prstGeom>
          <a:solidFill>
            <a:srgbClr val="0143FD"/>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20000"/>
              </a:lnSpc>
              <a:spcBef>
                <a:spcPts val="0"/>
              </a:spcBef>
              <a:spcAft>
                <a:spcPts val="0"/>
              </a:spcAft>
              <a:buClrTx/>
              <a:buSzTx/>
              <a:buFontTx/>
              <a:buNone/>
              <a:tabLst/>
            </a:pPr>
            <a:endParaRPr kumimoji="0" lang="en-US" sz="3000" b="0" i="0" u="none" strike="noStrike" cap="all" spc="0" normalizeH="0" baseline="0">
              <a:ln>
                <a:noFill/>
              </a:ln>
              <a:solidFill>
                <a:srgbClr val="FFFFFF"/>
              </a:solidFill>
              <a:effectLst/>
              <a:uFillTx/>
              <a:latin typeface="Proxima Nova Extrabold"/>
              <a:ea typeface="Proxima Nova Extrabold"/>
              <a:cs typeface="Proxima Nova Extrabold"/>
              <a:sym typeface="Proxima Nova Extrabold"/>
            </a:endParaRPr>
          </a:p>
        </p:txBody>
      </p:sp>
      <p:sp>
        <p:nvSpPr>
          <p:cNvPr id="56" name="Rounded Rectangle 55">
            <a:extLst>
              <a:ext uri="{FF2B5EF4-FFF2-40B4-BE49-F238E27FC236}">
                <a16:creationId xmlns:a16="http://schemas.microsoft.com/office/drawing/2014/main" id="{A76CF7AF-11B2-B311-AE32-6A02A001D523}"/>
              </a:ext>
            </a:extLst>
          </p:cNvPr>
          <p:cNvSpPr/>
          <p:nvPr userDrawn="1"/>
        </p:nvSpPr>
        <p:spPr>
          <a:xfrm>
            <a:off x="3057534" y="2185810"/>
            <a:ext cx="857250" cy="857250"/>
          </a:xfrm>
          <a:prstGeom prst="roundRect">
            <a:avLst/>
          </a:prstGeom>
          <a:solidFill>
            <a:srgbClr val="0143FD"/>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20000"/>
              </a:lnSpc>
              <a:spcBef>
                <a:spcPts val="0"/>
              </a:spcBef>
              <a:spcAft>
                <a:spcPts val="0"/>
              </a:spcAft>
              <a:buClrTx/>
              <a:buSzTx/>
              <a:buFontTx/>
              <a:buNone/>
              <a:tabLst/>
            </a:pPr>
            <a:endParaRPr kumimoji="0" lang="en-US" sz="3000" b="0" i="0" u="none" strike="noStrike" cap="all" spc="0" normalizeH="0" baseline="0">
              <a:ln>
                <a:noFill/>
              </a:ln>
              <a:solidFill>
                <a:srgbClr val="FFFFFF"/>
              </a:solidFill>
              <a:effectLst/>
              <a:uFillTx/>
              <a:latin typeface="Proxima Nova Extrabold"/>
              <a:ea typeface="Proxima Nova Extrabold"/>
              <a:cs typeface="Proxima Nova Extrabold"/>
              <a:sym typeface="Proxima Nova Extrabold"/>
            </a:endParaRPr>
          </a:p>
        </p:txBody>
      </p:sp>
      <p:sp>
        <p:nvSpPr>
          <p:cNvPr id="57" name="Rounded Rectangle 56">
            <a:extLst>
              <a:ext uri="{FF2B5EF4-FFF2-40B4-BE49-F238E27FC236}">
                <a16:creationId xmlns:a16="http://schemas.microsoft.com/office/drawing/2014/main" id="{9A1B0D61-9502-DD41-66D2-292B6DA4DB45}"/>
              </a:ext>
            </a:extLst>
          </p:cNvPr>
          <p:cNvSpPr/>
          <p:nvPr userDrawn="1"/>
        </p:nvSpPr>
        <p:spPr>
          <a:xfrm>
            <a:off x="1831635" y="2185810"/>
            <a:ext cx="857250" cy="857250"/>
          </a:xfrm>
          <a:prstGeom prst="roundRect">
            <a:avLst/>
          </a:prstGeom>
          <a:solidFill>
            <a:srgbClr val="0143FD"/>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20000"/>
              </a:lnSpc>
              <a:spcBef>
                <a:spcPts val="0"/>
              </a:spcBef>
              <a:spcAft>
                <a:spcPts val="0"/>
              </a:spcAft>
              <a:buClrTx/>
              <a:buSzTx/>
              <a:buFontTx/>
              <a:buNone/>
              <a:tabLst/>
            </a:pPr>
            <a:endParaRPr kumimoji="0" lang="en-US" sz="3000" b="0" i="0" u="none" strike="noStrike" cap="all" spc="0" normalizeH="0" baseline="0">
              <a:ln>
                <a:noFill/>
              </a:ln>
              <a:solidFill>
                <a:srgbClr val="FFFFFF"/>
              </a:solidFill>
              <a:effectLst/>
              <a:uFillTx/>
              <a:latin typeface="Proxima Nova Extrabold"/>
              <a:ea typeface="Proxima Nova Extrabold"/>
              <a:cs typeface="Proxima Nova Extrabold"/>
              <a:sym typeface="Proxima Nova Extrabold"/>
            </a:endParaRPr>
          </a:p>
        </p:txBody>
      </p:sp>
      <p:sp>
        <p:nvSpPr>
          <p:cNvPr id="58" name="Rounded Rectangle 57">
            <a:extLst>
              <a:ext uri="{FF2B5EF4-FFF2-40B4-BE49-F238E27FC236}">
                <a16:creationId xmlns:a16="http://schemas.microsoft.com/office/drawing/2014/main" id="{F8C07F66-848A-6B98-2C32-47DC9460ADE3}"/>
              </a:ext>
            </a:extLst>
          </p:cNvPr>
          <p:cNvSpPr/>
          <p:nvPr userDrawn="1"/>
        </p:nvSpPr>
        <p:spPr>
          <a:xfrm>
            <a:off x="595688" y="2185810"/>
            <a:ext cx="857250" cy="857250"/>
          </a:xfrm>
          <a:prstGeom prst="roundRect">
            <a:avLst/>
          </a:prstGeom>
          <a:solidFill>
            <a:srgbClr val="0143FD"/>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20000"/>
              </a:lnSpc>
              <a:spcBef>
                <a:spcPts val="0"/>
              </a:spcBef>
              <a:spcAft>
                <a:spcPts val="0"/>
              </a:spcAft>
              <a:buClrTx/>
              <a:buSzTx/>
              <a:buFontTx/>
              <a:buNone/>
              <a:tabLst/>
            </a:pPr>
            <a:endParaRPr kumimoji="0" lang="en-US" sz="3000" b="0" i="0" u="none" strike="noStrike" cap="all" spc="0" normalizeH="0" baseline="0">
              <a:ln>
                <a:noFill/>
              </a:ln>
              <a:solidFill>
                <a:srgbClr val="FFFFFF"/>
              </a:solidFill>
              <a:effectLst/>
              <a:uFillTx/>
              <a:latin typeface="Proxima Nova Extrabold"/>
              <a:ea typeface="Proxima Nova Extrabold"/>
              <a:cs typeface="Proxima Nova Extrabold"/>
              <a:sym typeface="Proxima Nova Extrabold"/>
            </a:endParaRPr>
          </a:p>
        </p:txBody>
      </p:sp>
      <p:sp>
        <p:nvSpPr>
          <p:cNvPr id="59" name="Rounded Rectangle 58">
            <a:extLst>
              <a:ext uri="{FF2B5EF4-FFF2-40B4-BE49-F238E27FC236}">
                <a16:creationId xmlns:a16="http://schemas.microsoft.com/office/drawing/2014/main" id="{ABAB7D36-58AE-7A1C-AFD0-0433B68F9782}"/>
              </a:ext>
            </a:extLst>
          </p:cNvPr>
          <p:cNvSpPr/>
          <p:nvPr userDrawn="1"/>
        </p:nvSpPr>
        <p:spPr>
          <a:xfrm>
            <a:off x="4293481" y="3703111"/>
            <a:ext cx="857250" cy="857250"/>
          </a:xfrm>
          <a:prstGeom prst="roundRect">
            <a:avLst/>
          </a:prstGeom>
          <a:solidFill>
            <a:srgbClr val="0143FD"/>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20000"/>
              </a:lnSpc>
              <a:spcBef>
                <a:spcPts val="0"/>
              </a:spcBef>
              <a:spcAft>
                <a:spcPts val="0"/>
              </a:spcAft>
              <a:buClrTx/>
              <a:buSzTx/>
              <a:buFontTx/>
              <a:buNone/>
              <a:tabLst/>
            </a:pPr>
            <a:endParaRPr kumimoji="0" lang="en-US" sz="3000" b="0" i="0" u="none" strike="noStrike" cap="all" spc="0" normalizeH="0" baseline="0">
              <a:ln>
                <a:noFill/>
              </a:ln>
              <a:solidFill>
                <a:srgbClr val="FFFFFF"/>
              </a:solidFill>
              <a:effectLst/>
              <a:uFillTx/>
              <a:latin typeface="Proxima Nova Extrabold"/>
              <a:ea typeface="Proxima Nova Extrabold"/>
              <a:cs typeface="Proxima Nova Extrabold"/>
              <a:sym typeface="Proxima Nova Extrabold"/>
            </a:endParaRPr>
          </a:p>
        </p:txBody>
      </p:sp>
      <p:sp>
        <p:nvSpPr>
          <p:cNvPr id="60" name="Rounded Rectangle 59">
            <a:extLst>
              <a:ext uri="{FF2B5EF4-FFF2-40B4-BE49-F238E27FC236}">
                <a16:creationId xmlns:a16="http://schemas.microsoft.com/office/drawing/2014/main" id="{0F463625-B2C7-E4B0-C44E-E6FCEFB18C42}"/>
              </a:ext>
            </a:extLst>
          </p:cNvPr>
          <p:cNvSpPr/>
          <p:nvPr userDrawn="1"/>
        </p:nvSpPr>
        <p:spPr>
          <a:xfrm>
            <a:off x="3057534" y="3703111"/>
            <a:ext cx="857250" cy="857250"/>
          </a:xfrm>
          <a:prstGeom prst="roundRect">
            <a:avLst/>
          </a:prstGeom>
          <a:solidFill>
            <a:srgbClr val="0143FD"/>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20000"/>
              </a:lnSpc>
              <a:spcBef>
                <a:spcPts val="0"/>
              </a:spcBef>
              <a:spcAft>
                <a:spcPts val="0"/>
              </a:spcAft>
              <a:buClrTx/>
              <a:buSzTx/>
              <a:buFontTx/>
              <a:buNone/>
              <a:tabLst/>
            </a:pPr>
            <a:endParaRPr kumimoji="0" lang="en-US" sz="3000" b="0" i="0" u="none" strike="noStrike" cap="all" spc="0" normalizeH="0" baseline="0">
              <a:ln>
                <a:noFill/>
              </a:ln>
              <a:solidFill>
                <a:srgbClr val="FFFFFF"/>
              </a:solidFill>
              <a:effectLst/>
              <a:uFillTx/>
              <a:latin typeface="Proxima Nova Extrabold"/>
              <a:ea typeface="Proxima Nova Extrabold"/>
              <a:cs typeface="Proxima Nova Extrabold"/>
              <a:sym typeface="Proxima Nova Extrabold"/>
            </a:endParaRPr>
          </a:p>
        </p:txBody>
      </p:sp>
      <p:sp>
        <p:nvSpPr>
          <p:cNvPr id="61" name="Rounded Rectangle 60">
            <a:extLst>
              <a:ext uri="{FF2B5EF4-FFF2-40B4-BE49-F238E27FC236}">
                <a16:creationId xmlns:a16="http://schemas.microsoft.com/office/drawing/2014/main" id="{54ADB06E-133F-92B3-3508-C212D5D5CE01}"/>
              </a:ext>
            </a:extLst>
          </p:cNvPr>
          <p:cNvSpPr/>
          <p:nvPr userDrawn="1"/>
        </p:nvSpPr>
        <p:spPr>
          <a:xfrm>
            <a:off x="1831635" y="3703111"/>
            <a:ext cx="857250" cy="857250"/>
          </a:xfrm>
          <a:prstGeom prst="roundRect">
            <a:avLst/>
          </a:prstGeom>
          <a:solidFill>
            <a:srgbClr val="0143FD"/>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20000"/>
              </a:lnSpc>
              <a:spcBef>
                <a:spcPts val="0"/>
              </a:spcBef>
              <a:spcAft>
                <a:spcPts val="0"/>
              </a:spcAft>
              <a:buClrTx/>
              <a:buSzTx/>
              <a:buFontTx/>
              <a:buNone/>
              <a:tabLst/>
            </a:pPr>
            <a:endParaRPr kumimoji="0" lang="en-US" sz="3000" b="0" i="0" u="none" strike="noStrike" cap="all" spc="0" normalizeH="0" baseline="0">
              <a:ln>
                <a:noFill/>
              </a:ln>
              <a:solidFill>
                <a:srgbClr val="FFFFFF"/>
              </a:solidFill>
              <a:effectLst/>
              <a:uFillTx/>
              <a:latin typeface="Proxima Nova Extrabold"/>
              <a:ea typeface="Proxima Nova Extrabold"/>
              <a:cs typeface="Proxima Nova Extrabold"/>
              <a:sym typeface="Proxima Nova Extrabold"/>
            </a:endParaRPr>
          </a:p>
        </p:txBody>
      </p:sp>
      <p:sp>
        <p:nvSpPr>
          <p:cNvPr id="62" name="Rounded Rectangle 61">
            <a:extLst>
              <a:ext uri="{FF2B5EF4-FFF2-40B4-BE49-F238E27FC236}">
                <a16:creationId xmlns:a16="http://schemas.microsoft.com/office/drawing/2014/main" id="{5927D8EC-E8E3-BE41-A28F-0A1C05EB8312}"/>
              </a:ext>
            </a:extLst>
          </p:cNvPr>
          <p:cNvSpPr/>
          <p:nvPr userDrawn="1"/>
        </p:nvSpPr>
        <p:spPr>
          <a:xfrm>
            <a:off x="595688" y="3703111"/>
            <a:ext cx="857250" cy="857250"/>
          </a:xfrm>
          <a:prstGeom prst="roundRect">
            <a:avLst/>
          </a:prstGeom>
          <a:solidFill>
            <a:srgbClr val="0143FD"/>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20000"/>
              </a:lnSpc>
              <a:spcBef>
                <a:spcPts val="0"/>
              </a:spcBef>
              <a:spcAft>
                <a:spcPts val="0"/>
              </a:spcAft>
              <a:buClrTx/>
              <a:buSzTx/>
              <a:buFontTx/>
              <a:buNone/>
              <a:tabLst/>
            </a:pPr>
            <a:endParaRPr kumimoji="0" lang="en-US" sz="3000" b="0" i="0" u="none" strike="noStrike" cap="all" spc="0" normalizeH="0" baseline="0">
              <a:ln>
                <a:noFill/>
              </a:ln>
              <a:solidFill>
                <a:srgbClr val="FFFFFF"/>
              </a:solidFill>
              <a:effectLst/>
              <a:uFillTx/>
              <a:latin typeface="Proxima Nova Extrabold"/>
              <a:ea typeface="Proxima Nova Extrabold"/>
              <a:cs typeface="Proxima Nova Extrabold"/>
              <a:sym typeface="Proxima Nova Extrabold"/>
            </a:endParaRPr>
          </a:p>
        </p:txBody>
      </p:sp>
    </p:spTree>
    <p:extLst>
      <p:ext uri="{BB962C8B-B14F-4D97-AF65-F5344CB8AC3E}">
        <p14:creationId xmlns:p14="http://schemas.microsoft.com/office/powerpoint/2010/main" val="697658305"/>
      </p:ext>
    </p:extLst>
  </p:cSld>
  <p:clrMapOvr>
    <a:masterClrMapping/>
  </p:clrMapOvr>
  <p:transition spd="med"/>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Quote light">
    <p:bg>
      <p:bgPr>
        <a:solidFill>
          <a:srgbClr val="FDFAF2"/>
        </a:solidFill>
        <a:effectLst/>
      </p:bgPr>
    </p:bg>
    <p:spTree>
      <p:nvGrpSpPr>
        <p:cNvPr id="1" name=""/>
        <p:cNvGrpSpPr/>
        <p:nvPr/>
      </p:nvGrpSpPr>
      <p:grpSpPr>
        <a:xfrm>
          <a:off x="0" y="0"/>
          <a:ext cx="0" cy="0"/>
          <a:chOff x="0" y="0"/>
          <a:chExt cx="0" cy="0"/>
        </a:xfrm>
      </p:grpSpPr>
      <p:pic>
        <p:nvPicPr>
          <p:cNvPr id="65" name="CGC logo.png" descr="CGC logo.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85750" y="285750"/>
            <a:ext cx="1152525" cy="199894"/>
          </a:xfrm>
          <a:prstGeom prst="rect">
            <a:avLst/>
          </a:prstGeom>
          <a:ln w="12700">
            <a:miter lim="400000"/>
          </a:ln>
        </p:spPr>
      </p:pic>
      <p:sp>
        <p:nvSpPr>
          <p:cNvPr id="4" name="Text Placeholder 3">
            <a:extLst>
              <a:ext uri="{FF2B5EF4-FFF2-40B4-BE49-F238E27FC236}">
                <a16:creationId xmlns:a16="http://schemas.microsoft.com/office/drawing/2014/main" id="{60BE1743-E77D-7462-1B9F-179D4D639D9D}"/>
              </a:ext>
            </a:extLst>
          </p:cNvPr>
          <p:cNvSpPr>
            <a:spLocks noGrp="1"/>
          </p:cNvSpPr>
          <p:nvPr>
            <p:ph type="body" sz="quarter" idx="10" hasCustomPrompt="1"/>
          </p:nvPr>
        </p:nvSpPr>
        <p:spPr>
          <a:xfrm>
            <a:off x="1396911" y="1753019"/>
            <a:ext cx="6460899" cy="1627414"/>
          </a:xfrm>
        </p:spPr>
        <p:txBody>
          <a:bodyPr lIns="0" tIns="0" rIns="0" bIns="0" anchor="ctr">
            <a:noAutofit/>
          </a:bodyPr>
          <a:lstStyle>
            <a:lvl1pPr marL="0" indent="0">
              <a:lnSpc>
                <a:spcPct val="90000"/>
              </a:lnSpc>
              <a:spcBef>
                <a:spcPts val="0"/>
              </a:spcBef>
              <a:buNone/>
              <a:defRPr sz="3800" spc="-150">
                <a:solidFill>
                  <a:schemeClr val="tx1"/>
                </a:solidFill>
              </a:defRPr>
            </a:lvl1pPr>
          </a:lstStyle>
          <a:p>
            <a:pPr lvl="0"/>
            <a:r>
              <a:rPr lang="en-US"/>
              <a:t>Quote</a:t>
            </a:r>
          </a:p>
        </p:txBody>
      </p:sp>
    </p:spTree>
    <p:extLst>
      <p:ext uri="{BB962C8B-B14F-4D97-AF65-F5344CB8AC3E}">
        <p14:creationId xmlns:p14="http://schemas.microsoft.com/office/powerpoint/2010/main" val="3739189943"/>
      </p:ext>
    </p:extLst>
  </p:cSld>
  <p:clrMapOvr>
    <a:masterClrMapping/>
  </p:clrMapOvr>
  <p:transition spd="med"/>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Quote blue">
    <p:bg>
      <p:bgPr>
        <a:solidFill>
          <a:srgbClr val="0143FD"/>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60BE1743-E77D-7462-1B9F-179D4D639D9D}"/>
              </a:ext>
            </a:extLst>
          </p:cNvPr>
          <p:cNvSpPr>
            <a:spLocks noGrp="1"/>
          </p:cNvSpPr>
          <p:nvPr>
            <p:ph type="body" sz="quarter" idx="10" hasCustomPrompt="1"/>
          </p:nvPr>
        </p:nvSpPr>
        <p:spPr>
          <a:xfrm>
            <a:off x="1396911" y="1753019"/>
            <a:ext cx="6460899" cy="1627414"/>
          </a:xfrm>
        </p:spPr>
        <p:txBody>
          <a:bodyPr lIns="0" tIns="0" rIns="0" bIns="0" anchor="ctr">
            <a:noAutofit/>
          </a:bodyPr>
          <a:lstStyle>
            <a:lvl1pPr marL="0" indent="0">
              <a:lnSpc>
                <a:spcPct val="90000"/>
              </a:lnSpc>
              <a:spcBef>
                <a:spcPts val="0"/>
              </a:spcBef>
              <a:buNone/>
              <a:defRPr sz="3800" spc="-150">
                <a:solidFill>
                  <a:schemeClr val="bg1"/>
                </a:solidFill>
              </a:defRPr>
            </a:lvl1pPr>
          </a:lstStyle>
          <a:p>
            <a:pPr lvl="0"/>
            <a:r>
              <a:rPr lang="en-US"/>
              <a:t>Quote</a:t>
            </a:r>
          </a:p>
        </p:txBody>
      </p:sp>
      <p:pic>
        <p:nvPicPr>
          <p:cNvPr id="2" name="CGC logo white.png" descr="CGC logo white.png">
            <a:extLst>
              <a:ext uri="{FF2B5EF4-FFF2-40B4-BE49-F238E27FC236}">
                <a16:creationId xmlns:a16="http://schemas.microsoft.com/office/drawing/2014/main" id="{0B380C95-ECC6-A950-FC31-68023BED7BE6}"/>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85750" y="285750"/>
            <a:ext cx="1152091" cy="199818"/>
          </a:xfrm>
          <a:prstGeom prst="rect">
            <a:avLst/>
          </a:prstGeom>
          <a:ln w="12700">
            <a:miter lim="400000"/>
          </a:ln>
        </p:spPr>
      </p:pic>
    </p:spTree>
    <p:extLst>
      <p:ext uri="{BB962C8B-B14F-4D97-AF65-F5344CB8AC3E}">
        <p14:creationId xmlns:p14="http://schemas.microsoft.com/office/powerpoint/2010/main" val="675657884"/>
      </p:ext>
    </p:extLst>
  </p:cSld>
  <p:clrMapOvr>
    <a:masterClrMapping/>
  </p:clrMapOvr>
  <p:transition spd="med"/>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Quote dark">
    <p:bg>
      <p:bgPr>
        <a:solidFill>
          <a:srgbClr val="0F2240"/>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60BE1743-E77D-7462-1B9F-179D4D639D9D}"/>
              </a:ext>
            </a:extLst>
          </p:cNvPr>
          <p:cNvSpPr>
            <a:spLocks noGrp="1"/>
          </p:cNvSpPr>
          <p:nvPr>
            <p:ph type="body" sz="quarter" idx="10" hasCustomPrompt="1"/>
          </p:nvPr>
        </p:nvSpPr>
        <p:spPr>
          <a:xfrm>
            <a:off x="1562223" y="1864429"/>
            <a:ext cx="6019554" cy="1414641"/>
          </a:xfrm>
        </p:spPr>
        <p:txBody>
          <a:bodyPr lIns="0" tIns="0" rIns="0" bIns="0" anchor="ctr">
            <a:noAutofit/>
          </a:bodyPr>
          <a:lstStyle>
            <a:lvl1pPr marL="0" indent="0">
              <a:lnSpc>
                <a:spcPct val="70000"/>
              </a:lnSpc>
              <a:spcBef>
                <a:spcPts val="0"/>
              </a:spcBef>
              <a:buNone/>
              <a:defRPr sz="3600" spc="0">
                <a:solidFill>
                  <a:schemeClr val="bg1"/>
                </a:solidFill>
                <a:latin typeface="+mj-lt"/>
              </a:defRPr>
            </a:lvl1pPr>
          </a:lstStyle>
          <a:p>
            <a:pPr lvl="0"/>
            <a:r>
              <a:rPr lang="en-US"/>
              <a:t>QUOTE</a:t>
            </a:r>
          </a:p>
        </p:txBody>
      </p:sp>
      <p:pic>
        <p:nvPicPr>
          <p:cNvPr id="2" name="CGC logo white.png" descr="CGC logo white.png">
            <a:extLst>
              <a:ext uri="{FF2B5EF4-FFF2-40B4-BE49-F238E27FC236}">
                <a16:creationId xmlns:a16="http://schemas.microsoft.com/office/drawing/2014/main" id="{0B380C95-ECC6-A950-FC31-68023BED7BE6}"/>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85750" y="285750"/>
            <a:ext cx="1152091" cy="199818"/>
          </a:xfrm>
          <a:prstGeom prst="rect">
            <a:avLst/>
          </a:prstGeom>
          <a:ln w="12700">
            <a:miter lim="400000"/>
          </a:ln>
        </p:spPr>
      </p:pic>
    </p:spTree>
    <p:extLst>
      <p:ext uri="{BB962C8B-B14F-4D97-AF65-F5344CB8AC3E}">
        <p14:creationId xmlns:p14="http://schemas.microsoft.com/office/powerpoint/2010/main" val="4038399038"/>
      </p:ext>
    </p:extLst>
  </p:cSld>
  <p:clrMapOvr>
    <a:masterClrMapping/>
  </p:clrMapOvr>
  <p:transition spd="med"/>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userDrawn="1">
  <p:cSld name="full image left + text right - light">
    <p:bg>
      <p:bgPr>
        <a:solidFill>
          <a:srgbClr val="FDFAF2"/>
        </a:solidFill>
        <a:effectLst/>
      </p:bgPr>
    </p:bg>
    <p:spTree>
      <p:nvGrpSpPr>
        <p:cNvPr id="1" name=""/>
        <p:cNvGrpSpPr/>
        <p:nvPr/>
      </p:nvGrpSpPr>
      <p:grpSpPr>
        <a:xfrm>
          <a:off x="0" y="0"/>
          <a:ext cx="0" cy="0"/>
          <a:chOff x="0" y="0"/>
          <a:chExt cx="0" cy="0"/>
        </a:xfrm>
      </p:grpSpPr>
      <p:sp>
        <p:nvSpPr>
          <p:cNvPr id="184" name="Slide Number"/>
          <p:cNvSpPr txBox="1">
            <a:spLocks noGrp="1"/>
          </p:cNvSpPr>
          <p:nvPr>
            <p:ph type="sldNum" sz="quarter" idx="2"/>
          </p:nvPr>
        </p:nvSpPr>
        <p:spPr>
          <a:prstGeom prst="rect">
            <a:avLst/>
          </a:prstGeom>
        </p:spPr>
        <p:txBody>
          <a:bodyPr/>
          <a:lstStyle>
            <a:lvl1pPr>
              <a:defRPr>
                <a:solidFill>
                  <a:schemeClr val="tx1"/>
                </a:solidFill>
              </a:defRPr>
            </a:lvl1pPr>
          </a:lstStyle>
          <a:p>
            <a:fld id="{86CB4B4D-7CA3-9044-876B-883B54F8677D}" type="slidenum">
              <a:rPr lang="en-GB" smtClean="0"/>
              <a:pPr/>
              <a:t>‹#›</a:t>
            </a:fld>
            <a:endParaRPr lang="en-GB"/>
          </a:p>
        </p:txBody>
      </p:sp>
      <p:sp>
        <p:nvSpPr>
          <p:cNvPr id="6" name="Picture Placeholder 5">
            <a:extLst>
              <a:ext uri="{FF2B5EF4-FFF2-40B4-BE49-F238E27FC236}">
                <a16:creationId xmlns:a16="http://schemas.microsoft.com/office/drawing/2014/main" id="{0322D216-DC00-EAB5-7D20-AEC077697228}"/>
              </a:ext>
            </a:extLst>
          </p:cNvPr>
          <p:cNvSpPr>
            <a:spLocks noGrp="1"/>
          </p:cNvSpPr>
          <p:nvPr>
            <p:ph type="pic" sz="quarter" idx="10"/>
          </p:nvPr>
        </p:nvSpPr>
        <p:spPr>
          <a:xfrm>
            <a:off x="0" y="0"/>
            <a:ext cx="4531688" cy="5143500"/>
          </a:xfrm>
          <a:prstGeom prst="rect">
            <a:avLst/>
          </a:prstGeom>
        </p:spPr>
        <p:txBody>
          <a:bodyPr/>
          <a:lstStyle/>
          <a:p>
            <a:endParaRPr lang="en-US"/>
          </a:p>
        </p:txBody>
      </p:sp>
      <p:sp>
        <p:nvSpPr>
          <p:cNvPr id="20" name="Text Placeholder 19">
            <a:extLst>
              <a:ext uri="{FF2B5EF4-FFF2-40B4-BE49-F238E27FC236}">
                <a16:creationId xmlns:a16="http://schemas.microsoft.com/office/drawing/2014/main" id="{384CAA40-DDD1-8FE0-5E0B-91020E4B52F0}"/>
              </a:ext>
            </a:extLst>
          </p:cNvPr>
          <p:cNvSpPr>
            <a:spLocks noGrp="1"/>
          </p:cNvSpPr>
          <p:nvPr>
            <p:ph type="body" sz="quarter" idx="13" hasCustomPrompt="1"/>
          </p:nvPr>
        </p:nvSpPr>
        <p:spPr>
          <a:xfrm>
            <a:off x="5193287" y="1998277"/>
            <a:ext cx="3416278" cy="1787271"/>
          </a:xfrm>
          <a:prstGeom prst="rect">
            <a:avLst/>
          </a:prstGeom>
        </p:spPr>
        <p:txBody>
          <a:bodyPr lIns="0" tIns="0" rIns="0" bIns="0">
            <a:noAutofit/>
          </a:bodyPr>
          <a:lstStyle>
            <a:lvl1pPr marL="0" indent="0">
              <a:buNone/>
              <a:defRPr sz="1100">
                <a:solidFill>
                  <a:schemeClr val="tx1"/>
                </a:solidFill>
              </a:defRPr>
            </a:lvl1pPr>
          </a:lstStyle>
          <a:p>
            <a:pPr lvl="0"/>
            <a:r>
              <a:rPr lang="en-US"/>
              <a:t>text</a:t>
            </a:r>
          </a:p>
        </p:txBody>
      </p:sp>
      <p:sp>
        <p:nvSpPr>
          <p:cNvPr id="3" name="Text Placeholder 19">
            <a:extLst>
              <a:ext uri="{FF2B5EF4-FFF2-40B4-BE49-F238E27FC236}">
                <a16:creationId xmlns:a16="http://schemas.microsoft.com/office/drawing/2014/main" id="{56609486-1FE9-3F59-B2F9-372B034FFDD1}"/>
              </a:ext>
            </a:extLst>
          </p:cNvPr>
          <p:cNvSpPr>
            <a:spLocks noGrp="1"/>
          </p:cNvSpPr>
          <p:nvPr>
            <p:ph type="body" sz="quarter" idx="14" hasCustomPrompt="1"/>
          </p:nvPr>
        </p:nvSpPr>
        <p:spPr>
          <a:xfrm>
            <a:off x="5193287" y="1527349"/>
            <a:ext cx="3416278" cy="357389"/>
          </a:xfrm>
          <a:prstGeom prst="rect">
            <a:avLst/>
          </a:prstGeom>
        </p:spPr>
        <p:txBody>
          <a:bodyPr lIns="0" tIns="0" rIns="0" bIns="0" anchor="b">
            <a:noAutofit/>
          </a:bodyPr>
          <a:lstStyle>
            <a:lvl1pPr marL="0" indent="0">
              <a:buNone/>
              <a:defRPr sz="1800">
                <a:solidFill>
                  <a:schemeClr val="tx1"/>
                </a:solidFill>
                <a:latin typeface="+mj-lt"/>
              </a:defRPr>
            </a:lvl1pPr>
          </a:lstStyle>
          <a:p>
            <a:pPr lvl="0"/>
            <a:r>
              <a:rPr lang="en-US"/>
              <a:t>TEXT</a:t>
            </a:r>
          </a:p>
        </p:txBody>
      </p:sp>
    </p:spTree>
    <p:extLst>
      <p:ext uri="{BB962C8B-B14F-4D97-AF65-F5344CB8AC3E}">
        <p14:creationId xmlns:p14="http://schemas.microsoft.com/office/powerpoint/2010/main" val="2958253026"/>
      </p:ext>
    </p:extLst>
  </p:cSld>
  <p:clrMapOvr>
    <a:masterClrMapping/>
  </p:clrMapOvr>
  <p:transition spd="med"/>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Divider text 1">
    <p:bg>
      <p:bgPr>
        <a:solidFill>
          <a:srgbClr val="0F2240"/>
        </a:solidFill>
        <a:effectLst/>
      </p:bgPr>
    </p:bg>
    <p:spTree>
      <p:nvGrpSpPr>
        <p:cNvPr id="1" name=""/>
        <p:cNvGrpSpPr/>
        <p:nvPr/>
      </p:nvGrpSpPr>
      <p:grpSpPr>
        <a:xfrm>
          <a:off x="0" y="0"/>
          <a:ext cx="0" cy="0"/>
          <a:chOff x="0" y="0"/>
          <a:chExt cx="0" cy="0"/>
        </a:xfrm>
      </p:grpSpPr>
      <p:pic>
        <p:nvPicPr>
          <p:cNvPr id="2" name="CGC logo white.png" descr="CGC logo white.png">
            <a:extLst>
              <a:ext uri="{FF2B5EF4-FFF2-40B4-BE49-F238E27FC236}">
                <a16:creationId xmlns:a16="http://schemas.microsoft.com/office/drawing/2014/main" id="{0B380C95-ECC6-A950-FC31-68023BED7BE6}"/>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85750" y="285750"/>
            <a:ext cx="1152091" cy="199818"/>
          </a:xfrm>
          <a:prstGeom prst="rect">
            <a:avLst/>
          </a:prstGeom>
          <a:ln w="12700">
            <a:miter lim="400000"/>
          </a:ln>
        </p:spPr>
      </p:pic>
      <p:sp>
        <p:nvSpPr>
          <p:cNvPr id="6" name="Text Placeholder 5">
            <a:extLst>
              <a:ext uri="{FF2B5EF4-FFF2-40B4-BE49-F238E27FC236}">
                <a16:creationId xmlns:a16="http://schemas.microsoft.com/office/drawing/2014/main" id="{DD1DB323-096E-2A80-9688-C1A518AF0244}"/>
              </a:ext>
            </a:extLst>
          </p:cNvPr>
          <p:cNvSpPr>
            <a:spLocks noGrp="1"/>
          </p:cNvSpPr>
          <p:nvPr>
            <p:ph type="body" sz="quarter" idx="10" hasCustomPrompt="1"/>
          </p:nvPr>
        </p:nvSpPr>
        <p:spPr>
          <a:xfrm>
            <a:off x="676768" y="3629933"/>
            <a:ext cx="7456488" cy="432707"/>
          </a:xfrm>
        </p:spPr>
        <p:txBody>
          <a:bodyPr lIns="0" tIns="0" rIns="0" bIns="0">
            <a:noAutofit/>
          </a:bodyPr>
          <a:lstStyle>
            <a:lvl1pPr marL="0" indent="0">
              <a:buNone/>
              <a:defRPr sz="2100">
                <a:solidFill>
                  <a:schemeClr val="bg1"/>
                </a:solidFill>
              </a:defRPr>
            </a:lvl1pPr>
          </a:lstStyle>
          <a:p>
            <a:pPr lvl="0"/>
            <a:r>
              <a:rPr lang="en-US"/>
              <a:t>Text</a:t>
            </a:r>
          </a:p>
        </p:txBody>
      </p:sp>
    </p:spTree>
    <p:extLst>
      <p:ext uri="{BB962C8B-B14F-4D97-AF65-F5344CB8AC3E}">
        <p14:creationId xmlns:p14="http://schemas.microsoft.com/office/powerpoint/2010/main" val="1264257164"/>
      </p:ext>
    </p:extLst>
  </p:cSld>
  <p:clrMapOvr>
    <a:masterClrMapping/>
  </p:clrMapOvr>
  <p:transition spd="med"/>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Divider text 2">
    <p:bg>
      <p:bgPr>
        <a:solidFill>
          <a:srgbClr val="0143FD"/>
        </a:solidFill>
        <a:effectLst/>
      </p:bgPr>
    </p:bg>
    <p:spTree>
      <p:nvGrpSpPr>
        <p:cNvPr id="1" name=""/>
        <p:cNvGrpSpPr/>
        <p:nvPr/>
      </p:nvGrpSpPr>
      <p:grpSpPr>
        <a:xfrm>
          <a:off x="0" y="0"/>
          <a:ext cx="0" cy="0"/>
          <a:chOff x="0" y="0"/>
          <a:chExt cx="0" cy="0"/>
        </a:xfrm>
      </p:grpSpPr>
      <p:pic>
        <p:nvPicPr>
          <p:cNvPr id="3" name="shape-1.svg" descr="shape-1.svg">
            <a:extLst>
              <a:ext uri="{FF2B5EF4-FFF2-40B4-BE49-F238E27FC236}">
                <a16:creationId xmlns:a16="http://schemas.microsoft.com/office/drawing/2014/main" id="{86D90625-540F-27F9-C910-225CCC07E3D1}"/>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a:xfrm>
            <a:off x="-751692" y="-1"/>
            <a:ext cx="8340029" cy="5143501"/>
          </a:xfrm>
          <a:prstGeom prst="rect">
            <a:avLst/>
          </a:prstGeom>
          <a:ln w="12700">
            <a:miter lim="400000"/>
          </a:ln>
        </p:spPr>
      </p:pic>
      <p:pic>
        <p:nvPicPr>
          <p:cNvPr id="5" name="CGC logo black.png" descr="CGC logo black.png">
            <a:extLst>
              <a:ext uri="{FF2B5EF4-FFF2-40B4-BE49-F238E27FC236}">
                <a16:creationId xmlns:a16="http://schemas.microsoft.com/office/drawing/2014/main" id="{45ACFDBD-AF00-3004-7A14-7D3EA94DF764}"/>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285750" y="285750"/>
            <a:ext cx="1152525" cy="199894"/>
          </a:xfrm>
          <a:prstGeom prst="rect">
            <a:avLst/>
          </a:prstGeom>
          <a:ln w="12700">
            <a:miter lim="400000"/>
          </a:ln>
        </p:spPr>
      </p:pic>
      <p:sp>
        <p:nvSpPr>
          <p:cNvPr id="7" name="Text Placeholder 3">
            <a:extLst>
              <a:ext uri="{FF2B5EF4-FFF2-40B4-BE49-F238E27FC236}">
                <a16:creationId xmlns:a16="http://schemas.microsoft.com/office/drawing/2014/main" id="{B18C3C99-8486-67DD-AD45-18D1FB3A0CEF}"/>
              </a:ext>
            </a:extLst>
          </p:cNvPr>
          <p:cNvSpPr>
            <a:spLocks noGrp="1"/>
          </p:cNvSpPr>
          <p:nvPr>
            <p:ph type="body" sz="quarter" idx="10" hasCustomPrompt="1"/>
          </p:nvPr>
        </p:nvSpPr>
        <p:spPr>
          <a:xfrm>
            <a:off x="285750" y="2552500"/>
            <a:ext cx="5777612" cy="1627414"/>
          </a:xfrm>
        </p:spPr>
        <p:txBody>
          <a:bodyPr lIns="0" tIns="0" rIns="0" bIns="0" anchor="b">
            <a:noAutofit/>
          </a:bodyPr>
          <a:lstStyle>
            <a:lvl1pPr marL="0" indent="0">
              <a:lnSpc>
                <a:spcPct val="90000"/>
              </a:lnSpc>
              <a:spcBef>
                <a:spcPts val="0"/>
              </a:spcBef>
              <a:buNone/>
              <a:defRPr sz="3300" spc="0">
                <a:solidFill>
                  <a:schemeClr val="tx1"/>
                </a:solidFill>
              </a:defRPr>
            </a:lvl1pPr>
          </a:lstStyle>
          <a:p>
            <a:pPr lvl="0"/>
            <a:r>
              <a:rPr lang="en-US"/>
              <a:t>Text</a:t>
            </a:r>
          </a:p>
        </p:txBody>
      </p:sp>
    </p:spTree>
    <p:extLst>
      <p:ext uri="{BB962C8B-B14F-4D97-AF65-F5344CB8AC3E}">
        <p14:creationId xmlns:p14="http://schemas.microsoft.com/office/powerpoint/2010/main" val="131318542"/>
      </p:ext>
    </p:extLst>
  </p:cSld>
  <p:clrMapOvr>
    <a:masterClrMapping/>
  </p:clrMapOvr>
  <p:transition spd="med"/>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Divider text 3">
    <p:bg>
      <p:bgPr>
        <a:solidFill>
          <a:srgbClr val="0143FD"/>
        </a:solidFill>
        <a:effectLst/>
      </p:bgPr>
    </p:bg>
    <p:spTree>
      <p:nvGrpSpPr>
        <p:cNvPr id="1" name=""/>
        <p:cNvGrpSpPr/>
        <p:nvPr/>
      </p:nvGrpSpPr>
      <p:grpSpPr>
        <a:xfrm>
          <a:off x="0" y="0"/>
          <a:ext cx="0" cy="0"/>
          <a:chOff x="0" y="0"/>
          <a:chExt cx="0" cy="0"/>
        </a:xfrm>
      </p:grpSpPr>
      <p:pic>
        <p:nvPicPr>
          <p:cNvPr id="4" name="CGC logo white.png" descr="CGC logo white.png">
            <a:extLst>
              <a:ext uri="{FF2B5EF4-FFF2-40B4-BE49-F238E27FC236}">
                <a16:creationId xmlns:a16="http://schemas.microsoft.com/office/drawing/2014/main" id="{10F7AA0E-544A-B751-F56E-AACB2AB930B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85750" y="285750"/>
            <a:ext cx="1152091" cy="199818"/>
          </a:xfrm>
          <a:prstGeom prst="rect">
            <a:avLst/>
          </a:prstGeom>
          <a:ln w="12700">
            <a:miter lim="400000"/>
          </a:ln>
        </p:spPr>
      </p:pic>
      <p:sp>
        <p:nvSpPr>
          <p:cNvPr id="5" name="Text Placeholder 5">
            <a:extLst>
              <a:ext uri="{FF2B5EF4-FFF2-40B4-BE49-F238E27FC236}">
                <a16:creationId xmlns:a16="http://schemas.microsoft.com/office/drawing/2014/main" id="{35A048FD-04B9-BC34-8BAA-B99324E6D41B}"/>
              </a:ext>
            </a:extLst>
          </p:cNvPr>
          <p:cNvSpPr>
            <a:spLocks noGrp="1"/>
          </p:cNvSpPr>
          <p:nvPr>
            <p:ph type="body" sz="quarter" idx="10" hasCustomPrompt="1"/>
          </p:nvPr>
        </p:nvSpPr>
        <p:spPr>
          <a:xfrm>
            <a:off x="843756" y="2175075"/>
            <a:ext cx="7456488" cy="788481"/>
          </a:xfrm>
        </p:spPr>
        <p:txBody>
          <a:bodyPr lIns="0" tIns="0" rIns="0" bIns="0" anchor="ctr">
            <a:noAutofit/>
          </a:bodyPr>
          <a:lstStyle>
            <a:lvl1pPr marL="0" indent="0" algn="ctr">
              <a:lnSpc>
                <a:spcPct val="90000"/>
              </a:lnSpc>
              <a:spcBef>
                <a:spcPts val="0"/>
              </a:spcBef>
              <a:buNone/>
              <a:defRPr sz="3000">
                <a:solidFill>
                  <a:schemeClr val="bg1"/>
                </a:solidFill>
              </a:defRPr>
            </a:lvl1pPr>
          </a:lstStyle>
          <a:p>
            <a:pPr lvl="0"/>
            <a:r>
              <a:rPr lang="en-US"/>
              <a:t>Text</a:t>
            </a:r>
          </a:p>
        </p:txBody>
      </p:sp>
    </p:spTree>
    <p:extLst>
      <p:ext uri="{BB962C8B-B14F-4D97-AF65-F5344CB8AC3E}">
        <p14:creationId xmlns:p14="http://schemas.microsoft.com/office/powerpoint/2010/main" val="3576338882"/>
      </p:ext>
    </p:extLst>
  </p:cSld>
  <p:clrMapOvr>
    <a:masterClrMapping/>
  </p:clrMapOvr>
  <p:transition spd="med"/>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Divider text 4">
    <p:bg>
      <p:bgPr>
        <a:solidFill>
          <a:srgbClr val="730B39"/>
        </a:solidFill>
        <a:effectLst/>
      </p:bgPr>
    </p:bg>
    <p:spTree>
      <p:nvGrpSpPr>
        <p:cNvPr id="1" name=""/>
        <p:cNvGrpSpPr/>
        <p:nvPr/>
      </p:nvGrpSpPr>
      <p:grpSpPr>
        <a:xfrm>
          <a:off x="0" y="0"/>
          <a:ext cx="0" cy="0"/>
          <a:chOff x="0" y="0"/>
          <a:chExt cx="0" cy="0"/>
        </a:xfrm>
      </p:grpSpPr>
      <p:pic>
        <p:nvPicPr>
          <p:cNvPr id="4" name="CGC logo white.png" descr="CGC logo white.png">
            <a:extLst>
              <a:ext uri="{FF2B5EF4-FFF2-40B4-BE49-F238E27FC236}">
                <a16:creationId xmlns:a16="http://schemas.microsoft.com/office/drawing/2014/main" id="{10F7AA0E-544A-B751-F56E-AACB2AB930B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85750" y="285750"/>
            <a:ext cx="1152091" cy="199818"/>
          </a:xfrm>
          <a:prstGeom prst="rect">
            <a:avLst/>
          </a:prstGeom>
          <a:ln w="12700">
            <a:miter lim="400000"/>
          </a:ln>
        </p:spPr>
      </p:pic>
      <p:sp>
        <p:nvSpPr>
          <p:cNvPr id="2" name="Text Placeholder 5">
            <a:extLst>
              <a:ext uri="{FF2B5EF4-FFF2-40B4-BE49-F238E27FC236}">
                <a16:creationId xmlns:a16="http://schemas.microsoft.com/office/drawing/2014/main" id="{D3F34BC0-F153-2572-885A-1A69F2DB993A}"/>
              </a:ext>
            </a:extLst>
          </p:cNvPr>
          <p:cNvSpPr>
            <a:spLocks noGrp="1"/>
          </p:cNvSpPr>
          <p:nvPr>
            <p:ph type="body" sz="quarter" idx="10" hasCustomPrompt="1"/>
          </p:nvPr>
        </p:nvSpPr>
        <p:spPr>
          <a:xfrm>
            <a:off x="843756" y="2175075"/>
            <a:ext cx="7456488" cy="788481"/>
          </a:xfrm>
        </p:spPr>
        <p:txBody>
          <a:bodyPr lIns="0" tIns="0" rIns="0" bIns="0" anchor="ctr">
            <a:noAutofit/>
          </a:bodyPr>
          <a:lstStyle>
            <a:lvl1pPr marL="0" indent="0" algn="ctr">
              <a:lnSpc>
                <a:spcPct val="90000"/>
              </a:lnSpc>
              <a:spcBef>
                <a:spcPts val="0"/>
              </a:spcBef>
              <a:buNone/>
              <a:defRPr sz="3000">
                <a:solidFill>
                  <a:schemeClr val="bg1"/>
                </a:solidFill>
              </a:defRPr>
            </a:lvl1pPr>
          </a:lstStyle>
          <a:p>
            <a:pPr lvl="0"/>
            <a:r>
              <a:rPr lang="en-US"/>
              <a:t>Text</a:t>
            </a:r>
          </a:p>
        </p:txBody>
      </p:sp>
    </p:spTree>
    <p:extLst>
      <p:ext uri="{BB962C8B-B14F-4D97-AF65-F5344CB8AC3E}">
        <p14:creationId xmlns:p14="http://schemas.microsoft.com/office/powerpoint/2010/main" val="2822709368"/>
      </p:ext>
    </p:extLst>
  </p:cSld>
  <p:clrMapOvr>
    <a:masterClrMapping/>
  </p:clrMapOvr>
  <p:transition spd="med"/>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Infographic numbered list with title, text - light">
    <p:bg>
      <p:bgPr>
        <a:solidFill>
          <a:srgbClr val="FDFAF2"/>
        </a:solidFill>
        <a:effectLst/>
      </p:bgPr>
    </p:bg>
    <p:spTree>
      <p:nvGrpSpPr>
        <p:cNvPr id="1" name=""/>
        <p:cNvGrpSpPr/>
        <p:nvPr/>
      </p:nvGrpSpPr>
      <p:grpSpPr>
        <a:xfrm>
          <a:off x="0" y="0"/>
          <a:ext cx="0" cy="0"/>
          <a:chOff x="0" y="0"/>
          <a:chExt cx="0" cy="0"/>
        </a:xfrm>
      </p:grpSpPr>
      <p:pic>
        <p:nvPicPr>
          <p:cNvPr id="65" name="CGC logo.png" descr="CGC logo.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85750" y="285750"/>
            <a:ext cx="1152525" cy="199894"/>
          </a:xfrm>
          <a:prstGeom prst="rect">
            <a:avLst/>
          </a:prstGeom>
          <a:ln w="12700">
            <a:miter lim="400000"/>
          </a:ln>
        </p:spPr>
      </p:pic>
      <p:sp>
        <p:nvSpPr>
          <p:cNvPr id="66" name="Slide Number"/>
          <p:cNvSpPr txBox="1">
            <a:spLocks noGrp="1"/>
          </p:cNvSpPr>
          <p:nvPr>
            <p:ph type="sldNum" sz="quarter" idx="2"/>
          </p:nvPr>
        </p:nvSpPr>
        <p:spPr>
          <a:prstGeom prst="rect">
            <a:avLst/>
          </a:prstGeom>
        </p:spPr>
        <p:txBody>
          <a:bodyPr>
            <a:noAutofit/>
          </a:bodyPr>
          <a:lstStyle>
            <a:lvl1pPr>
              <a:defRPr>
                <a:solidFill>
                  <a:schemeClr val="tx1"/>
                </a:solidFill>
              </a:defRPr>
            </a:lvl1pPr>
          </a:lstStyle>
          <a:p>
            <a:fld id="{86CB4B4D-7CA3-9044-876B-883B54F8677D}" type="slidenum">
              <a:rPr lang="en-GB" smtClean="0"/>
              <a:pPr/>
              <a:t>‹#›</a:t>
            </a:fld>
            <a:endParaRPr lang="en-GB"/>
          </a:p>
        </p:txBody>
      </p:sp>
      <p:sp>
        <p:nvSpPr>
          <p:cNvPr id="20" name="Text Placeholder 6">
            <a:extLst>
              <a:ext uri="{FF2B5EF4-FFF2-40B4-BE49-F238E27FC236}">
                <a16:creationId xmlns:a16="http://schemas.microsoft.com/office/drawing/2014/main" id="{03F93CD7-6701-0E94-D9D8-D2FBEC934BD4}"/>
              </a:ext>
            </a:extLst>
          </p:cNvPr>
          <p:cNvSpPr>
            <a:spLocks noGrp="1"/>
          </p:cNvSpPr>
          <p:nvPr>
            <p:ph type="body" sz="quarter" idx="22" hasCustomPrompt="1"/>
          </p:nvPr>
        </p:nvSpPr>
        <p:spPr>
          <a:xfrm>
            <a:off x="4953530" y="518434"/>
            <a:ext cx="3123870" cy="230832"/>
          </a:xfrm>
          <a:prstGeom prst="rect">
            <a:avLst/>
          </a:prstGeom>
        </p:spPr>
        <p:txBody>
          <a:bodyPr lIns="0" tIns="0" rIns="0" bIns="0" anchor="b">
            <a:noAutofit/>
          </a:bodyPr>
          <a:lstStyle>
            <a:lvl1pPr marL="0" indent="0">
              <a:lnSpc>
                <a:spcPct val="70000"/>
              </a:lnSpc>
              <a:spcBef>
                <a:spcPts val="0"/>
              </a:spcBef>
              <a:buNone/>
              <a:defRPr sz="900">
                <a:solidFill>
                  <a:schemeClr val="tx1"/>
                </a:solidFill>
                <a:latin typeface="+mj-lt"/>
              </a:defRPr>
            </a:lvl1pPr>
          </a:lstStyle>
          <a:p>
            <a:pPr lvl="0"/>
            <a:r>
              <a:rPr lang="en-US"/>
              <a:t>TITLE</a:t>
            </a:r>
          </a:p>
        </p:txBody>
      </p:sp>
      <p:sp>
        <p:nvSpPr>
          <p:cNvPr id="21" name="Text Placeholder 14">
            <a:extLst>
              <a:ext uri="{FF2B5EF4-FFF2-40B4-BE49-F238E27FC236}">
                <a16:creationId xmlns:a16="http://schemas.microsoft.com/office/drawing/2014/main" id="{A8308BFA-F1E5-D680-7DED-8B7F9A8E54AE}"/>
              </a:ext>
            </a:extLst>
          </p:cNvPr>
          <p:cNvSpPr>
            <a:spLocks noGrp="1"/>
          </p:cNvSpPr>
          <p:nvPr>
            <p:ph type="body" sz="quarter" idx="23" hasCustomPrompt="1"/>
          </p:nvPr>
        </p:nvSpPr>
        <p:spPr>
          <a:xfrm>
            <a:off x="4957329" y="819824"/>
            <a:ext cx="3123871" cy="489409"/>
          </a:xfrm>
        </p:spPr>
        <p:txBody>
          <a:bodyPr lIns="0" tIns="0" rIns="0" bIns="0">
            <a:noAutofit/>
          </a:bodyPr>
          <a:lstStyle>
            <a:lvl1pPr marL="0" indent="0">
              <a:lnSpc>
                <a:spcPct val="90000"/>
              </a:lnSpc>
              <a:spcBef>
                <a:spcPts val="0"/>
              </a:spcBef>
              <a:buNone/>
              <a:defRPr sz="750">
                <a:solidFill>
                  <a:schemeClr val="tx1"/>
                </a:solidFill>
              </a:defRPr>
            </a:lvl1pPr>
          </a:lstStyle>
          <a:p>
            <a:pPr lvl="0"/>
            <a:r>
              <a:rPr lang="en-US"/>
              <a:t>Text</a:t>
            </a:r>
          </a:p>
        </p:txBody>
      </p:sp>
      <p:sp>
        <p:nvSpPr>
          <p:cNvPr id="22" name="Text Placeholder 6">
            <a:extLst>
              <a:ext uri="{FF2B5EF4-FFF2-40B4-BE49-F238E27FC236}">
                <a16:creationId xmlns:a16="http://schemas.microsoft.com/office/drawing/2014/main" id="{2B409C2E-883F-B907-A16B-73C60F7233FC}"/>
              </a:ext>
            </a:extLst>
          </p:cNvPr>
          <p:cNvSpPr>
            <a:spLocks noGrp="1"/>
          </p:cNvSpPr>
          <p:nvPr>
            <p:ph type="body" sz="quarter" idx="24" hasCustomPrompt="1"/>
          </p:nvPr>
        </p:nvSpPr>
        <p:spPr>
          <a:xfrm>
            <a:off x="4581443" y="643736"/>
            <a:ext cx="262453" cy="230832"/>
          </a:xfrm>
          <a:prstGeom prst="rect">
            <a:avLst/>
          </a:prstGeom>
        </p:spPr>
        <p:txBody>
          <a:bodyPr lIns="0" tIns="0" rIns="0" bIns="0" anchor="ctr">
            <a:noAutofit/>
          </a:bodyPr>
          <a:lstStyle>
            <a:lvl1pPr marL="0" indent="0">
              <a:lnSpc>
                <a:spcPct val="70000"/>
              </a:lnSpc>
              <a:spcBef>
                <a:spcPts val="0"/>
              </a:spcBef>
              <a:buNone/>
              <a:defRPr sz="1500">
                <a:solidFill>
                  <a:schemeClr val="accent1"/>
                </a:solidFill>
                <a:latin typeface="+mj-lt"/>
              </a:defRPr>
            </a:lvl1pPr>
          </a:lstStyle>
          <a:p>
            <a:pPr lvl="0"/>
            <a:r>
              <a:rPr lang="en-US"/>
              <a:t>01</a:t>
            </a:r>
          </a:p>
        </p:txBody>
      </p:sp>
      <p:sp>
        <p:nvSpPr>
          <p:cNvPr id="11" name="Text Placeholder 6">
            <a:extLst>
              <a:ext uri="{FF2B5EF4-FFF2-40B4-BE49-F238E27FC236}">
                <a16:creationId xmlns:a16="http://schemas.microsoft.com/office/drawing/2014/main" id="{64766CB9-AC6E-B443-A20D-5C2CC1558B51}"/>
              </a:ext>
            </a:extLst>
          </p:cNvPr>
          <p:cNvSpPr>
            <a:spLocks noGrp="1"/>
          </p:cNvSpPr>
          <p:nvPr>
            <p:ph type="body" sz="quarter" idx="40" hasCustomPrompt="1"/>
          </p:nvPr>
        </p:nvSpPr>
        <p:spPr>
          <a:xfrm>
            <a:off x="4953530" y="1262012"/>
            <a:ext cx="3123870" cy="230832"/>
          </a:xfrm>
          <a:prstGeom prst="rect">
            <a:avLst/>
          </a:prstGeom>
        </p:spPr>
        <p:txBody>
          <a:bodyPr lIns="0" tIns="0" rIns="0" bIns="0" anchor="b">
            <a:noAutofit/>
          </a:bodyPr>
          <a:lstStyle>
            <a:lvl1pPr marL="0" indent="0">
              <a:lnSpc>
                <a:spcPct val="70000"/>
              </a:lnSpc>
              <a:spcBef>
                <a:spcPts val="0"/>
              </a:spcBef>
              <a:buNone/>
              <a:defRPr sz="900">
                <a:solidFill>
                  <a:schemeClr val="tx1"/>
                </a:solidFill>
                <a:latin typeface="+mj-lt"/>
              </a:defRPr>
            </a:lvl1pPr>
          </a:lstStyle>
          <a:p>
            <a:pPr lvl="0"/>
            <a:r>
              <a:rPr lang="en-US"/>
              <a:t>TITLE</a:t>
            </a:r>
          </a:p>
        </p:txBody>
      </p:sp>
      <p:sp>
        <p:nvSpPr>
          <p:cNvPr id="12" name="Text Placeholder 14">
            <a:extLst>
              <a:ext uri="{FF2B5EF4-FFF2-40B4-BE49-F238E27FC236}">
                <a16:creationId xmlns:a16="http://schemas.microsoft.com/office/drawing/2014/main" id="{25A92E4D-EBEE-028A-CDF9-F0C447C95973}"/>
              </a:ext>
            </a:extLst>
          </p:cNvPr>
          <p:cNvSpPr>
            <a:spLocks noGrp="1"/>
          </p:cNvSpPr>
          <p:nvPr>
            <p:ph type="body" sz="quarter" idx="41" hasCustomPrompt="1"/>
          </p:nvPr>
        </p:nvSpPr>
        <p:spPr>
          <a:xfrm>
            <a:off x="4957329" y="1563402"/>
            <a:ext cx="3123871" cy="489409"/>
          </a:xfrm>
        </p:spPr>
        <p:txBody>
          <a:bodyPr lIns="0" tIns="0" rIns="0" bIns="0">
            <a:noAutofit/>
          </a:bodyPr>
          <a:lstStyle>
            <a:lvl1pPr marL="0" indent="0">
              <a:lnSpc>
                <a:spcPct val="90000"/>
              </a:lnSpc>
              <a:spcBef>
                <a:spcPts val="0"/>
              </a:spcBef>
              <a:buNone/>
              <a:defRPr sz="750">
                <a:solidFill>
                  <a:schemeClr val="tx1"/>
                </a:solidFill>
              </a:defRPr>
            </a:lvl1pPr>
          </a:lstStyle>
          <a:p>
            <a:pPr lvl="0"/>
            <a:r>
              <a:rPr lang="en-US"/>
              <a:t>Text</a:t>
            </a:r>
          </a:p>
        </p:txBody>
      </p:sp>
      <p:sp>
        <p:nvSpPr>
          <p:cNvPr id="13" name="Text Placeholder 6">
            <a:extLst>
              <a:ext uri="{FF2B5EF4-FFF2-40B4-BE49-F238E27FC236}">
                <a16:creationId xmlns:a16="http://schemas.microsoft.com/office/drawing/2014/main" id="{66AE999F-4A88-F5C4-9F3F-854929ED38C0}"/>
              </a:ext>
            </a:extLst>
          </p:cNvPr>
          <p:cNvSpPr>
            <a:spLocks noGrp="1"/>
          </p:cNvSpPr>
          <p:nvPr>
            <p:ph type="body" sz="quarter" idx="42" hasCustomPrompt="1"/>
          </p:nvPr>
        </p:nvSpPr>
        <p:spPr>
          <a:xfrm>
            <a:off x="4581443" y="1387314"/>
            <a:ext cx="262453" cy="230832"/>
          </a:xfrm>
          <a:prstGeom prst="rect">
            <a:avLst/>
          </a:prstGeom>
        </p:spPr>
        <p:txBody>
          <a:bodyPr lIns="0" tIns="0" rIns="0" bIns="0" anchor="ctr">
            <a:noAutofit/>
          </a:bodyPr>
          <a:lstStyle>
            <a:lvl1pPr marL="0" indent="0">
              <a:lnSpc>
                <a:spcPct val="70000"/>
              </a:lnSpc>
              <a:spcBef>
                <a:spcPts val="0"/>
              </a:spcBef>
              <a:buNone/>
              <a:defRPr sz="1500">
                <a:solidFill>
                  <a:schemeClr val="accent1"/>
                </a:solidFill>
                <a:latin typeface="+mj-lt"/>
              </a:defRPr>
            </a:lvl1pPr>
          </a:lstStyle>
          <a:p>
            <a:pPr lvl="0"/>
            <a:r>
              <a:rPr lang="en-US"/>
              <a:t>01</a:t>
            </a:r>
          </a:p>
        </p:txBody>
      </p:sp>
      <p:sp>
        <p:nvSpPr>
          <p:cNvPr id="14" name="Text Placeholder 6">
            <a:extLst>
              <a:ext uri="{FF2B5EF4-FFF2-40B4-BE49-F238E27FC236}">
                <a16:creationId xmlns:a16="http://schemas.microsoft.com/office/drawing/2014/main" id="{DCF1426C-CF92-AAD1-2313-3D61DF903D76}"/>
              </a:ext>
            </a:extLst>
          </p:cNvPr>
          <p:cNvSpPr>
            <a:spLocks noGrp="1"/>
          </p:cNvSpPr>
          <p:nvPr>
            <p:ph type="body" sz="quarter" idx="43" hasCustomPrompt="1"/>
          </p:nvPr>
        </p:nvSpPr>
        <p:spPr>
          <a:xfrm>
            <a:off x="4953530" y="2005590"/>
            <a:ext cx="3123870" cy="230832"/>
          </a:xfrm>
          <a:prstGeom prst="rect">
            <a:avLst/>
          </a:prstGeom>
        </p:spPr>
        <p:txBody>
          <a:bodyPr lIns="0" tIns="0" rIns="0" bIns="0" anchor="b">
            <a:noAutofit/>
          </a:bodyPr>
          <a:lstStyle>
            <a:lvl1pPr marL="0" indent="0">
              <a:lnSpc>
                <a:spcPct val="70000"/>
              </a:lnSpc>
              <a:spcBef>
                <a:spcPts val="0"/>
              </a:spcBef>
              <a:buNone/>
              <a:defRPr sz="900">
                <a:solidFill>
                  <a:schemeClr val="tx1"/>
                </a:solidFill>
                <a:latin typeface="+mj-lt"/>
              </a:defRPr>
            </a:lvl1pPr>
          </a:lstStyle>
          <a:p>
            <a:pPr lvl="0"/>
            <a:r>
              <a:rPr lang="en-US"/>
              <a:t>TITLE</a:t>
            </a:r>
          </a:p>
        </p:txBody>
      </p:sp>
      <p:sp>
        <p:nvSpPr>
          <p:cNvPr id="15" name="Text Placeholder 14">
            <a:extLst>
              <a:ext uri="{FF2B5EF4-FFF2-40B4-BE49-F238E27FC236}">
                <a16:creationId xmlns:a16="http://schemas.microsoft.com/office/drawing/2014/main" id="{EA6CC229-2D08-9125-2590-9C68C38FAD9D}"/>
              </a:ext>
            </a:extLst>
          </p:cNvPr>
          <p:cNvSpPr>
            <a:spLocks noGrp="1"/>
          </p:cNvSpPr>
          <p:nvPr>
            <p:ph type="body" sz="quarter" idx="44" hasCustomPrompt="1"/>
          </p:nvPr>
        </p:nvSpPr>
        <p:spPr>
          <a:xfrm>
            <a:off x="4957329" y="2306980"/>
            <a:ext cx="3123871" cy="489409"/>
          </a:xfrm>
        </p:spPr>
        <p:txBody>
          <a:bodyPr lIns="0" tIns="0" rIns="0" bIns="0">
            <a:noAutofit/>
          </a:bodyPr>
          <a:lstStyle>
            <a:lvl1pPr marL="0" indent="0">
              <a:lnSpc>
                <a:spcPct val="90000"/>
              </a:lnSpc>
              <a:spcBef>
                <a:spcPts val="0"/>
              </a:spcBef>
              <a:buNone/>
              <a:defRPr sz="750">
                <a:solidFill>
                  <a:schemeClr val="tx1"/>
                </a:solidFill>
              </a:defRPr>
            </a:lvl1pPr>
          </a:lstStyle>
          <a:p>
            <a:pPr lvl="0"/>
            <a:r>
              <a:rPr lang="en-US"/>
              <a:t>Text</a:t>
            </a:r>
          </a:p>
        </p:txBody>
      </p:sp>
      <p:sp>
        <p:nvSpPr>
          <p:cNvPr id="16" name="Text Placeholder 6">
            <a:extLst>
              <a:ext uri="{FF2B5EF4-FFF2-40B4-BE49-F238E27FC236}">
                <a16:creationId xmlns:a16="http://schemas.microsoft.com/office/drawing/2014/main" id="{11116548-1A53-7A0D-0E87-4B4747D5B233}"/>
              </a:ext>
            </a:extLst>
          </p:cNvPr>
          <p:cNvSpPr>
            <a:spLocks noGrp="1"/>
          </p:cNvSpPr>
          <p:nvPr>
            <p:ph type="body" sz="quarter" idx="45" hasCustomPrompt="1"/>
          </p:nvPr>
        </p:nvSpPr>
        <p:spPr>
          <a:xfrm>
            <a:off x="4581443" y="2130892"/>
            <a:ext cx="262453" cy="230832"/>
          </a:xfrm>
          <a:prstGeom prst="rect">
            <a:avLst/>
          </a:prstGeom>
        </p:spPr>
        <p:txBody>
          <a:bodyPr lIns="0" tIns="0" rIns="0" bIns="0" anchor="ctr">
            <a:noAutofit/>
          </a:bodyPr>
          <a:lstStyle>
            <a:lvl1pPr marL="0" indent="0">
              <a:lnSpc>
                <a:spcPct val="70000"/>
              </a:lnSpc>
              <a:spcBef>
                <a:spcPts val="0"/>
              </a:spcBef>
              <a:buNone/>
              <a:defRPr sz="1500">
                <a:solidFill>
                  <a:schemeClr val="accent1"/>
                </a:solidFill>
                <a:latin typeface="+mj-lt"/>
              </a:defRPr>
            </a:lvl1pPr>
          </a:lstStyle>
          <a:p>
            <a:pPr lvl="0"/>
            <a:r>
              <a:rPr lang="en-US"/>
              <a:t>01</a:t>
            </a:r>
          </a:p>
        </p:txBody>
      </p:sp>
      <p:sp>
        <p:nvSpPr>
          <p:cNvPr id="45" name="Text Placeholder 6">
            <a:extLst>
              <a:ext uri="{FF2B5EF4-FFF2-40B4-BE49-F238E27FC236}">
                <a16:creationId xmlns:a16="http://schemas.microsoft.com/office/drawing/2014/main" id="{FD781516-B4C2-4E76-B3F4-2286C0C18BA5}"/>
              </a:ext>
            </a:extLst>
          </p:cNvPr>
          <p:cNvSpPr>
            <a:spLocks noGrp="1"/>
          </p:cNvSpPr>
          <p:nvPr>
            <p:ph type="body" sz="quarter" idx="46" hasCustomPrompt="1"/>
          </p:nvPr>
        </p:nvSpPr>
        <p:spPr>
          <a:xfrm>
            <a:off x="4953530" y="2755075"/>
            <a:ext cx="3123870" cy="230832"/>
          </a:xfrm>
          <a:prstGeom prst="rect">
            <a:avLst/>
          </a:prstGeom>
        </p:spPr>
        <p:txBody>
          <a:bodyPr lIns="0" tIns="0" rIns="0" bIns="0" anchor="b">
            <a:noAutofit/>
          </a:bodyPr>
          <a:lstStyle>
            <a:lvl1pPr marL="0" indent="0">
              <a:lnSpc>
                <a:spcPct val="70000"/>
              </a:lnSpc>
              <a:spcBef>
                <a:spcPts val="0"/>
              </a:spcBef>
              <a:buNone/>
              <a:defRPr sz="900">
                <a:solidFill>
                  <a:schemeClr val="tx1"/>
                </a:solidFill>
                <a:latin typeface="+mj-lt"/>
              </a:defRPr>
            </a:lvl1pPr>
          </a:lstStyle>
          <a:p>
            <a:pPr lvl="0"/>
            <a:r>
              <a:rPr lang="en-US"/>
              <a:t>TITLE</a:t>
            </a:r>
          </a:p>
        </p:txBody>
      </p:sp>
      <p:sp>
        <p:nvSpPr>
          <p:cNvPr id="46" name="Text Placeholder 14">
            <a:extLst>
              <a:ext uri="{FF2B5EF4-FFF2-40B4-BE49-F238E27FC236}">
                <a16:creationId xmlns:a16="http://schemas.microsoft.com/office/drawing/2014/main" id="{3373C48C-4341-05FA-0B5C-AF4D53AC38EB}"/>
              </a:ext>
            </a:extLst>
          </p:cNvPr>
          <p:cNvSpPr>
            <a:spLocks noGrp="1"/>
          </p:cNvSpPr>
          <p:nvPr>
            <p:ph type="body" sz="quarter" idx="47" hasCustomPrompt="1"/>
          </p:nvPr>
        </p:nvSpPr>
        <p:spPr>
          <a:xfrm>
            <a:off x="4957329" y="3056465"/>
            <a:ext cx="3123871" cy="489409"/>
          </a:xfrm>
        </p:spPr>
        <p:txBody>
          <a:bodyPr lIns="0" tIns="0" rIns="0" bIns="0">
            <a:noAutofit/>
          </a:bodyPr>
          <a:lstStyle>
            <a:lvl1pPr marL="0" indent="0">
              <a:lnSpc>
                <a:spcPct val="90000"/>
              </a:lnSpc>
              <a:spcBef>
                <a:spcPts val="0"/>
              </a:spcBef>
              <a:buNone/>
              <a:defRPr sz="750">
                <a:solidFill>
                  <a:schemeClr val="tx1"/>
                </a:solidFill>
              </a:defRPr>
            </a:lvl1pPr>
          </a:lstStyle>
          <a:p>
            <a:pPr lvl="0"/>
            <a:r>
              <a:rPr lang="en-US"/>
              <a:t>Text</a:t>
            </a:r>
          </a:p>
        </p:txBody>
      </p:sp>
      <p:sp>
        <p:nvSpPr>
          <p:cNvPr id="47" name="Text Placeholder 6">
            <a:extLst>
              <a:ext uri="{FF2B5EF4-FFF2-40B4-BE49-F238E27FC236}">
                <a16:creationId xmlns:a16="http://schemas.microsoft.com/office/drawing/2014/main" id="{5C048D7F-0C4D-541A-3897-1510C2EB0665}"/>
              </a:ext>
            </a:extLst>
          </p:cNvPr>
          <p:cNvSpPr>
            <a:spLocks noGrp="1"/>
          </p:cNvSpPr>
          <p:nvPr>
            <p:ph type="body" sz="quarter" idx="48" hasCustomPrompt="1"/>
          </p:nvPr>
        </p:nvSpPr>
        <p:spPr>
          <a:xfrm>
            <a:off x="4581443" y="2880377"/>
            <a:ext cx="262453" cy="230832"/>
          </a:xfrm>
          <a:prstGeom prst="rect">
            <a:avLst/>
          </a:prstGeom>
        </p:spPr>
        <p:txBody>
          <a:bodyPr lIns="0" tIns="0" rIns="0" bIns="0" anchor="ctr">
            <a:noAutofit/>
          </a:bodyPr>
          <a:lstStyle>
            <a:lvl1pPr marL="0" indent="0">
              <a:lnSpc>
                <a:spcPct val="70000"/>
              </a:lnSpc>
              <a:spcBef>
                <a:spcPts val="0"/>
              </a:spcBef>
              <a:buNone/>
              <a:defRPr sz="1500">
                <a:solidFill>
                  <a:schemeClr val="accent1"/>
                </a:solidFill>
                <a:latin typeface="+mj-lt"/>
              </a:defRPr>
            </a:lvl1pPr>
          </a:lstStyle>
          <a:p>
            <a:pPr lvl="0"/>
            <a:r>
              <a:rPr lang="en-US"/>
              <a:t>01</a:t>
            </a:r>
          </a:p>
        </p:txBody>
      </p:sp>
      <p:sp>
        <p:nvSpPr>
          <p:cNvPr id="48" name="Text Placeholder 6">
            <a:extLst>
              <a:ext uri="{FF2B5EF4-FFF2-40B4-BE49-F238E27FC236}">
                <a16:creationId xmlns:a16="http://schemas.microsoft.com/office/drawing/2014/main" id="{A08EF1C1-7654-8249-2375-4F9BCD0DAE96}"/>
              </a:ext>
            </a:extLst>
          </p:cNvPr>
          <p:cNvSpPr>
            <a:spLocks noGrp="1"/>
          </p:cNvSpPr>
          <p:nvPr>
            <p:ph type="body" sz="quarter" idx="49" hasCustomPrompt="1"/>
          </p:nvPr>
        </p:nvSpPr>
        <p:spPr>
          <a:xfrm>
            <a:off x="4953530" y="3498652"/>
            <a:ext cx="3123870" cy="230832"/>
          </a:xfrm>
          <a:prstGeom prst="rect">
            <a:avLst/>
          </a:prstGeom>
        </p:spPr>
        <p:txBody>
          <a:bodyPr lIns="0" tIns="0" rIns="0" bIns="0" anchor="b">
            <a:noAutofit/>
          </a:bodyPr>
          <a:lstStyle>
            <a:lvl1pPr marL="0" indent="0">
              <a:lnSpc>
                <a:spcPct val="70000"/>
              </a:lnSpc>
              <a:spcBef>
                <a:spcPts val="0"/>
              </a:spcBef>
              <a:buNone/>
              <a:defRPr sz="900">
                <a:solidFill>
                  <a:schemeClr val="tx1"/>
                </a:solidFill>
                <a:latin typeface="+mj-lt"/>
              </a:defRPr>
            </a:lvl1pPr>
          </a:lstStyle>
          <a:p>
            <a:pPr lvl="0"/>
            <a:r>
              <a:rPr lang="en-US"/>
              <a:t>TITLE</a:t>
            </a:r>
          </a:p>
        </p:txBody>
      </p:sp>
      <p:sp>
        <p:nvSpPr>
          <p:cNvPr id="49" name="Text Placeholder 14">
            <a:extLst>
              <a:ext uri="{FF2B5EF4-FFF2-40B4-BE49-F238E27FC236}">
                <a16:creationId xmlns:a16="http://schemas.microsoft.com/office/drawing/2014/main" id="{D7DD3952-6B88-16D4-481A-92CD848C5DF7}"/>
              </a:ext>
            </a:extLst>
          </p:cNvPr>
          <p:cNvSpPr>
            <a:spLocks noGrp="1"/>
          </p:cNvSpPr>
          <p:nvPr>
            <p:ph type="body" sz="quarter" idx="50" hasCustomPrompt="1"/>
          </p:nvPr>
        </p:nvSpPr>
        <p:spPr>
          <a:xfrm>
            <a:off x="4957329" y="3800042"/>
            <a:ext cx="3123871" cy="489409"/>
          </a:xfrm>
        </p:spPr>
        <p:txBody>
          <a:bodyPr lIns="0" tIns="0" rIns="0" bIns="0">
            <a:noAutofit/>
          </a:bodyPr>
          <a:lstStyle>
            <a:lvl1pPr marL="0" indent="0">
              <a:lnSpc>
                <a:spcPct val="90000"/>
              </a:lnSpc>
              <a:spcBef>
                <a:spcPts val="0"/>
              </a:spcBef>
              <a:buNone/>
              <a:defRPr sz="750">
                <a:solidFill>
                  <a:schemeClr val="tx1"/>
                </a:solidFill>
              </a:defRPr>
            </a:lvl1pPr>
          </a:lstStyle>
          <a:p>
            <a:pPr lvl="0"/>
            <a:r>
              <a:rPr lang="en-US"/>
              <a:t>Text</a:t>
            </a:r>
          </a:p>
        </p:txBody>
      </p:sp>
      <p:sp>
        <p:nvSpPr>
          <p:cNvPr id="50" name="Text Placeholder 6">
            <a:extLst>
              <a:ext uri="{FF2B5EF4-FFF2-40B4-BE49-F238E27FC236}">
                <a16:creationId xmlns:a16="http://schemas.microsoft.com/office/drawing/2014/main" id="{C3EB7E8D-7217-0B36-661C-37B820063431}"/>
              </a:ext>
            </a:extLst>
          </p:cNvPr>
          <p:cNvSpPr>
            <a:spLocks noGrp="1"/>
          </p:cNvSpPr>
          <p:nvPr>
            <p:ph type="body" sz="quarter" idx="51" hasCustomPrompt="1"/>
          </p:nvPr>
        </p:nvSpPr>
        <p:spPr>
          <a:xfrm>
            <a:off x="4581443" y="3623954"/>
            <a:ext cx="262453" cy="230832"/>
          </a:xfrm>
          <a:prstGeom prst="rect">
            <a:avLst/>
          </a:prstGeom>
        </p:spPr>
        <p:txBody>
          <a:bodyPr lIns="0" tIns="0" rIns="0" bIns="0" anchor="ctr">
            <a:noAutofit/>
          </a:bodyPr>
          <a:lstStyle>
            <a:lvl1pPr marL="0" indent="0">
              <a:lnSpc>
                <a:spcPct val="70000"/>
              </a:lnSpc>
              <a:spcBef>
                <a:spcPts val="0"/>
              </a:spcBef>
              <a:buNone/>
              <a:defRPr sz="1500">
                <a:solidFill>
                  <a:schemeClr val="accent1"/>
                </a:solidFill>
                <a:latin typeface="+mj-lt"/>
              </a:defRPr>
            </a:lvl1pPr>
          </a:lstStyle>
          <a:p>
            <a:pPr lvl="0"/>
            <a:r>
              <a:rPr lang="en-US"/>
              <a:t>01</a:t>
            </a:r>
          </a:p>
        </p:txBody>
      </p:sp>
      <p:sp>
        <p:nvSpPr>
          <p:cNvPr id="51" name="Text Placeholder 6">
            <a:extLst>
              <a:ext uri="{FF2B5EF4-FFF2-40B4-BE49-F238E27FC236}">
                <a16:creationId xmlns:a16="http://schemas.microsoft.com/office/drawing/2014/main" id="{7B2AD2F3-CA64-5369-FEDD-8170F7D8575D}"/>
              </a:ext>
            </a:extLst>
          </p:cNvPr>
          <p:cNvSpPr>
            <a:spLocks noGrp="1"/>
          </p:cNvSpPr>
          <p:nvPr>
            <p:ph type="body" sz="quarter" idx="52" hasCustomPrompt="1"/>
          </p:nvPr>
        </p:nvSpPr>
        <p:spPr>
          <a:xfrm>
            <a:off x="4953530" y="4242230"/>
            <a:ext cx="3123870" cy="230832"/>
          </a:xfrm>
          <a:prstGeom prst="rect">
            <a:avLst/>
          </a:prstGeom>
        </p:spPr>
        <p:txBody>
          <a:bodyPr lIns="0" tIns="0" rIns="0" bIns="0" anchor="b">
            <a:noAutofit/>
          </a:bodyPr>
          <a:lstStyle>
            <a:lvl1pPr marL="0" indent="0">
              <a:lnSpc>
                <a:spcPct val="70000"/>
              </a:lnSpc>
              <a:spcBef>
                <a:spcPts val="0"/>
              </a:spcBef>
              <a:buNone/>
              <a:defRPr sz="900">
                <a:solidFill>
                  <a:schemeClr val="tx1"/>
                </a:solidFill>
                <a:latin typeface="+mj-lt"/>
              </a:defRPr>
            </a:lvl1pPr>
          </a:lstStyle>
          <a:p>
            <a:pPr lvl="0"/>
            <a:r>
              <a:rPr lang="en-US"/>
              <a:t>TITLE</a:t>
            </a:r>
          </a:p>
        </p:txBody>
      </p:sp>
      <p:sp>
        <p:nvSpPr>
          <p:cNvPr id="52" name="Text Placeholder 14">
            <a:extLst>
              <a:ext uri="{FF2B5EF4-FFF2-40B4-BE49-F238E27FC236}">
                <a16:creationId xmlns:a16="http://schemas.microsoft.com/office/drawing/2014/main" id="{73A4CA49-016A-0D5E-8164-B805422F89E1}"/>
              </a:ext>
            </a:extLst>
          </p:cNvPr>
          <p:cNvSpPr>
            <a:spLocks noGrp="1"/>
          </p:cNvSpPr>
          <p:nvPr>
            <p:ph type="body" sz="quarter" idx="53" hasCustomPrompt="1"/>
          </p:nvPr>
        </p:nvSpPr>
        <p:spPr>
          <a:xfrm>
            <a:off x="4957329" y="4543620"/>
            <a:ext cx="3123871" cy="489409"/>
          </a:xfrm>
        </p:spPr>
        <p:txBody>
          <a:bodyPr lIns="0" tIns="0" rIns="0" bIns="0">
            <a:noAutofit/>
          </a:bodyPr>
          <a:lstStyle>
            <a:lvl1pPr marL="0" indent="0">
              <a:lnSpc>
                <a:spcPct val="90000"/>
              </a:lnSpc>
              <a:spcBef>
                <a:spcPts val="0"/>
              </a:spcBef>
              <a:buNone/>
              <a:defRPr sz="750">
                <a:solidFill>
                  <a:schemeClr val="tx1"/>
                </a:solidFill>
              </a:defRPr>
            </a:lvl1pPr>
          </a:lstStyle>
          <a:p>
            <a:pPr lvl="0"/>
            <a:r>
              <a:rPr lang="en-US"/>
              <a:t>Text</a:t>
            </a:r>
          </a:p>
        </p:txBody>
      </p:sp>
      <p:sp>
        <p:nvSpPr>
          <p:cNvPr id="53" name="Text Placeholder 6">
            <a:extLst>
              <a:ext uri="{FF2B5EF4-FFF2-40B4-BE49-F238E27FC236}">
                <a16:creationId xmlns:a16="http://schemas.microsoft.com/office/drawing/2014/main" id="{0BD35718-534B-AD93-B319-06BBCEBE825F}"/>
              </a:ext>
            </a:extLst>
          </p:cNvPr>
          <p:cNvSpPr>
            <a:spLocks noGrp="1"/>
          </p:cNvSpPr>
          <p:nvPr>
            <p:ph type="body" sz="quarter" idx="54" hasCustomPrompt="1"/>
          </p:nvPr>
        </p:nvSpPr>
        <p:spPr>
          <a:xfrm>
            <a:off x="4581443" y="4367532"/>
            <a:ext cx="262453" cy="230832"/>
          </a:xfrm>
          <a:prstGeom prst="rect">
            <a:avLst/>
          </a:prstGeom>
        </p:spPr>
        <p:txBody>
          <a:bodyPr lIns="0" tIns="0" rIns="0" bIns="0" anchor="ctr">
            <a:noAutofit/>
          </a:bodyPr>
          <a:lstStyle>
            <a:lvl1pPr marL="0" indent="0">
              <a:lnSpc>
                <a:spcPct val="70000"/>
              </a:lnSpc>
              <a:spcBef>
                <a:spcPts val="0"/>
              </a:spcBef>
              <a:buNone/>
              <a:defRPr sz="1500">
                <a:solidFill>
                  <a:schemeClr val="accent1"/>
                </a:solidFill>
                <a:latin typeface="+mj-lt"/>
              </a:defRPr>
            </a:lvl1pPr>
          </a:lstStyle>
          <a:p>
            <a:pPr lvl="0"/>
            <a:r>
              <a:rPr lang="en-US"/>
              <a:t>01</a:t>
            </a:r>
          </a:p>
        </p:txBody>
      </p:sp>
    </p:spTree>
    <p:extLst>
      <p:ext uri="{BB962C8B-B14F-4D97-AF65-F5344CB8AC3E}">
        <p14:creationId xmlns:p14="http://schemas.microsoft.com/office/powerpoint/2010/main" val="28952038"/>
      </p:ext>
    </p:extLst>
  </p:cSld>
  <p:clrMapOvr>
    <a:masterClrMapping/>
  </p:clrMapOvr>
  <p:transition spd="med"/>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Infographic timeline 1">
    <p:bg>
      <p:bgPr>
        <a:solidFill>
          <a:srgbClr val="0F2240"/>
        </a:solidFill>
        <a:effectLst/>
      </p:bgPr>
    </p:bg>
    <p:spTree>
      <p:nvGrpSpPr>
        <p:cNvPr id="1" name=""/>
        <p:cNvGrpSpPr/>
        <p:nvPr/>
      </p:nvGrpSpPr>
      <p:grpSpPr>
        <a:xfrm>
          <a:off x="0" y="0"/>
          <a:ext cx="0" cy="0"/>
          <a:chOff x="0" y="0"/>
          <a:chExt cx="0" cy="0"/>
        </a:xfrm>
      </p:grpSpPr>
      <p:cxnSp>
        <p:nvCxnSpPr>
          <p:cNvPr id="20" name="Straight Connector 19">
            <a:extLst>
              <a:ext uri="{FF2B5EF4-FFF2-40B4-BE49-F238E27FC236}">
                <a16:creationId xmlns:a16="http://schemas.microsoft.com/office/drawing/2014/main" id="{A833D396-110F-C624-97CE-9A00852FB61A}"/>
              </a:ext>
            </a:extLst>
          </p:cNvPr>
          <p:cNvCxnSpPr>
            <a:cxnSpLocks/>
          </p:cNvCxnSpPr>
          <p:nvPr userDrawn="1"/>
        </p:nvCxnSpPr>
        <p:spPr>
          <a:xfrm>
            <a:off x="314654" y="2476572"/>
            <a:ext cx="8829346" cy="0"/>
          </a:xfrm>
          <a:prstGeom prst="line">
            <a:avLst/>
          </a:prstGeom>
          <a:noFill/>
          <a:ln w="12700" cap="flat">
            <a:solidFill>
              <a:srgbClr val="E7E696"/>
            </a:solidFill>
            <a:prstDash val="solid"/>
            <a:miter lim="400000"/>
          </a:ln>
          <a:effectLst/>
          <a:sp3d/>
        </p:spPr>
        <p:style>
          <a:lnRef idx="0">
            <a:scrgbClr r="0" g="0" b="0"/>
          </a:lnRef>
          <a:fillRef idx="0">
            <a:scrgbClr r="0" g="0" b="0"/>
          </a:fillRef>
          <a:effectRef idx="0">
            <a:scrgbClr r="0" g="0" b="0"/>
          </a:effectRef>
          <a:fontRef idx="none"/>
        </p:style>
      </p:cxnSp>
      <p:sp>
        <p:nvSpPr>
          <p:cNvPr id="66" name="Slide Number"/>
          <p:cNvSpPr txBox="1">
            <a:spLocks noGrp="1"/>
          </p:cNvSpPr>
          <p:nvPr>
            <p:ph type="sldNum" sz="quarter" idx="2"/>
          </p:nvPr>
        </p:nvSpPr>
        <p:spPr>
          <a:prstGeom prst="rect">
            <a:avLst/>
          </a:prstGeom>
        </p:spPr>
        <p:txBody>
          <a:bodyPr/>
          <a:lstStyle>
            <a:lvl1pPr>
              <a:defRPr>
                <a:solidFill>
                  <a:srgbClr val="FDFAF2"/>
                </a:solidFill>
              </a:defRPr>
            </a:lvl1pPr>
          </a:lstStyle>
          <a:p>
            <a:fld id="{86CB4B4D-7CA3-9044-876B-883B54F8677D}" type="slidenum">
              <a:rPr lang="en-GB" smtClean="0"/>
              <a:pPr/>
              <a:t>‹#›</a:t>
            </a:fld>
            <a:endParaRPr lang="en-GB"/>
          </a:p>
        </p:txBody>
      </p:sp>
      <p:pic>
        <p:nvPicPr>
          <p:cNvPr id="15" name="CGC logo white.png" descr="CGC logo white.png">
            <a:extLst>
              <a:ext uri="{FF2B5EF4-FFF2-40B4-BE49-F238E27FC236}">
                <a16:creationId xmlns:a16="http://schemas.microsoft.com/office/drawing/2014/main" id="{D935F029-D9A4-B9A6-51F4-12FA11B2A4EA}"/>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85750" y="285750"/>
            <a:ext cx="1152091" cy="199818"/>
          </a:xfrm>
          <a:prstGeom prst="rect">
            <a:avLst/>
          </a:prstGeom>
          <a:ln w="12700">
            <a:miter lim="400000"/>
          </a:ln>
        </p:spPr>
      </p:pic>
      <p:sp>
        <p:nvSpPr>
          <p:cNvPr id="16" name="Text Placeholder 6">
            <a:extLst>
              <a:ext uri="{FF2B5EF4-FFF2-40B4-BE49-F238E27FC236}">
                <a16:creationId xmlns:a16="http://schemas.microsoft.com/office/drawing/2014/main" id="{87986872-5E71-94DF-D70B-60CD3F3069DA}"/>
              </a:ext>
            </a:extLst>
          </p:cNvPr>
          <p:cNvSpPr>
            <a:spLocks noGrp="1"/>
          </p:cNvSpPr>
          <p:nvPr>
            <p:ph type="body" sz="quarter" idx="22" hasCustomPrompt="1"/>
          </p:nvPr>
        </p:nvSpPr>
        <p:spPr>
          <a:xfrm>
            <a:off x="304606" y="2488309"/>
            <a:ext cx="1944145" cy="290568"/>
          </a:xfrm>
          <a:prstGeom prst="rect">
            <a:avLst/>
          </a:prstGeom>
        </p:spPr>
        <p:txBody>
          <a:bodyPr lIns="0" tIns="0" rIns="0" bIns="0" anchor="b">
            <a:noAutofit/>
          </a:bodyPr>
          <a:lstStyle>
            <a:lvl1pPr marL="0" indent="0">
              <a:lnSpc>
                <a:spcPct val="70000"/>
              </a:lnSpc>
              <a:spcBef>
                <a:spcPts val="0"/>
              </a:spcBef>
              <a:buNone/>
              <a:defRPr sz="900">
                <a:solidFill>
                  <a:schemeClr val="bg1"/>
                </a:solidFill>
                <a:latin typeface="+mj-lt"/>
              </a:defRPr>
            </a:lvl1pPr>
          </a:lstStyle>
          <a:p>
            <a:pPr lvl="0"/>
            <a:r>
              <a:rPr lang="en-US"/>
              <a:t>TITLE</a:t>
            </a:r>
          </a:p>
        </p:txBody>
      </p:sp>
      <p:sp>
        <p:nvSpPr>
          <p:cNvPr id="17" name="Text Placeholder 14">
            <a:extLst>
              <a:ext uri="{FF2B5EF4-FFF2-40B4-BE49-F238E27FC236}">
                <a16:creationId xmlns:a16="http://schemas.microsoft.com/office/drawing/2014/main" id="{00E965BB-818F-4B86-DEE2-C2A887F6C1D3}"/>
              </a:ext>
            </a:extLst>
          </p:cNvPr>
          <p:cNvSpPr>
            <a:spLocks noGrp="1"/>
          </p:cNvSpPr>
          <p:nvPr>
            <p:ph type="body" sz="quarter" idx="23" hasCustomPrompt="1"/>
          </p:nvPr>
        </p:nvSpPr>
        <p:spPr>
          <a:xfrm>
            <a:off x="304606" y="2860306"/>
            <a:ext cx="1944146" cy="867632"/>
          </a:xfrm>
        </p:spPr>
        <p:txBody>
          <a:bodyPr lIns="0" tIns="0" rIns="0" bIns="0">
            <a:noAutofit/>
          </a:bodyPr>
          <a:lstStyle>
            <a:lvl1pPr marL="0" indent="0">
              <a:lnSpc>
                <a:spcPct val="90000"/>
              </a:lnSpc>
              <a:spcBef>
                <a:spcPts val="0"/>
              </a:spcBef>
              <a:buNone/>
              <a:defRPr sz="750">
                <a:solidFill>
                  <a:schemeClr val="bg1"/>
                </a:solidFill>
              </a:defRPr>
            </a:lvl1pPr>
          </a:lstStyle>
          <a:p>
            <a:pPr lvl="0"/>
            <a:r>
              <a:rPr lang="en-US"/>
              <a:t>Text</a:t>
            </a:r>
          </a:p>
        </p:txBody>
      </p:sp>
      <p:sp>
        <p:nvSpPr>
          <p:cNvPr id="26" name="Text Placeholder 6">
            <a:extLst>
              <a:ext uri="{FF2B5EF4-FFF2-40B4-BE49-F238E27FC236}">
                <a16:creationId xmlns:a16="http://schemas.microsoft.com/office/drawing/2014/main" id="{8DF4AE7B-64B6-ACB4-9CB3-142545F74983}"/>
              </a:ext>
            </a:extLst>
          </p:cNvPr>
          <p:cNvSpPr>
            <a:spLocks noGrp="1"/>
          </p:cNvSpPr>
          <p:nvPr>
            <p:ph type="body" sz="quarter" idx="27" hasCustomPrompt="1"/>
          </p:nvPr>
        </p:nvSpPr>
        <p:spPr>
          <a:xfrm>
            <a:off x="3165657" y="2115689"/>
            <a:ext cx="366122" cy="230832"/>
          </a:xfrm>
          <a:prstGeom prst="rect">
            <a:avLst/>
          </a:prstGeom>
        </p:spPr>
        <p:txBody>
          <a:bodyPr vert="horz" lIns="0" tIns="0" rIns="0" bIns="0" rtlCol="0" anchor="ctr">
            <a:noAutofit/>
          </a:bodyPr>
          <a:lstStyle>
            <a:lvl1pPr>
              <a:defRPr lang="en-US" sz="1500">
                <a:solidFill>
                  <a:schemeClr val="accent3"/>
                </a:solidFill>
                <a:latin typeface="+mj-lt"/>
              </a:defRPr>
            </a:lvl1pPr>
          </a:lstStyle>
          <a:p>
            <a:pPr marL="0" lvl="0" indent="0" algn="ctr">
              <a:lnSpc>
                <a:spcPct val="70000"/>
              </a:lnSpc>
              <a:spcBef>
                <a:spcPts val="0"/>
              </a:spcBef>
              <a:buNone/>
            </a:pPr>
            <a:r>
              <a:rPr lang="en-US"/>
              <a:t>02</a:t>
            </a:r>
          </a:p>
        </p:txBody>
      </p:sp>
      <p:sp>
        <p:nvSpPr>
          <p:cNvPr id="31" name="Text Placeholder 6">
            <a:extLst>
              <a:ext uri="{FF2B5EF4-FFF2-40B4-BE49-F238E27FC236}">
                <a16:creationId xmlns:a16="http://schemas.microsoft.com/office/drawing/2014/main" id="{6A9ACD58-BDFB-8076-3C6A-E099C54C16AB}"/>
              </a:ext>
            </a:extLst>
          </p:cNvPr>
          <p:cNvSpPr>
            <a:spLocks noGrp="1"/>
          </p:cNvSpPr>
          <p:nvPr>
            <p:ph type="body" sz="quarter" idx="30" hasCustomPrompt="1"/>
          </p:nvPr>
        </p:nvSpPr>
        <p:spPr>
          <a:xfrm>
            <a:off x="6153406" y="2115689"/>
            <a:ext cx="366122" cy="230832"/>
          </a:xfrm>
          <a:prstGeom prst="rect">
            <a:avLst/>
          </a:prstGeom>
        </p:spPr>
        <p:txBody>
          <a:bodyPr vert="horz" lIns="0" tIns="0" rIns="0" bIns="0" rtlCol="0" anchor="ctr">
            <a:noAutofit/>
          </a:bodyPr>
          <a:lstStyle>
            <a:lvl1pPr>
              <a:defRPr lang="en-US" sz="1500">
                <a:solidFill>
                  <a:schemeClr val="accent3"/>
                </a:solidFill>
                <a:latin typeface="+mj-lt"/>
              </a:defRPr>
            </a:lvl1pPr>
          </a:lstStyle>
          <a:p>
            <a:pPr marL="0" lvl="0" indent="0" algn="ctr">
              <a:lnSpc>
                <a:spcPct val="70000"/>
              </a:lnSpc>
              <a:spcBef>
                <a:spcPts val="0"/>
              </a:spcBef>
              <a:buNone/>
            </a:pPr>
            <a:r>
              <a:rPr lang="en-US"/>
              <a:t>03</a:t>
            </a:r>
          </a:p>
        </p:txBody>
      </p:sp>
      <p:sp>
        <p:nvSpPr>
          <p:cNvPr id="32" name="Oval 31">
            <a:extLst>
              <a:ext uri="{FF2B5EF4-FFF2-40B4-BE49-F238E27FC236}">
                <a16:creationId xmlns:a16="http://schemas.microsoft.com/office/drawing/2014/main" id="{BF95C90B-9340-BA27-A3CF-3ACA2019BDAD}"/>
              </a:ext>
            </a:extLst>
          </p:cNvPr>
          <p:cNvSpPr/>
          <p:nvPr userDrawn="1"/>
        </p:nvSpPr>
        <p:spPr>
          <a:xfrm>
            <a:off x="6268886" y="2431229"/>
            <a:ext cx="94589" cy="94589"/>
          </a:xfrm>
          <a:prstGeom prst="ellipse">
            <a:avLst/>
          </a:prstGeom>
          <a:solidFill>
            <a:srgbClr val="E7E696"/>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20000"/>
              </a:lnSpc>
              <a:spcBef>
                <a:spcPts val="0"/>
              </a:spcBef>
              <a:spcAft>
                <a:spcPts val="0"/>
              </a:spcAft>
              <a:buClrTx/>
              <a:buSzTx/>
              <a:buFontTx/>
              <a:buNone/>
              <a:tabLst/>
            </a:pPr>
            <a:endParaRPr kumimoji="0" lang="en-US" sz="3000" b="0" i="0" u="none" strike="noStrike" cap="all" spc="0" normalizeH="0" baseline="0">
              <a:ln>
                <a:noFill/>
              </a:ln>
              <a:solidFill>
                <a:srgbClr val="FFFFFF"/>
              </a:solidFill>
              <a:effectLst/>
              <a:uFillTx/>
              <a:latin typeface="Proxima Nova Extrabold"/>
              <a:ea typeface="Proxima Nova Extrabold"/>
              <a:cs typeface="Proxima Nova Extrabold"/>
              <a:sym typeface="Proxima Nova Extrabold"/>
            </a:endParaRPr>
          </a:p>
        </p:txBody>
      </p:sp>
      <p:sp>
        <p:nvSpPr>
          <p:cNvPr id="33" name="Text Placeholder 6">
            <a:extLst>
              <a:ext uri="{FF2B5EF4-FFF2-40B4-BE49-F238E27FC236}">
                <a16:creationId xmlns:a16="http://schemas.microsoft.com/office/drawing/2014/main" id="{4C3F98EA-FC7F-FDF6-F8B5-A6811F08B48E}"/>
              </a:ext>
            </a:extLst>
          </p:cNvPr>
          <p:cNvSpPr>
            <a:spLocks noGrp="1"/>
          </p:cNvSpPr>
          <p:nvPr>
            <p:ph type="body" sz="quarter" idx="24" hasCustomPrompt="1"/>
          </p:nvPr>
        </p:nvSpPr>
        <p:spPr>
          <a:xfrm>
            <a:off x="178887" y="2115689"/>
            <a:ext cx="366122" cy="230832"/>
          </a:xfrm>
          <a:prstGeom prst="rect">
            <a:avLst/>
          </a:prstGeom>
        </p:spPr>
        <p:txBody>
          <a:bodyPr lIns="0" tIns="0" rIns="0" bIns="0" anchor="ctr">
            <a:noAutofit/>
          </a:bodyPr>
          <a:lstStyle>
            <a:lvl1pPr marL="0" indent="0" algn="ctr">
              <a:lnSpc>
                <a:spcPct val="70000"/>
              </a:lnSpc>
              <a:spcBef>
                <a:spcPts val="0"/>
              </a:spcBef>
              <a:buNone/>
              <a:defRPr sz="1500">
                <a:solidFill>
                  <a:schemeClr val="accent3"/>
                </a:solidFill>
                <a:latin typeface="+mj-lt"/>
              </a:defRPr>
            </a:lvl1pPr>
          </a:lstStyle>
          <a:p>
            <a:pPr lvl="0"/>
            <a:r>
              <a:rPr lang="en-US"/>
              <a:t>01</a:t>
            </a:r>
          </a:p>
        </p:txBody>
      </p:sp>
      <p:sp>
        <p:nvSpPr>
          <p:cNvPr id="34" name="Oval 33">
            <a:extLst>
              <a:ext uri="{FF2B5EF4-FFF2-40B4-BE49-F238E27FC236}">
                <a16:creationId xmlns:a16="http://schemas.microsoft.com/office/drawing/2014/main" id="{216906E9-1415-2759-7BF7-E709F5C9E1AB}"/>
              </a:ext>
            </a:extLst>
          </p:cNvPr>
          <p:cNvSpPr/>
          <p:nvPr userDrawn="1"/>
        </p:nvSpPr>
        <p:spPr>
          <a:xfrm>
            <a:off x="314654" y="2431229"/>
            <a:ext cx="94589" cy="94589"/>
          </a:xfrm>
          <a:prstGeom prst="ellipse">
            <a:avLst/>
          </a:prstGeom>
          <a:solidFill>
            <a:srgbClr val="E7E696"/>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20000"/>
              </a:lnSpc>
              <a:spcBef>
                <a:spcPts val="0"/>
              </a:spcBef>
              <a:spcAft>
                <a:spcPts val="0"/>
              </a:spcAft>
              <a:buClrTx/>
              <a:buSzTx/>
              <a:buFontTx/>
              <a:buNone/>
              <a:tabLst/>
            </a:pPr>
            <a:endParaRPr kumimoji="0" lang="en-US" sz="3000" b="0" i="0" u="none" strike="noStrike" cap="all" spc="0" normalizeH="0" baseline="0">
              <a:ln>
                <a:noFill/>
              </a:ln>
              <a:solidFill>
                <a:srgbClr val="FFFFFF"/>
              </a:solidFill>
              <a:effectLst/>
              <a:uFillTx/>
              <a:latin typeface="Proxima Nova Extrabold"/>
              <a:ea typeface="Proxima Nova Extrabold"/>
              <a:cs typeface="Proxima Nova Extrabold"/>
              <a:sym typeface="Proxima Nova Extrabold"/>
            </a:endParaRPr>
          </a:p>
        </p:txBody>
      </p:sp>
      <p:sp>
        <p:nvSpPr>
          <p:cNvPr id="35" name="Oval 34">
            <a:extLst>
              <a:ext uri="{FF2B5EF4-FFF2-40B4-BE49-F238E27FC236}">
                <a16:creationId xmlns:a16="http://schemas.microsoft.com/office/drawing/2014/main" id="{F4EED99B-3E66-7B1D-4DDB-4EDB10CB1745}"/>
              </a:ext>
            </a:extLst>
          </p:cNvPr>
          <p:cNvSpPr/>
          <p:nvPr userDrawn="1"/>
        </p:nvSpPr>
        <p:spPr>
          <a:xfrm>
            <a:off x="3281137" y="2431229"/>
            <a:ext cx="94589" cy="94589"/>
          </a:xfrm>
          <a:prstGeom prst="ellipse">
            <a:avLst/>
          </a:prstGeom>
          <a:solidFill>
            <a:srgbClr val="E7E696"/>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20000"/>
              </a:lnSpc>
              <a:spcBef>
                <a:spcPts val="0"/>
              </a:spcBef>
              <a:spcAft>
                <a:spcPts val="0"/>
              </a:spcAft>
              <a:buClrTx/>
              <a:buSzTx/>
              <a:buFontTx/>
              <a:buNone/>
              <a:tabLst/>
            </a:pPr>
            <a:endParaRPr kumimoji="0" lang="en-US" sz="3000" b="0" i="0" u="none" strike="noStrike" cap="all" spc="0" normalizeH="0" baseline="0">
              <a:ln>
                <a:noFill/>
              </a:ln>
              <a:solidFill>
                <a:srgbClr val="FFFFFF"/>
              </a:solidFill>
              <a:effectLst/>
              <a:uFillTx/>
              <a:latin typeface="Proxima Nova Extrabold"/>
              <a:ea typeface="Proxima Nova Extrabold"/>
              <a:cs typeface="Proxima Nova Extrabold"/>
              <a:sym typeface="Proxima Nova Extrabold"/>
            </a:endParaRPr>
          </a:p>
        </p:txBody>
      </p:sp>
      <p:sp>
        <p:nvSpPr>
          <p:cNvPr id="4" name="Text Placeholder 6">
            <a:extLst>
              <a:ext uri="{FF2B5EF4-FFF2-40B4-BE49-F238E27FC236}">
                <a16:creationId xmlns:a16="http://schemas.microsoft.com/office/drawing/2014/main" id="{EA550B0E-96DD-1091-B8DC-387896E1983A}"/>
              </a:ext>
            </a:extLst>
          </p:cNvPr>
          <p:cNvSpPr>
            <a:spLocks noGrp="1"/>
          </p:cNvSpPr>
          <p:nvPr>
            <p:ph type="body" sz="quarter" idx="31" hasCustomPrompt="1"/>
          </p:nvPr>
        </p:nvSpPr>
        <p:spPr>
          <a:xfrm>
            <a:off x="3288967" y="2488309"/>
            <a:ext cx="1944145" cy="290568"/>
          </a:xfrm>
          <a:prstGeom prst="rect">
            <a:avLst/>
          </a:prstGeom>
        </p:spPr>
        <p:txBody>
          <a:bodyPr lIns="0" tIns="0" rIns="0" bIns="0" anchor="b">
            <a:noAutofit/>
          </a:bodyPr>
          <a:lstStyle>
            <a:lvl1pPr marL="0" indent="0">
              <a:lnSpc>
                <a:spcPct val="70000"/>
              </a:lnSpc>
              <a:spcBef>
                <a:spcPts val="0"/>
              </a:spcBef>
              <a:buNone/>
              <a:defRPr sz="900">
                <a:solidFill>
                  <a:schemeClr val="bg1"/>
                </a:solidFill>
                <a:latin typeface="+mj-lt"/>
              </a:defRPr>
            </a:lvl1pPr>
          </a:lstStyle>
          <a:p>
            <a:pPr lvl="0"/>
            <a:r>
              <a:rPr lang="en-US"/>
              <a:t>TITLE</a:t>
            </a:r>
          </a:p>
        </p:txBody>
      </p:sp>
      <p:sp>
        <p:nvSpPr>
          <p:cNvPr id="5" name="Text Placeholder 14">
            <a:extLst>
              <a:ext uri="{FF2B5EF4-FFF2-40B4-BE49-F238E27FC236}">
                <a16:creationId xmlns:a16="http://schemas.microsoft.com/office/drawing/2014/main" id="{D6E60C35-2758-5F21-D775-FBCAEFCCD6D5}"/>
              </a:ext>
            </a:extLst>
          </p:cNvPr>
          <p:cNvSpPr>
            <a:spLocks noGrp="1"/>
          </p:cNvSpPr>
          <p:nvPr>
            <p:ph type="body" sz="quarter" idx="32" hasCustomPrompt="1"/>
          </p:nvPr>
        </p:nvSpPr>
        <p:spPr>
          <a:xfrm>
            <a:off x="3288967" y="2860306"/>
            <a:ext cx="1944146" cy="867632"/>
          </a:xfrm>
        </p:spPr>
        <p:txBody>
          <a:bodyPr lIns="0" tIns="0" rIns="0" bIns="0">
            <a:noAutofit/>
          </a:bodyPr>
          <a:lstStyle>
            <a:lvl1pPr marL="0" indent="0">
              <a:lnSpc>
                <a:spcPct val="90000"/>
              </a:lnSpc>
              <a:spcBef>
                <a:spcPts val="0"/>
              </a:spcBef>
              <a:buNone/>
              <a:defRPr sz="750">
                <a:solidFill>
                  <a:schemeClr val="bg1"/>
                </a:solidFill>
              </a:defRPr>
            </a:lvl1pPr>
          </a:lstStyle>
          <a:p>
            <a:pPr lvl="0"/>
            <a:r>
              <a:rPr lang="en-US"/>
              <a:t>Text</a:t>
            </a:r>
          </a:p>
        </p:txBody>
      </p:sp>
      <p:sp>
        <p:nvSpPr>
          <p:cNvPr id="6" name="Text Placeholder 6">
            <a:extLst>
              <a:ext uri="{FF2B5EF4-FFF2-40B4-BE49-F238E27FC236}">
                <a16:creationId xmlns:a16="http://schemas.microsoft.com/office/drawing/2014/main" id="{28E15996-1393-C047-07D1-B11704A929B7}"/>
              </a:ext>
            </a:extLst>
          </p:cNvPr>
          <p:cNvSpPr>
            <a:spLocks noGrp="1"/>
          </p:cNvSpPr>
          <p:nvPr>
            <p:ph type="body" sz="quarter" idx="33" hasCustomPrompt="1"/>
          </p:nvPr>
        </p:nvSpPr>
        <p:spPr>
          <a:xfrm>
            <a:off x="6273328" y="2488309"/>
            <a:ext cx="1944145" cy="290568"/>
          </a:xfrm>
          <a:prstGeom prst="rect">
            <a:avLst/>
          </a:prstGeom>
        </p:spPr>
        <p:txBody>
          <a:bodyPr lIns="0" tIns="0" rIns="0" bIns="0" anchor="b">
            <a:noAutofit/>
          </a:bodyPr>
          <a:lstStyle>
            <a:lvl1pPr marL="0" indent="0">
              <a:lnSpc>
                <a:spcPct val="70000"/>
              </a:lnSpc>
              <a:spcBef>
                <a:spcPts val="0"/>
              </a:spcBef>
              <a:buNone/>
              <a:defRPr sz="900">
                <a:solidFill>
                  <a:schemeClr val="bg1"/>
                </a:solidFill>
                <a:latin typeface="+mj-lt"/>
              </a:defRPr>
            </a:lvl1pPr>
          </a:lstStyle>
          <a:p>
            <a:pPr lvl="0"/>
            <a:r>
              <a:rPr lang="en-US"/>
              <a:t>TITLE</a:t>
            </a:r>
          </a:p>
        </p:txBody>
      </p:sp>
      <p:sp>
        <p:nvSpPr>
          <p:cNvPr id="7" name="Text Placeholder 14">
            <a:extLst>
              <a:ext uri="{FF2B5EF4-FFF2-40B4-BE49-F238E27FC236}">
                <a16:creationId xmlns:a16="http://schemas.microsoft.com/office/drawing/2014/main" id="{CD919ECF-DC65-4443-2431-E0043410529C}"/>
              </a:ext>
            </a:extLst>
          </p:cNvPr>
          <p:cNvSpPr>
            <a:spLocks noGrp="1"/>
          </p:cNvSpPr>
          <p:nvPr>
            <p:ph type="body" sz="quarter" idx="34" hasCustomPrompt="1"/>
          </p:nvPr>
        </p:nvSpPr>
        <p:spPr>
          <a:xfrm>
            <a:off x="6273328" y="2860306"/>
            <a:ext cx="1944146" cy="867632"/>
          </a:xfrm>
        </p:spPr>
        <p:txBody>
          <a:bodyPr lIns="0" tIns="0" rIns="0" bIns="0">
            <a:noAutofit/>
          </a:bodyPr>
          <a:lstStyle>
            <a:lvl1pPr marL="0" indent="0">
              <a:lnSpc>
                <a:spcPct val="90000"/>
              </a:lnSpc>
              <a:spcBef>
                <a:spcPts val="0"/>
              </a:spcBef>
              <a:buNone/>
              <a:defRPr sz="750">
                <a:solidFill>
                  <a:schemeClr val="bg1"/>
                </a:solidFill>
              </a:defRPr>
            </a:lvl1pPr>
          </a:lstStyle>
          <a:p>
            <a:pPr lvl="0"/>
            <a:r>
              <a:rPr lang="en-US"/>
              <a:t>Text</a:t>
            </a:r>
          </a:p>
        </p:txBody>
      </p:sp>
    </p:spTree>
    <p:extLst>
      <p:ext uri="{BB962C8B-B14F-4D97-AF65-F5344CB8AC3E}">
        <p14:creationId xmlns:p14="http://schemas.microsoft.com/office/powerpoint/2010/main" val="517991908"/>
      </p:ext>
    </p:extLst>
  </p:cSld>
  <p:clrMapOvr>
    <a:masterClrMapping/>
  </p:clrMapOvr>
  <p:transition spd="med"/>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Infographic timeline 2">
    <p:bg>
      <p:bgPr>
        <a:solidFill>
          <a:srgbClr val="0F2240"/>
        </a:solidFill>
        <a:effectLst/>
      </p:bgPr>
    </p:bg>
    <p:spTree>
      <p:nvGrpSpPr>
        <p:cNvPr id="1" name=""/>
        <p:cNvGrpSpPr/>
        <p:nvPr/>
      </p:nvGrpSpPr>
      <p:grpSpPr>
        <a:xfrm>
          <a:off x="0" y="0"/>
          <a:ext cx="0" cy="0"/>
          <a:chOff x="0" y="0"/>
          <a:chExt cx="0" cy="0"/>
        </a:xfrm>
      </p:grpSpPr>
      <p:sp>
        <p:nvSpPr>
          <p:cNvPr id="66" name="Slide Number"/>
          <p:cNvSpPr txBox="1">
            <a:spLocks noGrp="1"/>
          </p:cNvSpPr>
          <p:nvPr>
            <p:ph type="sldNum" sz="quarter" idx="2"/>
          </p:nvPr>
        </p:nvSpPr>
        <p:spPr>
          <a:prstGeom prst="rect">
            <a:avLst/>
          </a:prstGeom>
        </p:spPr>
        <p:txBody>
          <a:bodyPr/>
          <a:lstStyle>
            <a:lvl1pPr>
              <a:defRPr>
                <a:solidFill>
                  <a:srgbClr val="FDFAF2"/>
                </a:solidFill>
              </a:defRPr>
            </a:lvl1pPr>
          </a:lstStyle>
          <a:p>
            <a:fld id="{86CB4B4D-7CA3-9044-876B-883B54F8677D}" type="slidenum">
              <a:rPr lang="en-GB" smtClean="0"/>
              <a:pPr/>
              <a:t>‹#›</a:t>
            </a:fld>
            <a:endParaRPr lang="en-GB"/>
          </a:p>
        </p:txBody>
      </p:sp>
      <p:pic>
        <p:nvPicPr>
          <p:cNvPr id="15" name="CGC logo white.png" descr="CGC logo white.png">
            <a:extLst>
              <a:ext uri="{FF2B5EF4-FFF2-40B4-BE49-F238E27FC236}">
                <a16:creationId xmlns:a16="http://schemas.microsoft.com/office/drawing/2014/main" id="{D935F029-D9A4-B9A6-51F4-12FA11B2A4EA}"/>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85750" y="285750"/>
            <a:ext cx="1152091" cy="199818"/>
          </a:xfrm>
          <a:prstGeom prst="rect">
            <a:avLst/>
          </a:prstGeom>
          <a:ln w="12700">
            <a:miter lim="400000"/>
          </a:ln>
        </p:spPr>
      </p:pic>
      <p:cxnSp>
        <p:nvCxnSpPr>
          <p:cNvPr id="20" name="Straight Connector 19">
            <a:extLst>
              <a:ext uri="{FF2B5EF4-FFF2-40B4-BE49-F238E27FC236}">
                <a16:creationId xmlns:a16="http://schemas.microsoft.com/office/drawing/2014/main" id="{A833D396-110F-C624-97CE-9A00852FB61A}"/>
              </a:ext>
            </a:extLst>
          </p:cNvPr>
          <p:cNvCxnSpPr>
            <a:cxnSpLocks/>
            <a:endCxn id="32" idx="6"/>
          </p:cNvCxnSpPr>
          <p:nvPr userDrawn="1"/>
        </p:nvCxnSpPr>
        <p:spPr>
          <a:xfrm>
            <a:off x="0" y="2478524"/>
            <a:ext cx="6363475" cy="0"/>
          </a:xfrm>
          <a:prstGeom prst="line">
            <a:avLst/>
          </a:prstGeom>
          <a:noFill/>
          <a:ln w="12700" cap="flat">
            <a:solidFill>
              <a:srgbClr val="E7E696"/>
            </a:solidFill>
            <a:prstDash val="solid"/>
            <a:miter lim="400000"/>
          </a:ln>
          <a:effectLst/>
          <a:sp3d/>
        </p:spPr>
        <p:style>
          <a:lnRef idx="0">
            <a:scrgbClr r="0" g="0" b="0"/>
          </a:lnRef>
          <a:fillRef idx="0">
            <a:scrgbClr r="0" g="0" b="0"/>
          </a:fillRef>
          <a:effectRef idx="0">
            <a:scrgbClr r="0" g="0" b="0"/>
          </a:effectRef>
          <a:fontRef idx="none"/>
        </p:style>
      </p:cxnSp>
      <p:sp>
        <p:nvSpPr>
          <p:cNvPr id="26" name="Text Placeholder 6">
            <a:extLst>
              <a:ext uri="{FF2B5EF4-FFF2-40B4-BE49-F238E27FC236}">
                <a16:creationId xmlns:a16="http://schemas.microsoft.com/office/drawing/2014/main" id="{8DF4AE7B-64B6-ACB4-9CB3-142545F74983}"/>
              </a:ext>
            </a:extLst>
          </p:cNvPr>
          <p:cNvSpPr>
            <a:spLocks noGrp="1"/>
          </p:cNvSpPr>
          <p:nvPr>
            <p:ph type="body" sz="quarter" idx="27" hasCustomPrompt="1"/>
          </p:nvPr>
        </p:nvSpPr>
        <p:spPr>
          <a:xfrm>
            <a:off x="3165657" y="2115689"/>
            <a:ext cx="366122" cy="230832"/>
          </a:xfrm>
          <a:prstGeom prst="rect">
            <a:avLst/>
          </a:prstGeom>
        </p:spPr>
        <p:txBody>
          <a:bodyPr vert="horz" lIns="0" tIns="0" rIns="0" bIns="0" rtlCol="0" anchor="ctr">
            <a:noAutofit/>
          </a:bodyPr>
          <a:lstStyle>
            <a:lvl1pPr>
              <a:defRPr lang="en-US" sz="1500">
                <a:solidFill>
                  <a:schemeClr val="accent3"/>
                </a:solidFill>
                <a:latin typeface="+mj-lt"/>
              </a:defRPr>
            </a:lvl1pPr>
          </a:lstStyle>
          <a:p>
            <a:pPr marL="0" lvl="0" indent="0" algn="ctr">
              <a:lnSpc>
                <a:spcPct val="70000"/>
              </a:lnSpc>
              <a:spcBef>
                <a:spcPts val="0"/>
              </a:spcBef>
              <a:buNone/>
            </a:pPr>
            <a:r>
              <a:rPr lang="en-US"/>
              <a:t>05</a:t>
            </a:r>
          </a:p>
        </p:txBody>
      </p:sp>
      <p:sp>
        <p:nvSpPr>
          <p:cNvPr id="31" name="Text Placeholder 6">
            <a:extLst>
              <a:ext uri="{FF2B5EF4-FFF2-40B4-BE49-F238E27FC236}">
                <a16:creationId xmlns:a16="http://schemas.microsoft.com/office/drawing/2014/main" id="{6A9ACD58-BDFB-8076-3C6A-E099C54C16AB}"/>
              </a:ext>
            </a:extLst>
          </p:cNvPr>
          <p:cNvSpPr>
            <a:spLocks noGrp="1"/>
          </p:cNvSpPr>
          <p:nvPr>
            <p:ph type="body" sz="quarter" idx="30" hasCustomPrompt="1"/>
          </p:nvPr>
        </p:nvSpPr>
        <p:spPr>
          <a:xfrm>
            <a:off x="6153406" y="2115689"/>
            <a:ext cx="366122" cy="230832"/>
          </a:xfrm>
          <a:prstGeom prst="rect">
            <a:avLst/>
          </a:prstGeom>
        </p:spPr>
        <p:txBody>
          <a:bodyPr vert="horz" lIns="0" tIns="0" rIns="0" bIns="0" rtlCol="0" anchor="ctr">
            <a:noAutofit/>
          </a:bodyPr>
          <a:lstStyle>
            <a:lvl1pPr>
              <a:defRPr lang="en-US" sz="1500">
                <a:solidFill>
                  <a:schemeClr val="accent3"/>
                </a:solidFill>
                <a:latin typeface="+mj-lt"/>
              </a:defRPr>
            </a:lvl1pPr>
          </a:lstStyle>
          <a:p>
            <a:pPr marL="0" lvl="0" indent="0" algn="ctr">
              <a:lnSpc>
                <a:spcPct val="70000"/>
              </a:lnSpc>
              <a:spcBef>
                <a:spcPts val="0"/>
              </a:spcBef>
              <a:buNone/>
            </a:pPr>
            <a:r>
              <a:rPr lang="en-US"/>
              <a:t>06</a:t>
            </a:r>
          </a:p>
        </p:txBody>
      </p:sp>
      <p:sp>
        <p:nvSpPr>
          <p:cNvPr id="32" name="Oval 31">
            <a:extLst>
              <a:ext uri="{FF2B5EF4-FFF2-40B4-BE49-F238E27FC236}">
                <a16:creationId xmlns:a16="http://schemas.microsoft.com/office/drawing/2014/main" id="{BF95C90B-9340-BA27-A3CF-3ACA2019BDAD}"/>
              </a:ext>
            </a:extLst>
          </p:cNvPr>
          <p:cNvSpPr/>
          <p:nvPr userDrawn="1"/>
        </p:nvSpPr>
        <p:spPr>
          <a:xfrm>
            <a:off x="6268886" y="2431229"/>
            <a:ext cx="94589" cy="94589"/>
          </a:xfrm>
          <a:prstGeom prst="ellipse">
            <a:avLst/>
          </a:prstGeom>
          <a:solidFill>
            <a:srgbClr val="E7E696"/>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20000"/>
              </a:lnSpc>
              <a:spcBef>
                <a:spcPts val="0"/>
              </a:spcBef>
              <a:spcAft>
                <a:spcPts val="0"/>
              </a:spcAft>
              <a:buClrTx/>
              <a:buSzTx/>
              <a:buFontTx/>
              <a:buNone/>
              <a:tabLst/>
            </a:pPr>
            <a:endParaRPr kumimoji="0" lang="en-US" sz="3000" b="0" i="0" u="none" strike="noStrike" cap="all" spc="0" normalizeH="0" baseline="0">
              <a:ln>
                <a:noFill/>
              </a:ln>
              <a:solidFill>
                <a:srgbClr val="FFFFFF"/>
              </a:solidFill>
              <a:effectLst/>
              <a:uFillTx/>
              <a:latin typeface="Proxima Nova Extrabold"/>
              <a:ea typeface="Proxima Nova Extrabold"/>
              <a:cs typeface="Proxima Nova Extrabold"/>
              <a:sym typeface="Proxima Nova Extrabold"/>
            </a:endParaRPr>
          </a:p>
        </p:txBody>
      </p:sp>
      <p:sp>
        <p:nvSpPr>
          <p:cNvPr id="4" name="Text Placeholder 6">
            <a:extLst>
              <a:ext uri="{FF2B5EF4-FFF2-40B4-BE49-F238E27FC236}">
                <a16:creationId xmlns:a16="http://schemas.microsoft.com/office/drawing/2014/main" id="{AEBD36EF-15BB-C7AD-6F57-5071E5720CBD}"/>
              </a:ext>
            </a:extLst>
          </p:cNvPr>
          <p:cNvSpPr>
            <a:spLocks noGrp="1"/>
          </p:cNvSpPr>
          <p:nvPr>
            <p:ph type="body" sz="quarter" idx="24" hasCustomPrompt="1"/>
          </p:nvPr>
        </p:nvSpPr>
        <p:spPr>
          <a:xfrm>
            <a:off x="199174" y="2115689"/>
            <a:ext cx="366122" cy="230832"/>
          </a:xfrm>
          <a:prstGeom prst="rect">
            <a:avLst/>
          </a:prstGeom>
        </p:spPr>
        <p:txBody>
          <a:bodyPr vert="horz" lIns="0" tIns="0" rIns="0" bIns="0" rtlCol="0" anchor="ctr">
            <a:noAutofit/>
          </a:bodyPr>
          <a:lstStyle>
            <a:lvl1pPr>
              <a:defRPr lang="en-US" sz="1500">
                <a:solidFill>
                  <a:schemeClr val="accent3"/>
                </a:solidFill>
                <a:latin typeface="+mj-lt"/>
              </a:defRPr>
            </a:lvl1pPr>
          </a:lstStyle>
          <a:p>
            <a:pPr marL="0" lvl="0" indent="0" algn="ctr">
              <a:lnSpc>
                <a:spcPct val="70000"/>
              </a:lnSpc>
              <a:spcBef>
                <a:spcPts val="0"/>
              </a:spcBef>
              <a:buNone/>
            </a:pPr>
            <a:r>
              <a:rPr lang="en-US"/>
              <a:t>04</a:t>
            </a:r>
          </a:p>
        </p:txBody>
      </p:sp>
      <p:sp>
        <p:nvSpPr>
          <p:cNvPr id="5" name="Oval 4">
            <a:extLst>
              <a:ext uri="{FF2B5EF4-FFF2-40B4-BE49-F238E27FC236}">
                <a16:creationId xmlns:a16="http://schemas.microsoft.com/office/drawing/2014/main" id="{259273FE-20E5-DFA1-66F0-9EF1698E3CF5}"/>
              </a:ext>
            </a:extLst>
          </p:cNvPr>
          <p:cNvSpPr/>
          <p:nvPr userDrawn="1"/>
        </p:nvSpPr>
        <p:spPr>
          <a:xfrm>
            <a:off x="314654" y="2431229"/>
            <a:ext cx="94589" cy="94589"/>
          </a:xfrm>
          <a:prstGeom prst="ellipse">
            <a:avLst/>
          </a:prstGeom>
          <a:solidFill>
            <a:srgbClr val="E7E696"/>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20000"/>
              </a:lnSpc>
              <a:spcBef>
                <a:spcPts val="0"/>
              </a:spcBef>
              <a:spcAft>
                <a:spcPts val="0"/>
              </a:spcAft>
              <a:buClrTx/>
              <a:buSzTx/>
              <a:buFontTx/>
              <a:buNone/>
              <a:tabLst/>
            </a:pPr>
            <a:endParaRPr kumimoji="0" lang="en-US" sz="3000" b="0" i="0" u="none" strike="noStrike" cap="all" spc="0" normalizeH="0" baseline="0">
              <a:ln>
                <a:noFill/>
              </a:ln>
              <a:solidFill>
                <a:srgbClr val="FFFFFF"/>
              </a:solidFill>
              <a:effectLst/>
              <a:uFillTx/>
              <a:latin typeface="Proxima Nova Extrabold"/>
              <a:ea typeface="Proxima Nova Extrabold"/>
              <a:cs typeface="Proxima Nova Extrabold"/>
              <a:sym typeface="Proxima Nova Extrabold"/>
            </a:endParaRPr>
          </a:p>
        </p:txBody>
      </p:sp>
      <p:sp>
        <p:nvSpPr>
          <p:cNvPr id="6" name="Oval 5">
            <a:extLst>
              <a:ext uri="{FF2B5EF4-FFF2-40B4-BE49-F238E27FC236}">
                <a16:creationId xmlns:a16="http://schemas.microsoft.com/office/drawing/2014/main" id="{3C817346-C579-4CC1-B477-7C2C207857FC}"/>
              </a:ext>
            </a:extLst>
          </p:cNvPr>
          <p:cNvSpPr/>
          <p:nvPr userDrawn="1"/>
        </p:nvSpPr>
        <p:spPr>
          <a:xfrm>
            <a:off x="3281137" y="2431229"/>
            <a:ext cx="94589" cy="94589"/>
          </a:xfrm>
          <a:prstGeom prst="ellipse">
            <a:avLst/>
          </a:prstGeom>
          <a:solidFill>
            <a:srgbClr val="E7E696"/>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20000"/>
              </a:lnSpc>
              <a:spcBef>
                <a:spcPts val="0"/>
              </a:spcBef>
              <a:spcAft>
                <a:spcPts val="0"/>
              </a:spcAft>
              <a:buClrTx/>
              <a:buSzTx/>
              <a:buFontTx/>
              <a:buNone/>
              <a:tabLst/>
            </a:pPr>
            <a:endParaRPr kumimoji="0" lang="en-US" sz="3000" b="0" i="0" u="none" strike="noStrike" cap="all" spc="0" normalizeH="0" baseline="0">
              <a:ln>
                <a:noFill/>
              </a:ln>
              <a:solidFill>
                <a:srgbClr val="FFFFFF"/>
              </a:solidFill>
              <a:effectLst/>
              <a:uFillTx/>
              <a:latin typeface="Proxima Nova Extrabold"/>
              <a:ea typeface="Proxima Nova Extrabold"/>
              <a:cs typeface="Proxima Nova Extrabold"/>
              <a:sym typeface="Proxima Nova Extrabold"/>
            </a:endParaRPr>
          </a:p>
        </p:txBody>
      </p:sp>
      <p:sp>
        <p:nvSpPr>
          <p:cNvPr id="2" name="Text Placeholder 6">
            <a:extLst>
              <a:ext uri="{FF2B5EF4-FFF2-40B4-BE49-F238E27FC236}">
                <a16:creationId xmlns:a16="http://schemas.microsoft.com/office/drawing/2014/main" id="{EE22F8D7-C295-EB6E-BC5E-957ECA28E5ED}"/>
              </a:ext>
            </a:extLst>
          </p:cNvPr>
          <p:cNvSpPr>
            <a:spLocks noGrp="1"/>
          </p:cNvSpPr>
          <p:nvPr>
            <p:ph type="body" sz="quarter" idx="22" hasCustomPrompt="1"/>
          </p:nvPr>
        </p:nvSpPr>
        <p:spPr>
          <a:xfrm>
            <a:off x="304606" y="2488309"/>
            <a:ext cx="1944145" cy="290568"/>
          </a:xfrm>
          <a:prstGeom prst="rect">
            <a:avLst/>
          </a:prstGeom>
        </p:spPr>
        <p:txBody>
          <a:bodyPr lIns="0" tIns="0" rIns="0" bIns="0" anchor="b">
            <a:noAutofit/>
          </a:bodyPr>
          <a:lstStyle>
            <a:lvl1pPr marL="0" indent="0">
              <a:lnSpc>
                <a:spcPct val="70000"/>
              </a:lnSpc>
              <a:spcBef>
                <a:spcPts val="0"/>
              </a:spcBef>
              <a:buNone/>
              <a:defRPr sz="900">
                <a:solidFill>
                  <a:schemeClr val="bg1"/>
                </a:solidFill>
                <a:latin typeface="+mj-lt"/>
              </a:defRPr>
            </a:lvl1pPr>
          </a:lstStyle>
          <a:p>
            <a:pPr lvl="0"/>
            <a:r>
              <a:rPr lang="en-US"/>
              <a:t>TITLE</a:t>
            </a:r>
          </a:p>
        </p:txBody>
      </p:sp>
      <p:sp>
        <p:nvSpPr>
          <p:cNvPr id="3" name="Text Placeholder 14">
            <a:extLst>
              <a:ext uri="{FF2B5EF4-FFF2-40B4-BE49-F238E27FC236}">
                <a16:creationId xmlns:a16="http://schemas.microsoft.com/office/drawing/2014/main" id="{2642E006-1484-B3CA-A5C1-2C3955AF48ED}"/>
              </a:ext>
            </a:extLst>
          </p:cNvPr>
          <p:cNvSpPr>
            <a:spLocks noGrp="1"/>
          </p:cNvSpPr>
          <p:nvPr>
            <p:ph type="body" sz="quarter" idx="23" hasCustomPrompt="1"/>
          </p:nvPr>
        </p:nvSpPr>
        <p:spPr>
          <a:xfrm>
            <a:off x="304606" y="2860306"/>
            <a:ext cx="1944146" cy="867632"/>
          </a:xfrm>
        </p:spPr>
        <p:txBody>
          <a:bodyPr lIns="0" tIns="0" rIns="0" bIns="0">
            <a:noAutofit/>
          </a:bodyPr>
          <a:lstStyle>
            <a:lvl1pPr marL="0" indent="0">
              <a:lnSpc>
                <a:spcPct val="90000"/>
              </a:lnSpc>
              <a:spcBef>
                <a:spcPts val="0"/>
              </a:spcBef>
              <a:buNone/>
              <a:defRPr sz="750">
                <a:solidFill>
                  <a:schemeClr val="bg1"/>
                </a:solidFill>
              </a:defRPr>
            </a:lvl1pPr>
          </a:lstStyle>
          <a:p>
            <a:pPr lvl="0"/>
            <a:r>
              <a:rPr lang="en-US"/>
              <a:t>Text</a:t>
            </a:r>
          </a:p>
        </p:txBody>
      </p:sp>
      <p:sp>
        <p:nvSpPr>
          <p:cNvPr id="7" name="Text Placeholder 6">
            <a:extLst>
              <a:ext uri="{FF2B5EF4-FFF2-40B4-BE49-F238E27FC236}">
                <a16:creationId xmlns:a16="http://schemas.microsoft.com/office/drawing/2014/main" id="{4669DACA-70EF-C269-41B3-9B81E3EA3610}"/>
              </a:ext>
            </a:extLst>
          </p:cNvPr>
          <p:cNvSpPr>
            <a:spLocks noGrp="1"/>
          </p:cNvSpPr>
          <p:nvPr>
            <p:ph type="body" sz="quarter" idx="31" hasCustomPrompt="1"/>
          </p:nvPr>
        </p:nvSpPr>
        <p:spPr>
          <a:xfrm>
            <a:off x="3288967" y="2488309"/>
            <a:ext cx="1944145" cy="290568"/>
          </a:xfrm>
          <a:prstGeom prst="rect">
            <a:avLst/>
          </a:prstGeom>
        </p:spPr>
        <p:txBody>
          <a:bodyPr lIns="0" tIns="0" rIns="0" bIns="0" anchor="b">
            <a:noAutofit/>
          </a:bodyPr>
          <a:lstStyle>
            <a:lvl1pPr marL="0" indent="0">
              <a:lnSpc>
                <a:spcPct val="70000"/>
              </a:lnSpc>
              <a:spcBef>
                <a:spcPts val="0"/>
              </a:spcBef>
              <a:buNone/>
              <a:defRPr sz="900">
                <a:solidFill>
                  <a:schemeClr val="bg1"/>
                </a:solidFill>
                <a:latin typeface="+mj-lt"/>
              </a:defRPr>
            </a:lvl1pPr>
          </a:lstStyle>
          <a:p>
            <a:pPr lvl="0"/>
            <a:r>
              <a:rPr lang="en-US"/>
              <a:t>TITLE</a:t>
            </a:r>
          </a:p>
        </p:txBody>
      </p:sp>
      <p:sp>
        <p:nvSpPr>
          <p:cNvPr id="8" name="Text Placeholder 14">
            <a:extLst>
              <a:ext uri="{FF2B5EF4-FFF2-40B4-BE49-F238E27FC236}">
                <a16:creationId xmlns:a16="http://schemas.microsoft.com/office/drawing/2014/main" id="{B4C25D3C-6ADD-9C52-DE32-0DD1CAC78949}"/>
              </a:ext>
            </a:extLst>
          </p:cNvPr>
          <p:cNvSpPr>
            <a:spLocks noGrp="1"/>
          </p:cNvSpPr>
          <p:nvPr>
            <p:ph type="body" sz="quarter" idx="32" hasCustomPrompt="1"/>
          </p:nvPr>
        </p:nvSpPr>
        <p:spPr>
          <a:xfrm>
            <a:off x="3288967" y="2860306"/>
            <a:ext cx="1944146" cy="867632"/>
          </a:xfrm>
        </p:spPr>
        <p:txBody>
          <a:bodyPr lIns="0" tIns="0" rIns="0" bIns="0">
            <a:noAutofit/>
          </a:bodyPr>
          <a:lstStyle>
            <a:lvl1pPr marL="0" indent="0">
              <a:lnSpc>
                <a:spcPct val="90000"/>
              </a:lnSpc>
              <a:spcBef>
                <a:spcPts val="0"/>
              </a:spcBef>
              <a:buNone/>
              <a:defRPr sz="750">
                <a:solidFill>
                  <a:schemeClr val="bg1"/>
                </a:solidFill>
              </a:defRPr>
            </a:lvl1pPr>
          </a:lstStyle>
          <a:p>
            <a:pPr lvl="0"/>
            <a:r>
              <a:rPr lang="en-US"/>
              <a:t>Text</a:t>
            </a:r>
          </a:p>
        </p:txBody>
      </p:sp>
      <p:sp>
        <p:nvSpPr>
          <p:cNvPr id="9" name="Text Placeholder 6">
            <a:extLst>
              <a:ext uri="{FF2B5EF4-FFF2-40B4-BE49-F238E27FC236}">
                <a16:creationId xmlns:a16="http://schemas.microsoft.com/office/drawing/2014/main" id="{85E62862-6426-DC9B-40C1-EDEC3106CF79}"/>
              </a:ext>
            </a:extLst>
          </p:cNvPr>
          <p:cNvSpPr>
            <a:spLocks noGrp="1"/>
          </p:cNvSpPr>
          <p:nvPr>
            <p:ph type="body" sz="quarter" idx="33" hasCustomPrompt="1"/>
          </p:nvPr>
        </p:nvSpPr>
        <p:spPr>
          <a:xfrm>
            <a:off x="6273328" y="2488309"/>
            <a:ext cx="1944145" cy="290568"/>
          </a:xfrm>
          <a:prstGeom prst="rect">
            <a:avLst/>
          </a:prstGeom>
        </p:spPr>
        <p:txBody>
          <a:bodyPr lIns="0" tIns="0" rIns="0" bIns="0" anchor="b">
            <a:noAutofit/>
          </a:bodyPr>
          <a:lstStyle>
            <a:lvl1pPr marL="0" indent="0">
              <a:lnSpc>
                <a:spcPct val="70000"/>
              </a:lnSpc>
              <a:spcBef>
                <a:spcPts val="0"/>
              </a:spcBef>
              <a:buNone/>
              <a:defRPr sz="900">
                <a:solidFill>
                  <a:schemeClr val="bg1"/>
                </a:solidFill>
                <a:latin typeface="+mj-lt"/>
              </a:defRPr>
            </a:lvl1pPr>
          </a:lstStyle>
          <a:p>
            <a:pPr lvl="0"/>
            <a:r>
              <a:rPr lang="en-US"/>
              <a:t>TITLE</a:t>
            </a:r>
          </a:p>
        </p:txBody>
      </p:sp>
      <p:sp>
        <p:nvSpPr>
          <p:cNvPr id="10" name="Text Placeholder 14">
            <a:extLst>
              <a:ext uri="{FF2B5EF4-FFF2-40B4-BE49-F238E27FC236}">
                <a16:creationId xmlns:a16="http://schemas.microsoft.com/office/drawing/2014/main" id="{C33A6DC3-FCDF-94C5-9AE5-3DFF3E9C45E5}"/>
              </a:ext>
            </a:extLst>
          </p:cNvPr>
          <p:cNvSpPr>
            <a:spLocks noGrp="1"/>
          </p:cNvSpPr>
          <p:nvPr>
            <p:ph type="body" sz="quarter" idx="34" hasCustomPrompt="1"/>
          </p:nvPr>
        </p:nvSpPr>
        <p:spPr>
          <a:xfrm>
            <a:off x="6273328" y="2860306"/>
            <a:ext cx="1944146" cy="867632"/>
          </a:xfrm>
        </p:spPr>
        <p:txBody>
          <a:bodyPr lIns="0" tIns="0" rIns="0" bIns="0">
            <a:noAutofit/>
          </a:bodyPr>
          <a:lstStyle>
            <a:lvl1pPr marL="0" indent="0">
              <a:lnSpc>
                <a:spcPct val="90000"/>
              </a:lnSpc>
              <a:spcBef>
                <a:spcPts val="0"/>
              </a:spcBef>
              <a:buNone/>
              <a:defRPr sz="750">
                <a:solidFill>
                  <a:schemeClr val="bg1"/>
                </a:solidFill>
              </a:defRPr>
            </a:lvl1pPr>
          </a:lstStyle>
          <a:p>
            <a:pPr lvl="0"/>
            <a:r>
              <a:rPr lang="en-US"/>
              <a:t>Text</a:t>
            </a:r>
          </a:p>
        </p:txBody>
      </p:sp>
    </p:spTree>
    <p:extLst>
      <p:ext uri="{BB962C8B-B14F-4D97-AF65-F5344CB8AC3E}">
        <p14:creationId xmlns:p14="http://schemas.microsoft.com/office/powerpoint/2010/main" val="4202190399"/>
      </p:ext>
    </p:extLst>
  </p:cSld>
  <p:clrMapOvr>
    <a:masterClrMapping/>
  </p:clrMapOvr>
  <p:transition spd="med"/>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Infographic 2 column numbered list - burgundy">
    <p:bg>
      <p:bgPr>
        <a:solidFill>
          <a:srgbClr val="730B39"/>
        </a:solidFill>
        <a:effectLst/>
      </p:bgPr>
    </p:bg>
    <p:spTree>
      <p:nvGrpSpPr>
        <p:cNvPr id="1" name=""/>
        <p:cNvGrpSpPr/>
        <p:nvPr/>
      </p:nvGrpSpPr>
      <p:grpSpPr>
        <a:xfrm>
          <a:off x="0" y="0"/>
          <a:ext cx="0" cy="0"/>
          <a:chOff x="0" y="0"/>
          <a:chExt cx="0" cy="0"/>
        </a:xfrm>
      </p:grpSpPr>
      <p:sp>
        <p:nvSpPr>
          <p:cNvPr id="66" name="Slide Number"/>
          <p:cNvSpPr txBox="1">
            <a:spLocks noGrp="1"/>
          </p:cNvSpPr>
          <p:nvPr>
            <p:ph type="sldNum" sz="quarter" idx="2"/>
          </p:nvPr>
        </p:nvSpPr>
        <p:spPr>
          <a:prstGeom prst="rect">
            <a:avLst/>
          </a:prstGeom>
        </p:spPr>
        <p:txBody>
          <a:bodyPr/>
          <a:lstStyle>
            <a:lvl1pPr>
              <a:defRPr>
                <a:solidFill>
                  <a:schemeClr val="bg1"/>
                </a:solidFill>
              </a:defRPr>
            </a:lvl1pPr>
          </a:lstStyle>
          <a:p>
            <a:fld id="{86CB4B4D-7CA3-9044-876B-883B54F8677D}" type="slidenum">
              <a:rPr lang="en-GB" smtClean="0"/>
              <a:pPr/>
              <a:t>‹#›</a:t>
            </a:fld>
            <a:endParaRPr lang="en-GB"/>
          </a:p>
        </p:txBody>
      </p:sp>
      <p:sp>
        <p:nvSpPr>
          <p:cNvPr id="94" name="Text Placeholder 6">
            <a:extLst>
              <a:ext uri="{FF2B5EF4-FFF2-40B4-BE49-F238E27FC236}">
                <a16:creationId xmlns:a16="http://schemas.microsoft.com/office/drawing/2014/main" id="{81F01D7D-047F-D6EA-4DAC-517D860EDD11}"/>
              </a:ext>
            </a:extLst>
          </p:cNvPr>
          <p:cNvSpPr>
            <a:spLocks noGrp="1"/>
          </p:cNvSpPr>
          <p:nvPr>
            <p:ph type="body" sz="quarter" idx="61" hasCustomPrompt="1"/>
          </p:nvPr>
        </p:nvSpPr>
        <p:spPr>
          <a:xfrm>
            <a:off x="225157" y="944946"/>
            <a:ext cx="5006062" cy="762933"/>
          </a:xfrm>
          <a:prstGeom prst="rect">
            <a:avLst/>
          </a:prstGeom>
        </p:spPr>
        <p:txBody>
          <a:bodyPr anchor="b"/>
          <a:lstStyle>
            <a:lvl1pPr marL="0" indent="0">
              <a:lnSpc>
                <a:spcPct val="70000"/>
              </a:lnSpc>
              <a:buNone/>
              <a:defRPr sz="3750">
                <a:solidFill>
                  <a:schemeClr val="bg1"/>
                </a:solidFill>
                <a:latin typeface="+mj-lt"/>
              </a:defRPr>
            </a:lvl1pPr>
          </a:lstStyle>
          <a:p>
            <a:pPr lvl="0"/>
            <a:r>
              <a:rPr lang="en-US"/>
              <a:t>TITLE</a:t>
            </a:r>
          </a:p>
        </p:txBody>
      </p:sp>
      <p:pic>
        <p:nvPicPr>
          <p:cNvPr id="95" name="CGC logo white.png" descr="CGC logo white.png">
            <a:extLst>
              <a:ext uri="{FF2B5EF4-FFF2-40B4-BE49-F238E27FC236}">
                <a16:creationId xmlns:a16="http://schemas.microsoft.com/office/drawing/2014/main" id="{3454345D-1729-E32F-7CD3-E35C9964CEE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85750" y="285750"/>
            <a:ext cx="1152091" cy="199818"/>
          </a:xfrm>
          <a:prstGeom prst="rect">
            <a:avLst/>
          </a:prstGeom>
          <a:ln w="12700">
            <a:miter lim="400000"/>
          </a:ln>
        </p:spPr>
      </p:pic>
      <p:sp>
        <p:nvSpPr>
          <p:cNvPr id="2" name="Text Placeholder 6">
            <a:extLst>
              <a:ext uri="{FF2B5EF4-FFF2-40B4-BE49-F238E27FC236}">
                <a16:creationId xmlns:a16="http://schemas.microsoft.com/office/drawing/2014/main" id="{506CC686-DDBC-75AD-D5DB-F22B315388E7}"/>
              </a:ext>
            </a:extLst>
          </p:cNvPr>
          <p:cNvSpPr>
            <a:spLocks noGrp="1"/>
          </p:cNvSpPr>
          <p:nvPr>
            <p:ph type="body" sz="quarter" idx="62" hasCustomPrompt="1"/>
          </p:nvPr>
        </p:nvSpPr>
        <p:spPr>
          <a:xfrm>
            <a:off x="667885" y="1966852"/>
            <a:ext cx="3123870" cy="230832"/>
          </a:xfrm>
          <a:prstGeom prst="rect">
            <a:avLst/>
          </a:prstGeom>
        </p:spPr>
        <p:txBody>
          <a:bodyPr lIns="0" tIns="0" rIns="0" bIns="0" anchor="b">
            <a:noAutofit/>
          </a:bodyPr>
          <a:lstStyle>
            <a:lvl1pPr marL="0" indent="0">
              <a:lnSpc>
                <a:spcPct val="70000"/>
              </a:lnSpc>
              <a:spcBef>
                <a:spcPts val="0"/>
              </a:spcBef>
              <a:buNone/>
              <a:defRPr sz="900">
                <a:solidFill>
                  <a:schemeClr val="bg1"/>
                </a:solidFill>
                <a:latin typeface="+mj-lt"/>
              </a:defRPr>
            </a:lvl1pPr>
          </a:lstStyle>
          <a:p>
            <a:pPr lvl="0"/>
            <a:r>
              <a:rPr lang="en-US"/>
              <a:t>TITLE</a:t>
            </a:r>
          </a:p>
        </p:txBody>
      </p:sp>
      <p:sp>
        <p:nvSpPr>
          <p:cNvPr id="3" name="Text Placeholder 14">
            <a:extLst>
              <a:ext uri="{FF2B5EF4-FFF2-40B4-BE49-F238E27FC236}">
                <a16:creationId xmlns:a16="http://schemas.microsoft.com/office/drawing/2014/main" id="{B05821F1-AFFA-6481-23EB-643C5ED69C4F}"/>
              </a:ext>
            </a:extLst>
          </p:cNvPr>
          <p:cNvSpPr>
            <a:spLocks noGrp="1"/>
          </p:cNvSpPr>
          <p:nvPr>
            <p:ph type="body" sz="quarter" idx="63" hasCustomPrompt="1"/>
          </p:nvPr>
        </p:nvSpPr>
        <p:spPr>
          <a:xfrm>
            <a:off x="671684" y="2268242"/>
            <a:ext cx="3123871" cy="489409"/>
          </a:xfrm>
        </p:spPr>
        <p:txBody>
          <a:bodyPr lIns="0" tIns="0" rIns="0" bIns="0">
            <a:noAutofit/>
          </a:bodyPr>
          <a:lstStyle>
            <a:lvl1pPr marL="0" indent="0">
              <a:lnSpc>
                <a:spcPct val="90000"/>
              </a:lnSpc>
              <a:spcBef>
                <a:spcPts val="0"/>
              </a:spcBef>
              <a:buNone/>
              <a:defRPr sz="750">
                <a:solidFill>
                  <a:schemeClr val="bg1"/>
                </a:solidFill>
              </a:defRPr>
            </a:lvl1pPr>
          </a:lstStyle>
          <a:p>
            <a:pPr lvl="0"/>
            <a:r>
              <a:rPr lang="en-US"/>
              <a:t>Text</a:t>
            </a:r>
          </a:p>
        </p:txBody>
      </p:sp>
      <p:sp>
        <p:nvSpPr>
          <p:cNvPr id="4" name="Text Placeholder 6">
            <a:extLst>
              <a:ext uri="{FF2B5EF4-FFF2-40B4-BE49-F238E27FC236}">
                <a16:creationId xmlns:a16="http://schemas.microsoft.com/office/drawing/2014/main" id="{2E5E4D1D-02C1-6DD5-7FBC-641444D10C98}"/>
              </a:ext>
            </a:extLst>
          </p:cNvPr>
          <p:cNvSpPr>
            <a:spLocks noGrp="1"/>
          </p:cNvSpPr>
          <p:nvPr>
            <p:ph type="body" sz="quarter" idx="64" hasCustomPrompt="1"/>
          </p:nvPr>
        </p:nvSpPr>
        <p:spPr>
          <a:xfrm>
            <a:off x="295798" y="2092154"/>
            <a:ext cx="262453" cy="230832"/>
          </a:xfrm>
          <a:prstGeom prst="rect">
            <a:avLst/>
          </a:prstGeom>
        </p:spPr>
        <p:txBody>
          <a:bodyPr lIns="0" tIns="0" rIns="0" bIns="0" anchor="ctr">
            <a:noAutofit/>
          </a:bodyPr>
          <a:lstStyle>
            <a:lvl1pPr marL="0" indent="0">
              <a:lnSpc>
                <a:spcPct val="70000"/>
              </a:lnSpc>
              <a:spcBef>
                <a:spcPts val="0"/>
              </a:spcBef>
              <a:buNone/>
              <a:defRPr sz="1500">
                <a:solidFill>
                  <a:schemeClr val="accent3"/>
                </a:solidFill>
                <a:latin typeface="+mj-lt"/>
              </a:defRPr>
            </a:lvl1pPr>
          </a:lstStyle>
          <a:p>
            <a:pPr lvl="0"/>
            <a:r>
              <a:rPr lang="en-US"/>
              <a:t>01</a:t>
            </a:r>
          </a:p>
        </p:txBody>
      </p:sp>
      <p:sp>
        <p:nvSpPr>
          <p:cNvPr id="5" name="Text Placeholder 6">
            <a:extLst>
              <a:ext uri="{FF2B5EF4-FFF2-40B4-BE49-F238E27FC236}">
                <a16:creationId xmlns:a16="http://schemas.microsoft.com/office/drawing/2014/main" id="{1F468A37-4BA0-272A-1998-0F01A67BA790}"/>
              </a:ext>
            </a:extLst>
          </p:cNvPr>
          <p:cNvSpPr>
            <a:spLocks noGrp="1"/>
          </p:cNvSpPr>
          <p:nvPr>
            <p:ph type="body" sz="quarter" idx="65" hasCustomPrompt="1"/>
          </p:nvPr>
        </p:nvSpPr>
        <p:spPr>
          <a:xfrm>
            <a:off x="667885" y="2710431"/>
            <a:ext cx="3123870" cy="230832"/>
          </a:xfrm>
          <a:prstGeom prst="rect">
            <a:avLst/>
          </a:prstGeom>
        </p:spPr>
        <p:txBody>
          <a:bodyPr lIns="0" tIns="0" rIns="0" bIns="0" anchor="b">
            <a:noAutofit/>
          </a:bodyPr>
          <a:lstStyle>
            <a:lvl1pPr marL="0" indent="0">
              <a:lnSpc>
                <a:spcPct val="70000"/>
              </a:lnSpc>
              <a:spcBef>
                <a:spcPts val="0"/>
              </a:spcBef>
              <a:buNone/>
              <a:defRPr sz="900">
                <a:solidFill>
                  <a:schemeClr val="bg1"/>
                </a:solidFill>
                <a:latin typeface="+mj-lt"/>
              </a:defRPr>
            </a:lvl1pPr>
          </a:lstStyle>
          <a:p>
            <a:pPr lvl="0"/>
            <a:r>
              <a:rPr lang="en-US"/>
              <a:t>TITLE</a:t>
            </a:r>
          </a:p>
        </p:txBody>
      </p:sp>
      <p:sp>
        <p:nvSpPr>
          <p:cNvPr id="6" name="Text Placeholder 14">
            <a:extLst>
              <a:ext uri="{FF2B5EF4-FFF2-40B4-BE49-F238E27FC236}">
                <a16:creationId xmlns:a16="http://schemas.microsoft.com/office/drawing/2014/main" id="{F01B6031-C48A-D19E-5ABF-E79E70F3B99C}"/>
              </a:ext>
            </a:extLst>
          </p:cNvPr>
          <p:cNvSpPr>
            <a:spLocks noGrp="1"/>
          </p:cNvSpPr>
          <p:nvPr>
            <p:ph type="body" sz="quarter" idx="66" hasCustomPrompt="1"/>
          </p:nvPr>
        </p:nvSpPr>
        <p:spPr>
          <a:xfrm>
            <a:off x="671684" y="3011821"/>
            <a:ext cx="3123871" cy="489409"/>
          </a:xfrm>
        </p:spPr>
        <p:txBody>
          <a:bodyPr lIns="0" tIns="0" rIns="0" bIns="0">
            <a:noAutofit/>
          </a:bodyPr>
          <a:lstStyle>
            <a:lvl1pPr marL="0" indent="0">
              <a:lnSpc>
                <a:spcPct val="90000"/>
              </a:lnSpc>
              <a:spcBef>
                <a:spcPts val="0"/>
              </a:spcBef>
              <a:buNone/>
              <a:defRPr sz="750">
                <a:solidFill>
                  <a:schemeClr val="bg1"/>
                </a:solidFill>
              </a:defRPr>
            </a:lvl1pPr>
          </a:lstStyle>
          <a:p>
            <a:pPr lvl="0"/>
            <a:r>
              <a:rPr lang="en-US"/>
              <a:t>Text</a:t>
            </a:r>
          </a:p>
        </p:txBody>
      </p:sp>
      <p:sp>
        <p:nvSpPr>
          <p:cNvPr id="7" name="Text Placeholder 6">
            <a:extLst>
              <a:ext uri="{FF2B5EF4-FFF2-40B4-BE49-F238E27FC236}">
                <a16:creationId xmlns:a16="http://schemas.microsoft.com/office/drawing/2014/main" id="{BCD09ACD-5F26-11BA-60C0-4AE389D9AA95}"/>
              </a:ext>
            </a:extLst>
          </p:cNvPr>
          <p:cNvSpPr>
            <a:spLocks noGrp="1"/>
          </p:cNvSpPr>
          <p:nvPr>
            <p:ph type="body" sz="quarter" idx="67" hasCustomPrompt="1"/>
          </p:nvPr>
        </p:nvSpPr>
        <p:spPr>
          <a:xfrm>
            <a:off x="295798" y="2835733"/>
            <a:ext cx="262453" cy="230832"/>
          </a:xfrm>
          <a:prstGeom prst="rect">
            <a:avLst/>
          </a:prstGeom>
        </p:spPr>
        <p:txBody>
          <a:bodyPr lIns="0" tIns="0" rIns="0" bIns="0" anchor="ctr">
            <a:noAutofit/>
          </a:bodyPr>
          <a:lstStyle>
            <a:lvl1pPr marL="0" indent="0">
              <a:lnSpc>
                <a:spcPct val="70000"/>
              </a:lnSpc>
              <a:spcBef>
                <a:spcPts val="0"/>
              </a:spcBef>
              <a:buNone/>
              <a:defRPr sz="1500">
                <a:solidFill>
                  <a:schemeClr val="accent3"/>
                </a:solidFill>
                <a:latin typeface="+mj-lt"/>
              </a:defRPr>
            </a:lvl1pPr>
          </a:lstStyle>
          <a:p>
            <a:pPr lvl="0"/>
            <a:r>
              <a:rPr lang="en-US"/>
              <a:t>01</a:t>
            </a:r>
          </a:p>
        </p:txBody>
      </p:sp>
      <p:sp>
        <p:nvSpPr>
          <p:cNvPr id="8" name="Text Placeholder 6">
            <a:extLst>
              <a:ext uri="{FF2B5EF4-FFF2-40B4-BE49-F238E27FC236}">
                <a16:creationId xmlns:a16="http://schemas.microsoft.com/office/drawing/2014/main" id="{2CF85160-79CC-A075-C57D-46214B8F3E85}"/>
              </a:ext>
            </a:extLst>
          </p:cNvPr>
          <p:cNvSpPr>
            <a:spLocks noGrp="1"/>
          </p:cNvSpPr>
          <p:nvPr>
            <p:ph type="body" sz="quarter" idx="68" hasCustomPrompt="1"/>
          </p:nvPr>
        </p:nvSpPr>
        <p:spPr>
          <a:xfrm>
            <a:off x="667885" y="3454007"/>
            <a:ext cx="3123870" cy="230832"/>
          </a:xfrm>
          <a:prstGeom prst="rect">
            <a:avLst/>
          </a:prstGeom>
        </p:spPr>
        <p:txBody>
          <a:bodyPr lIns="0" tIns="0" rIns="0" bIns="0" anchor="b">
            <a:noAutofit/>
          </a:bodyPr>
          <a:lstStyle>
            <a:lvl1pPr marL="0" indent="0">
              <a:lnSpc>
                <a:spcPct val="70000"/>
              </a:lnSpc>
              <a:spcBef>
                <a:spcPts val="0"/>
              </a:spcBef>
              <a:buNone/>
              <a:defRPr sz="900">
                <a:solidFill>
                  <a:schemeClr val="bg1"/>
                </a:solidFill>
                <a:latin typeface="+mj-lt"/>
              </a:defRPr>
            </a:lvl1pPr>
          </a:lstStyle>
          <a:p>
            <a:pPr lvl="0"/>
            <a:r>
              <a:rPr lang="en-US"/>
              <a:t>TITLE</a:t>
            </a:r>
          </a:p>
        </p:txBody>
      </p:sp>
      <p:sp>
        <p:nvSpPr>
          <p:cNvPr id="9" name="Text Placeholder 14">
            <a:extLst>
              <a:ext uri="{FF2B5EF4-FFF2-40B4-BE49-F238E27FC236}">
                <a16:creationId xmlns:a16="http://schemas.microsoft.com/office/drawing/2014/main" id="{104C8E0B-4880-D7E4-93AC-D8A158867E93}"/>
              </a:ext>
            </a:extLst>
          </p:cNvPr>
          <p:cNvSpPr>
            <a:spLocks noGrp="1"/>
          </p:cNvSpPr>
          <p:nvPr>
            <p:ph type="body" sz="quarter" idx="69" hasCustomPrompt="1"/>
          </p:nvPr>
        </p:nvSpPr>
        <p:spPr>
          <a:xfrm>
            <a:off x="671684" y="3755397"/>
            <a:ext cx="3123871" cy="489409"/>
          </a:xfrm>
        </p:spPr>
        <p:txBody>
          <a:bodyPr lIns="0" tIns="0" rIns="0" bIns="0">
            <a:noAutofit/>
          </a:bodyPr>
          <a:lstStyle>
            <a:lvl1pPr marL="0" indent="0">
              <a:lnSpc>
                <a:spcPct val="90000"/>
              </a:lnSpc>
              <a:spcBef>
                <a:spcPts val="0"/>
              </a:spcBef>
              <a:buNone/>
              <a:defRPr sz="750">
                <a:solidFill>
                  <a:schemeClr val="bg1"/>
                </a:solidFill>
              </a:defRPr>
            </a:lvl1pPr>
          </a:lstStyle>
          <a:p>
            <a:pPr lvl="0"/>
            <a:r>
              <a:rPr lang="en-US"/>
              <a:t>Text</a:t>
            </a:r>
          </a:p>
        </p:txBody>
      </p:sp>
      <p:sp>
        <p:nvSpPr>
          <p:cNvPr id="10" name="Text Placeholder 6">
            <a:extLst>
              <a:ext uri="{FF2B5EF4-FFF2-40B4-BE49-F238E27FC236}">
                <a16:creationId xmlns:a16="http://schemas.microsoft.com/office/drawing/2014/main" id="{D4B38E73-97D9-8084-7D7A-4B16687DF0FA}"/>
              </a:ext>
            </a:extLst>
          </p:cNvPr>
          <p:cNvSpPr>
            <a:spLocks noGrp="1"/>
          </p:cNvSpPr>
          <p:nvPr>
            <p:ph type="body" sz="quarter" idx="70" hasCustomPrompt="1"/>
          </p:nvPr>
        </p:nvSpPr>
        <p:spPr>
          <a:xfrm>
            <a:off x="295798" y="3579309"/>
            <a:ext cx="262453" cy="230832"/>
          </a:xfrm>
          <a:prstGeom prst="rect">
            <a:avLst/>
          </a:prstGeom>
        </p:spPr>
        <p:txBody>
          <a:bodyPr lIns="0" tIns="0" rIns="0" bIns="0" anchor="ctr">
            <a:noAutofit/>
          </a:bodyPr>
          <a:lstStyle>
            <a:lvl1pPr marL="0" indent="0">
              <a:lnSpc>
                <a:spcPct val="70000"/>
              </a:lnSpc>
              <a:spcBef>
                <a:spcPts val="0"/>
              </a:spcBef>
              <a:buNone/>
              <a:defRPr sz="1500">
                <a:solidFill>
                  <a:schemeClr val="accent3"/>
                </a:solidFill>
                <a:latin typeface="+mj-lt"/>
              </a:defRPr>
            </a:lvl1pPr>
          </a:lstStyle>
          <a:p>
            <a:pPr lvl="0"/>
            <a:r>
              <a:rPr lang="en-US"/>
              <a:t>01</a:t>
            </a:r>
          </a:p>
        </p:txBody>
      </p:sp>
      <p:sp>
        <p:nvSpPr>
          <p:cNvPr id="11" name="Text Placeholder 6">
            <a:extLst>
              <a:ext uri="{FF2B5EF4-FFF2-40B4-BE49-F238E27FC236}">
                <a16:creationId xmlns:a16="http://schemas.microsoft.com/office/drawing/2014/main" id="{AAC12E01-5705-0C06-426E-967203356B80}"/>
              </a:ext>
            </a:extLst>
          </p:cNvPr>
          <p:cNvSpPr>
            <a:spLocks noGrp="1"/>
          </p:cNvSpPr>
          <p:nvPr>
            <p:ph type="body" sz="quarter" idx="71" hasCustomPrompt="1"/>
          </p:nvPr>
        </p:nvSpPr>
        <p:spPr>
          <a:xfrm>
            <a:off x="667885" y="4197586"/>
            <a:ext cx="3123870" cy="230832"/>
          </a:xfrm>
          <a:prstGeom prst="rect">
            <a:avLst/>
          </a:prstGeom>
        </p:spPr>
        <p:txBody>
          <a:bodyPr lIns="0" tIns="0" rIns="0" bIns="0" anchor="b">
            <a:noAutofit/>
          </a:bodyPr>
          <a:lstStyle>
            <a:lvl1pPr marL="0" indent="0">
              <a:lnSpc>
                <a:spcPct val="70000"/>
              </a:lnSpc>
              <a:spcBef>
                <a:spcPts val="0"/>
              </a:spcBef>
              <a:buNone/>
              <a:defRPr sz="900">
                <a:solidFill>
                  <a:schemeClr val="bg1"/>
                </a:solidFill>
                <a:latin typeface="+mj-lt"/>
              </a:defRPr>
            </a:lvl1pPr>
          </a:lstStyle>
          <a:p>
            <a:pPr lvl="0"/>
            <a:r>
              <a:rPr lang="en-US"/>
              <a:t>TITLE</a:t>
            </a:r>
          </a:p>
        </p:txBody>
      </p:sp>
      <p:sp>
        <p:nvSpPr>
          <p:cNvPr id="12" name="Text Placeholder 14">
            <a:extLst>
              <a:ext uri="{FF2B5EF4-FFF2-40B4-BE49-F238E27FC236}">
                <a16:creationId xmlns:a16="http://schemas.microsoft.com/office/drawing/2014/main" id="{E32CA9FA-AF62-0BFB-BB4B-40879F2522F7}"/>
              </a:ext>
            </a:extLst>
          </p:cNvPr>
          <p:cNvSpPr>
            <a:spLocks noGrp="1"/>
          </p:cNvSpPr>
          <p:nvPr>
            <p:ph type="body" sz="quarter" idx="72" hasCustomPrompt="1"/>
          </p:nvPr>
        </p:nvSpPr>
        <p:spPr>
          <a:xfrm>
            <a:off x="671684" y="4498976"/>
            <a:ext cx="3123871" cy="489409"/>
          </a:xfrm>
        </p:spPr>
        <p:txBody>
          <a:bodyPr lIns="0" tIns="0" rIns="0" bIns="0">
            <a:noAutofit/>
          </a:bodyPr>
          <a:lstStyle>
            <a:lvl1pPr marL="0" indent="0">
              <a:lnSpc>
                <a:spcPct val="90000"/>
              </a:lnSpc>
              <a:spcBef>
                <a:spcPts val="0"/>
              </a:spcBef>
              <a:buNone/>
              <a:defRPr sz="750">
                <a:solidFill>
                  <a:schemeClr val="bg1"/>
                </a:solidFill>
              </a:defRPr>
            </a:lvl1pPr>
          </a:lstStyle>
          <a:p>
            <a:pPr lvl="0"/>
            <a:r>
              <a:rPr lang="en-US"/>
              <a:t>Text</a:t>
            </a:r>
          </a:p>
        </p:txBody>
      </p:sp>
      <p:sp>
        <p:nvSpPr>
          <p:cNvPr id="13" name="Text Placeholder 6">
            <a:extLst>
              <a:ext uri="{FF2B5EF4-FFF2-40B4-BE49-F238E27FC236}">
                <a16:creationId xmlns:a16="http://schemas.microsoft.com/office/drawing/2014/main" id="{DEFF9F22-CFF2-14C4-2AFE-6B83A908EDB9}"/>
              </a:ext>
            </a:extLst>
          </p:cNvPr>
          <p:cNvSpPr>
            <a:spLocks noGrp="1"/>
          </p:cNvSpPr>
          <p:nvPr>
            <p:ph type="body" sz="quarter" idx="73" hasCustomPrompt="1"/>
          </p:nvPr>
        </p:nvSpPr>
        <p:spPr>
          <a:xfrm>
            <a:off x="295798" y="4322888"/>
            <a:ext cx="262453" cy="230832"/>
          </a:xfrm>
          <a:prstGeom prst="rect">
            <a:avLst/>
          </a:prstGeom>
        </p:spPr>
        <p:txBody>
          <a:bodyPr lIns="0" tIns="0" rIns="0" bIns="0" anchor="ctr">
            <a:noAutofit/>
          </a:bodyPr>
          <a:lstStyle>
            <a:lvl1pPr marL="0" indent="0">
              <a:lnSpc>
                <a:spcPct val="70000"/>
              </a:lnSpc>
              <a:spcBef>
                <a:spcPts val="0"/>
              </a:spcBef>
              <a:buNone/>
              <a:defRPr sz="1500">
                <a:solidFill>
                  <a:schemeClr val="accent3"/>
                </a:solidFill>
                <a:latin typeface="+mj-lt"/>
              </a:defRPr>
            </a:lvl1pPr>
          </a:lstStyle>
          <a:p>
            <a:pPr lvl="0"/>
            <a:r>
              <a:rPr lang="en-US"/>
              <a:t>01</a:t>
            </a:r>
          </a:p>
        </p:txBody>
      </p:sp>
      <p:sp>
        <p:nvSpPr>
          <p:cNvPr id="14" name="Text Placeholder 6">
            <a:extLst>
              <a:ext uri="{FF2B5EF4-FFF2-40B4-BE49-F238E27FC236}">
                <a16:creationId xmlns:a16="http://schemas.microsoft.com/office/drawing/2014/main" id="{95C82BE2-5B07-6660-05E9-8B6FF168553E}"/>
              </a:ext>
            </a:extLst>
          </p:cNvPr>
          <p:cNvSpPr>
            <a:spLocks noGrp="1"/>
          </p:cNvSpPr>
          <p:nvPr>
            <p:ph type="body" sz="quarter" idx="74" hasCustomPrompt="1"/>
          </p:nvPr>
        </p:nvSpPr>
        <p:spPr>
          <a:xfrm>
            <a:off x="4948482" y="1966852"/>
            <a:ext cx="3123870" cy="230832"/>
          </a:xfrm>
          <a:prstGeom prst="rect">
            <a:avLst/>
          </a:prstGeom>
        </p:spPr>
        <p:txBody>
          <a:bodyPr lIns="0" tIns="0" rIns="0" bIns="0" anchor="b">
            <a:noAutofit/>
          </a:bodyPr>
          <a:lstStyle>
            <a:lvl1pPr marL="0" indent="0">
              <a:lnSpc>
                <a:spcPct val="70000"/>
              </a:lnSpc>
              <a:spcBef>
                <a:spcPts val="0"/>
              </a:spcBef>
              <a:buNone/>
              <a:defRPr sz="900">
                <a:solidFill>
                  <a:schemeClr val="bg1"/>
                </a:solidFill>
                <a:latin typeface="+mj-lt"/>
              </a:defRPr>
            </a:lvl1pPr>
          </a:lstStyle>
          <a:p>
            <a:pPr lvl="0"/>
            <a:r>
              <a:rPr lang="en-US"/>
              <a:t>TITLE</a:t>
            </a:r>
          </a:p>
        </p:txBody>
      </p:sp>
      <p:sp>
        <p:nvSpPr>
          <p:cNvPr id="15" name="Text Placeholder 14">
            <a:extLst>
              <a:ext uri="{FF2B5EF4-FFF2-40B4-BE49-F238E27FC236}">
                <a16:creationId xmlns:a16="http://schemas.microsoft.com/office/drawing/2014/main" id="{4E325912-9CBE-C769-89CB-6647FAD5FC42}"/>
              </a:ext>
            </a:extLst>
          </p:cNvPr>
          <p:cNvSpPr>
            <a:spLocks noGrp="1"/>
          </p:cNvSpPr>
          <p:nvPr>
            <p:ph type="body" sz="quarter" idx="75" hasCustomPrompt="1"/>
          </p:nvPr>
        </p:nvSpPr>
        <p:spPr>
          <a:xfrm>
            <a:off x="4952281" y="2268242"/>
            <a:ext cx="3123871" cy="489409"/>
          </a:xfrm>
        </p:spPr>
        <p:txBody>
          <a:bodyPr lIns="0" tIns="0" rIns="0" bIns="0">
            <a:noAutofit/>
          </a:bodyPr>
          <a:lstStyle>
            <a:lvl1pPr marL="0" indent="0">
              <a:lnSpc>
                <a:spcPct val="90000"/>
              </a:lnSpc>
              <a:spcBef>
                <a:spcPts val="0"/>
              </a:spcBef>
              <a:buNone/>
              <a:defRPr sz="750">
                <a:solidFill>
                  <a:schemeClr val="bg1"/>
                </a:solidFill>
              </a:defRPr>
            </a:lvl1pPr>
          </a:lstStyle>
          <a:p>
            <a:pPr lvl="0"/>
            <a:r>
              <a:rPr lang="en-US"/>
              <a:t>Text</a:t>
            </a:r>
          </a:p>
        </p:txBody>
      </p:sp>
      <p:sp>
        <p:nvSpPr>
          <p:cNvPr id="16" name="Text Placeholder 6">
            <a:extLst>
              <a:ext uri="{FF2B5EF4-FFF2-40B4-BE49-F238E27FC236}">
                <a16:creationId xmlns:a16="http://schemas.microsoft.com/office/drawing/2014/main" id="{2482D16C-9421-F486-36A7-DBCD5FEB08CF}"/>
              </a:ext>
            </a:extLst>
          </p:cNvPr>
          <p:cNvSpPr>
            <a:spLocks noGrp="1"/>
          </p:cNvSpPr>
          <p:nvPr>
            <p:ph type="body" sz="quarter" idx="76" hasCustomPrompt="1"/>
          </p:nvPr>
        </p:nvSpPr>
        <p:spPr>
          <a:xfrm>
            <a:off x="4576395" y="2092154"/>
            <a:ext cx="262453" cy="230832"/>
          </a:xfrm>
          <a:prstGeom prst="rect">
            <a:avLst/>
          </a:prstGeom>
        </p:spPr>
        <p:txBody>
          <a:bodyPr lIns="0" tIns="0" rIns="0" bIns="0" anchor="ctr">
            <a:noAutofit/>
          </a:bodyPr>
          <a:lstStyle>
            <a:lvl1pPr marL="0" indent="0">
              <a:lnSpc>
                <a:spcPct val="70000"/>
              </a:lnSpc>
              <a:spcBef>
                <a:spcPts val="0"/>
              </a:spcBef>
              <a:buNone/>
              <a:defRPr sz="1500">
                <a:solidFill>
                  <a:schemeClr val="accent3"/>
                </a:solidFill>
                <a:latin typeface="+mj-lt"/>
              </a:defRPr>
            </a:lvl1pPr>
          </a:lstStyle>
          <a:p>
            <a:pPr lvl="0"/>
            <a:r>
              <a:rPr lang="en-US"/>
              <a:t>01</a:t>
            </a:r>
          </a:p>
        </p:txBody>
      </p:sp>
      <p:sp>
        <p:nvSpPr>
          <p:cNvPr id="17" name="Text Placeholder 6">
            <a:extLst>
              <a:ext uri="{FF2B5EF4-FFF2-40B4-BE49-F238E27FC236}">
                <a16:creationId xmlns:a16="http://schemas.microsoft.com/office/drawing/2014/main" id="{992B895E-1CD3-9102-2E71-BB4485EF0A54}"/>
              </a:ext>
            </a:extLst>
          </p:cNvPr>
          <p:cNvSpPr>
            <a:spLocks noGrp="1"/>
          </p:cNvSpPr>
          <p:nvPr>
            <p:ph type="body" sz="quarter" idx="77" hasCustomPrompt="1"/>
          </p:nvPr>
        </p:nvSpPr>
        <p:spPr>
          <a:xfrm>
            <a:off x="4948482" y="2710431"/>
            <a:ext cx="3123870" cy="230832"/>
          </a:xfrm>
          <a:prstGeom prst="rect">
            <a:avLst/>
          </a:prstGeom>
        </p:spPr>
        <p:txBody>
          <a:bodyPr lIns="0" tIns="0" rIns="0" bIns="0" anchor="b">
            <a:noAutofit/>
          </a:bodyPr>
          <a:lstStyle>
            <a:lvl1pPr marL="0" indent="0">
              <a:lnSpc>
                <a:spcPct val="70000"/>
              </a:lnSpc>
              <a:spcBef>
                <a:spcPts val="0"/>
              </a:spcBef>
              <a:buNone/>
              <a:defRPr sz="900">
                <a:solidFill>
                  <a:schemeClr val="bg1"/>
                </a:solidFill>
                <a:latin typeface="+mj-lt"/>
              </a:defRPr>
            </a:lvl1pPr>
          </a:lstStyle>
          <a:p>
            <a:pPr lvl="0"/>
            <a:r>
              <a:rPr lang="en-US"/>
              <a:t>TITLE</a:t>
            </a:r>
          </a:p>
        </p:txBody>
      </p:sp>
      <p:sp>
        <p:nvSpPr>
          <p:cNvPr id="18" name="Text Placeholder 14">
            <a:extLst>
              <a:ext uri="{FF2B5EF4-FFF2-40B4-BE49-F238E27FC236}">
                <a16:creationId xmlns:a16="http://schemas.microsoft.com/office/drawing/2014/main" id="{22B67C45-DAC5-4901-BEB4-311BF92716D8}"/>
              </a:ext>
            </a:extLst>
          </p:cNvPr>
          <p:cNvSpPr>
            <a:spLocks noGrp="1"/>
          </p:cNvSpPr>
          <p:nvPr>
            <p:ph type="body" sz="quarter" idx="78" hasCustomPrompt="1"/>
          </p:nvPr>
        </p:nvSpPr>
        <p:spPr>
          <a:xfrm>
            <a:off x="4952281" y="3011821"/>
            <a:ext cx="3123871" cy="489409"/>
          </a:xfrm>
        </p:spPr>
        <p:txBody>
          <a:bodyPr lIns="0" tIns="0" rIns="0" bIns="0">
            <a:noAutofit/>
          </a:bodyPr>
          <a:lstStyle>
            <a:lvl1pPr marL="0" indent="0">
              <a:lnSpc>
                <a:spcPct val="90000"/>
              </a:lnSpc>
              <a:spcBef>
                <a:spcPts val="0"/>
              </a:spcBef>
              <a:buNone/>
              <a:defRPr sz="750">
                <a:solidFill>
                  <a:schemeClr val="bg1"/>
                </a:solidFill>
              </a:defRPr>
            </a:lvl1pPr>
          </a:lstStyle>
          <a:p>
            <a:pPr lvl="0"/>
            <a:r>
              <a:rPr lang="en-US"/>
              <a:t>Text</a:t>
            </a:r>
          </a:p>
        </p:txBody>
      </p:sp>
      <p:sp>
        <p:nvSpPr>
          <p:cNvPr id="19" name="Text Placeholder 6">
            <a:extLst>
              <a:ext uri="{FF2B5EF4-FFF2-40B4-BE49-F238E27FC236}">
                <a16:creationId xmlns:a16="http://schemas.microsoft.com/office/drawing/2014/main" id="{BE17DC96-35DB-8DDB-C639-60639EC3CFE7}"/>
              </a:ext>
            </a:extLst>
          </p:cNvPr>
          <p:cNvSpPr>
            <a:spLocks noGrp="1"/>
          </p:cNvSpPr>
          <p:nvPr>
            <p:ph type="body" sz="quarter" idx="79" hasCustomPrompt="1"/>
          </p:nvPr>
        </p:nvSpPr>
        <p:spPr>
          <a:xfrm>
            <a:off x="4576395" y="2835733"/>
            <a:ext cx="262453" cy="230832"/>
          </a:xfrm>
          <a:prstGeom prst="rect">
            <a:avLst/>
          </a:prstGeom>
        </p:spPr>
        <p:txBody>
          <a:bodyPr lIns="0" tIns="0" rIns="0" bIns="0" anchor="ctr">
            <a:noAutofit/>
          </a:bodyPr>
          <a:lstStyle>
            <a:lvl1pPr marL="0" indent="0">
              <a:lnSpc>
                <a:spcPct val="70000"/>
              </a:lnSpc>
              <a:spcBef>
                <a:spcPts val="0"/>
              </a:spcBef>
              <a:buNone/>
              <a:defRPr sz="1500">
                <a:solidFill>
                  <a:schemeClr val="accent3"/>
                </a:solidFill>
                <a:latin typeface="+mj-lt"/>
              </a:defRPr>
            </a:lvl1pPr>
          </a:lstStyle>
          <a:p>
            <a:pPr lvl="0"/>
            <a:r>
              <a:rPr lang="en-US"/>
              <a:t>01</a:t>
            </a:r>
          </a:p>
        </p:txBody>
      </p:sp>
      <p:sp>
        <p:nvSpPr>
          <p:cNvPr id="23" name="Text Placeholder 6">
            <a:extLst>
              <a:ext uri="{FF2B5EF4-FFF2-40B4-BE49-F238E27FC236}">
                <a16:creationId xmlns:a16="http://schemas.microsoft.com/office/drawing/2014/main" id="{106252CA-B64B-E228-9A4D-528B96B30F2C}"/>
              </a:ext>
            </a:extLst>
          </p:cNvPr>
          <p:cNvSpPr>
            <a:spLocks noGrp="1"/>
          </p:cNvSpPr>
          <p:nvPr>
            <p:ph type="body" sz="quarter" idx="80" hasCustomPrompt="1"/>
          </p:nvPr>
        </p:nvSpPr>
        <p:spPr>
          <a:xfrm>
            <a:off x="4948482" y="3454007"/>
            <a:ext cx="3123870" cy="230832"/>
          </a:xfrm>
          <a:prstGeom prst="rect">
            <a:avLst/>
          </a:prstGeom>
        </p:spPr>
        <p:txBody>
          <a:bodyPr lIns="0" tIns="0" rIns="0" bIns="0" anchor="b">
            <a:noAutofit/>
          </a:bodyPr>
          <a:lstStyle>
            <a:lvl1pPr marL="0" indent="0">
              <a:lnSpc>
                <a:spcPct val="70000"/>
              </a:lnSpc>
              <a:spcBef>
                <a:spcPts val="0"/>
              </a:spcBef>
              <a:buNone/>
              <a:defRPr sz="900">
                <a:solidFill>
                  <a:schemeClr val="bg1"/>
                </a:solidFill>
                <a:latin typeface="+mj-lt"/>
              </a:defRPr>
            </a:lvl1pPr>
          </a:lstStyle>
          <a:p>
            <a:pPr lvl="0"/>
            <a:r>
              <a:rPr lang="en-US"/>
              <a:t>TITLE</a:t>
            </a:r>
          </a:p>
        </p:txBody>
      </p:sp>
      <p:sp>
        <p:nvSpPr>
          <p:cNvPr id="24" name="Text Placeholder 14">
            <a:extLst>
              <a:ext uri="{FF2B5EF4-FFF2-40B4-BE49-F238E27FC236}">
                <a16:creationId xmlns:a16="http://schemas.microsoft.com/office/drawing/2014/main" id="{F9149F5F-F802-2FFE-23E2-C08979B9C86C}"/>
              </a:ext>
            </a:extLst>
          </p:cNvPr>
          <p:cNvSpPr>
            <a:spLocks noGrp="1"/>
          </p:cNvSpPr>
          <p:nvPr>
            <p:ph type="body" sz="quarter" idx="81" hasCustomPrompt="1"/>
          </p:nvPr>
        </p:nvSpPr>
        <p:spPr>
          <a:xfrm>
            <a:off x="4952281" y="3755397"/>
            <a:ext cx="3123871" cy="489409"/>
          </a:xfrm>
        </p:spPr>
        <p:txBody>
          <a:bodyPr lIns="0" tIns="0" rIns="0" bIns="0">
            <a:noAutofit/>
          </a:bodyPr>
          <a:lstStyle>
            <a:lvl1pPr marL="0" indent="0">
              <a:lnSpc>
                <a:spcPct val="90000"/>
              </a:lnSpc>
              <a:spcBef>
                <a:spcPts val="0"/>
              </a:spcBef>
              <a:buNone/>
              <a:defRPr sz="750">
                <a:solidFill>
                  <a:schemeClr val="bg1"/>
                </a:solidFill>
              </a:defRPr>
            </a:lvl1pPr>
          </a:lstStyle>
          <a:p>
            <a:pPr lvl="0"/>
            <a:r>
              <a:rPr lang="en-US"/>
              <a:t>Text</a:t>
            </a:r>
          </a:p>
        </p:txBody>
      </p:sp>
      <p:sp>
        <p:nvSpPr>
          <p:cNvPr id="25" name="Text Placeholder 6">
            <a:extLst>
              <a:ext uri="{FF2B5EF4-FFF2-40B4-BE49-F238E27FC236}">
                <a16:creationId xmlns:a16="http://schemas.microsoft.com/office/drawing/2014/main" id="{41A95FAF-B2E5-A8CB-28AF-D8CBFFC2D1E1}"/>
              </a:ext>
            </a:extLst>
          </p:cNvPr>
          <p:cNvSpPr>
            <a:spLocks noGrp="1"/>
          </p:cNvSpPr>
          <p:nvPr>
            <p:ph type="body" sz="quarter" idx="82" hasCustomPrompt="1"/>
          </p:nvPr>
        </p:nvSpPr>
        <p:spPr>
          <a:xfrm>
            <a:off x="4576395" y="3579309"/>
            <a:ext cx="262453" cy="230832"/>
          </a:xfrm>
          <a:prstGeom prst="rect">
            <a:avLst/>
          </a:prstGeom>
        </p:spPr>
        <p:txBody>
          <a:bodyPr lIns="0" tIns="0" rIns="0" bIns="0" anchor="ctr">
            <a:noAutofit/>
          </a:bodyPr>
          <a:lstStyle>
            <a:lvl1pPr marL="0" indent="0">
              <a:lnSpc>
                <a:spcPct val="70000"/>
              </a:lnSpc>
              <a:spcBef>
                <a:spcPts val="0"/>
              </a:spcBef>
              <a:buNone/>
              <a:defRPr sz="1500">
                <a:solidFill>
                  <a:schemeClr val="accent3"/>
                </a:solidFill>
                <a:latin typeface="+mj-lt"/>
              </a:defRPr>
            </a:lvl1pPr>
          </a:lstStyle>
          <a:p>
            <a:pPr lvl="0"/>
            <a:r>
              <a:rPr lang="en-US"/>
              <a:t>01</a:t>
            </a:r>
          </a:p>
        </p:txBody>
      </p:sp>
      <p:sp>
        <p:nvSpPr>
          <p:cNvPr id="26" name="Text Placeholder 6">
            <a:extLst>
              <a:ext uri="{FF2B5EF4-FFF2-40B4-BE49-F238E27FC236}">
                <a16:creationId xmlns:a16="http://schemas.microsoft.com/office/drawing/2014/main" id="{25F26B71-E91A-4FAE-849C-86231C76CFC2}"/>
              </a:ext>
            </a:extLst>
          </p:cNvPr>
          <p:cNvSpPr>
            <a:spLocks noGrp="1"/>
          </p:cNvSpPr>
          <p:nvPr>
            <p:ph type="body" sz="quarter" idx="83" hasCustomPrompt="1"/>
          </p:nvPr>
        </p:nvSpPr>
        <p:spPr>
          <a:xfrm>
            <a:off x="4948482" y="4197586"/>
            <a:ext cx="3123870" cy="230832"/>
          </a:xfrm>
          <a:prstGeom prst="rect">
            <a:avLst/>
          </a:prstGeom>
        </p:spPr>
        <p:txBody>
          <a:bodyPr lIns="0" tIns="0" rIns="0" bIns="0" anchor="b">
            <a:noAutofit/>
          </a:bodyPr>
          <a:lstStyle>
            <a:lvl1pPr marL="0" indent="0">
              <a:lnSpc>
                <a:spcPct val="70000"/>
              </a:lnSpc>
              <a:spcBef>
                <a:spcPts val="0"/>
              </a:spcBef>
              <a:buNone/>
              <a:defRPr sz="900">
                <a:solidFill>
                  <a:schemeClr val="bg1"/>
                </a:solidFill>
                <a:latin typeface="+mj-lt"/>
              </a:defRPr>
            </a:lvl1pPr>
          </a:lstStyle>
          <a:p>
            <a:pPr lvl="0"/>
            <a:r>
              <a:rPr lang="en-US"/>
              <a:t>TITLE</a:t>
            </a:r>
          </a:p>
        </p:txBody>
      </p:sp>
      <p:sp>
        <p:nvSpPr>
          <p:cNvPr id="27" name="Text Placeholder 14">
            <a:extLst>
              <a:ext uri="{FF2B5EF4-FFF2-40B4-BE49-F238E27FC236}">
                <a16:creationId xmlns:a16="http://schemas.microsoft.com/office/drawing/2014/main" id="{D9E9DA1E-1E27-63B2-16E5-E07C71BC992E}"/>
              </a:ext>
            </a:extLst>
          </p:cNvPr>
          <p:cNvSpPr>
            <a:spLocks noGrp="1"/>
          </p:cNvSpPr>
          <p:nvPr>
            <p:ph type="body" sz="quarter" idx="84" hasCustomPrompt="1"/>
          </p:nvPr>
        </p:nvSpPr>
        <p:spPr>
          <a:xfrm>
            <a:off x="4952281" y="4498976"/>
            <a:ext cx="3123871" cy="489409"/>
          </a:xfrm>
        </p:spPr>
        <p:txBody>
          <a:bodyPr lIns="0" tIns="0" rIns="0" bIns="0">
            <a:noAutofit/>
          </a:bodyPr>
          <a:lstStyle>
            <a:lvl1pPr marL="0" indent="0">
              <a:lnSpc>
                <a:spcPct val="90000"/>
              </a:lnSpc>
              <a:spcBef>
                <a:spcPts val="0"/>
              </a:spcBef>
              <a:buNone/>
              <a:defRPr sz="750">
                <a:solidFill>
                  <a:schemeClr val="bg1"/>
                </a:solidFill>
              </a:defRPr>
            </a:lvl1pPr>
          </a:lstStyle>
          <a:p>
            <a:pPr lvl="0"/>
            <a:r>
              <a:rPr lang="en-US"/>
              <a:t>Text</a:t>
            </a:r>
          </a:p>
        </p:txBody>
      </p:sp>
      <p:sp>
        <p:nvSpPr>
          <p:cNvPr id="28" name="Text Placeholder 6">
            <a:extLst>
              <a:ext uri="{FF2B5EF4-FFF2-40B4-BE49-F238E27FC236}">
                <a16:creationId xmlns:a16="http://schemas.microsoft.com/office/drawing/2014/main" id="{B6786EAD-D440-35AC-96A0-0F0DB8C2B639}"/>
              </a:ext>
            </a:extLst>
          </p:cNvPr>
          <p:cNvSpPr>
            <a:spLocks noGrp="1"/>
          </p:cNvSpPr>
          <p:nvPr>
            <p:ph type="body" sz="quarter" idx="85" hasCustomPrompt="1"/>
          </p:nvPr>
        </p:nvSpPr>
        <p:spPr>
          <a:xfrm>
            <a:off x="4576395" y="4322888"/>
            <a:ext cx="262453" cy="230832"/>
          </a:xfrm>
          <a:prstGeom prst="rect">
            <a:avLst/>
          </a:prstGeom>
        </p:spPr>
        <p:txBody>
          <a:bodyPr lIns="0" tIns="0" rIns="0" bIns="0" anchor="ctr">
            <a:noAutofit/>
          </a:bodyPr>
          <a:lstStyle>
            <a:lvl1pPr marL="0" indent="0">
              <a:lnSpc>
                <a:spcPct val="70000"/>
              </a:lnSpc>
              <a:spcBef>
                <a:spcPts val="0"/>
              </a:spcBef>
              <a:buNone/>
              <a:defRPr sz="1500">
                <a:solidFill>
                  <a:schemeClr val="accent3"/>
                </a:solidFill>
                <a:latin typeface="+mj-lt"/>
              </a:defRPr>
            </a:lvl1pPr>
          </a:lstStyle>
          <a:p>
            <a:pPr lvl="0"/>
            <a:r>
              <a:rPr lang="en-US"/>
              <a:t>01</a:t>
            </a:r>
          </a:p>
        </p:txBody>
      </p:sp>
    </p:spTree>
    <p:extLst>
      <p:ext uri="{BB962C8B-B14F-4D97-AF65-F5344CB8AC3E}">
        <p14:creationId xmlns:p14="http://schemas.microsoft.com/office/powerpoint/2010/main" val="2106697624"/>
      </p:ext>
    </p:extLst>
  </p:cSld>
  <p:clrMapOvr>
    <a:masterClrMapping/>
  </p:clrMapOvr>
  <p:transition spd="med"/>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3 column title, text">
    <p:bg>
      <p:bgPr>
        <a:solidFill>
          <a:srgbClr val="0143FD"/>
        </a:solidFill>
        <a:effectLst/>
      </p:bgPr>
    </p:bg>
    <p:spTree>
      <p:nvGrpSpPr>
        <p:cNvPr id="1" name=""/>
        <p:cNvGrpSpPr/>
        <p:nvPr/>
      </p:nvGrpSpPr>
      <p:grpSpPr>
        <a:xfrm>
          <a:off x="0" y="0"/>
          <a:ext cx="0" cy="0"/>
          <a:chOff x="0" y="0"/>
          <a:chExt cx="0" cy="0"/>
        </a:xfrm>
      </p:grpSpPr>
      <p:sp>
        <p:nvSpPr>
          <p:cNvPr id="66" name="Slide Number"/>
          <p:cNvSpPr txBox="1">
            <a:spLocks noGrp="1"/>
          </p:cNvSpPr>
          <p:nvPr>
            <p:ph type="sldNum" sz="quarter" idx="2"/>
          </p:nvPr>
        </p:nvSpPr>
        <p:spPr>
          <a:prstGeom prst="rect">
            <a:avLst/>
          </a:prstGeom>
        </p:spPr>
        <p:txBody>
          <a:bodyPr/>
          <a:lstStyle>
            <a:lvl1pPr>
              <a:defRPr>
                <a:solidFill>
                  <a:schemeClr val="bg1"/>
                </a:solidFill>
              </a:defRPr>
            </a:lvl1pPr>
          </a:lstStyle>
          <a:p>
            <a:fld id="{86CB4B4D-7CA3-9044-876B-883B54F8677D}" type="slidenum">
              <a:rPr lang="en-GB" smtClean="0"/>
              <a:pPr/>
              <a:t>‹#›</a:t>
            </a:fld>
            <a:endParaRPr lang="en-GB"/>
          </a:p>
        </p:txBody>
      </p:sp>
      <p:pic>
        <p:nvPicPr>
          <p:cNvPr id="95" name="CGC logo white.png" descr="CGC logo white.png">
            <a:extLst>
              <a:ext uri="{FF2B5EF4-FFF2-40B4-BE49-F238E27FC236}">
                <a16:creationId xmlns:a16="http://schemas.microsoft.com/office/drawing/2014/main" id="{3454345D-1729-E32F-7CD3-E35C9964CEE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85750" y="285750"/>
            <a:ext cx="1152091" cy="199818"/>
          </a:xfrm>
          <a:prstGeom prst="rect">
            <a:avLst/>
          </a:prstGeom>
          <a:ln w="12700">
            <a:miter lim="400000"/>
          </a:ln>
        </p:spPr>
      </p:pic>
      <p:sp>
        <p:nvSpPr>
          <p:cNvPr id="14" name="Text Placeholder 6">
            <a:extLst>
              <a:ext uri="{FF2B5EF4-FFF2-40B4-BE49-F238E27FC236}">
                <a16:creationId xmlns:a16="http://schemas.microsoft.com/office/drawing/2014/main" id="{0C72EF2F-0D2F-4A88-EC22-9809E5C8290E}"/>
              </a:ext>
            </a:extLst>
          </p:cNvPr>
          <p:cNvSpPr>
            <a:spLocks noGrp="1"/>
          </p:cNvSpPr>
          <p:nvPr>
            <p:ph type="body" sz="quarter" idx="49" hasCustomPrompt="1"/>
          </p:nvPr>
        </p:nvSpPr>
        <p:spPr>
          <a:xfrm>
            <a:off x="3593805" y="2358263"/>
            <a:ext cx="1593042" cy="230832"/>
          </a:xfrm>
          <a:prstGeom prst="rect">
            <a:avLst/>
          </a:prstGeom>
        </p:spPr>
        <p:txBody>
          <a:bodyPr lIns="0" tIns="0" rIns="0" bIns="0" anchor="b">
            <a:noAutofit/>
          </a:bodyPr>
          <a:lstStyle>
            <a:lvl1pPr marL="0" indent="0">
              <a:lnSpc>
                <a:spcPct val="70000"/>
              </a:lnSpc>
              <a:spcBef>
                <a:spcPts val="0"/>
              </a:spcBef>
              <a:buNone/>
              <a:defRPr sz="900">
                <a:solidFill>
                  <a:schemeClr val="bg1"/>
                </a:solidFill>
                <a:latin typeface="+mj-lt"/>
              </a:defRPr>
            </a:lvl1pPr>
          </a:lstStyle>
          <a:p>
            <a:pPr lvl="0"/>
            <a:r>
              <a:rPr lang="en-US"/>
              <a:t>TITLE</a:t>
            </a:r>
          </a:p>
        </p:txBody>
      </p:sp>
      <p:sp>
        <p:nvSpPr>
          <p:cNvPr id="15" name="Text Placeholder 14">
            <a:extLst>
              <a:ext uri="{FF2B5EF4-FFF2-40B4-BE49-F238E27FC236}">
                <a16:creationId xmlns:a16="http://schemas.microsoft.com/office/drawing/2014/main" id="{8229BE70-D84A-D11C-7F1B-251DC16DC88F}"/>
              </a:ext>
            </a:extLst>
          </p:cNvPr>
          <p:cNvSpPr>
            <a:spLocks noGrp="1"/>
          </p:cNvSpPr>
          <p:nvPr>
            <p:ph type="body" sz="quarter" idx="50" hasCustomPrompt="1"/>
          </p:nvPr>
        </p:nvSpPr>
        <p:spPr>
          <a:xfrm>
            <a:off x="3593805" y="2657840"/>
            <a:ext cx="1593043" cy="837699"/>
          </a:xfrm>
        </p:spPr>
        <p:txBody>
          <a:bodyPr lIns="0" tIns="0" rIns="0" bIns="0">
            <a:noAutofit/>
          </a:bodyPr>
          <a:lstStyle>
            <a:lvl1pPr marL="0" indent="0">
              <a:lnSpc>
                <a:spcPct val="90000"/>
              </a:lnSpc>
              <a:spcBef>
                <a:spcPts val="0"/>
              </a:spcBef>
              <a:buNone/>
              <a:defRPr sz="750">
                <a:solidFill>
                  <a:schemeClr val="bg1"/>
                </a:solidFill>
              </a:defRPr>
            </a:lvl1pPr>
          </a:lstStyle>
          <a:p>
            <a:pPr lvl="0"/>
            <a:r>
              <a:rPr lang="en-US"/>
              <a:t>Text</a:t>
            </a:r>
          </a:p>
        </p:txBody>
      </p:sp>
      <p:sp>
        <p:nvSpPr>
          <p:cNvPr id="2" name="Text Placeholder 6">
            <a:extLst>
              <a:ext uri="{FF2B5EF4-FFF2-40B4-BE49-F238E27FC236}">
                <a16:creationId xmlns:a16="http://schemas.microsoft.com/office/drawing/2014/main" id="{17117240-481C-C702-C8E5-958C2BCCE96C}"/>
              </a:ext>
            </a:extLst>
          </p:cNvPr>
          <p:cNvSpPr>
            <a:spLocks noGrp="1"/>
          </p:cNvSpPr>
          <p:nvPr>
            <p:ph type="body" sz="quarter" idx="61" hasCustomPrompt="1"/>
          </p:nvPr>
        </p:nvSpPr>
        <p:spPr>
          <a:xfrm>
            <a:off x="5412556" y="2358263"/>
            <a:ext cx="1593042" cy="230832"/>
          </a:xfrm>
          <a:prstGeom prst="rect">
            <a:avLst/>
          </a:prstGeom>
        </p:spPr>
        <p:txBody>
          <a:bodyPr lIns="0" tIns="0" rIns="0" bIns="0" anchor="b">
            <a:noAutofit/>
          </a:bodyPr>
          <a:lstStyle>
            <a:lvl1pPr marL="0" indent="0">
              <a:lnSpc>
                <a:spcPct val="70000"/>
              </a:lnSpc>
              <a:spcBef>
                <a:spcPts val="0"/>
              </a:spcBef>
              <a:buNone/>
              <a:defRPr sz="900">
                <a:solidFill>
                  <a:schemeClr val="bg1"/>
                </a:solidFill>
                <a:latin typeface="+mj-lt"/>
              </a:defRPr>
            </a:lvl1pPr>
          </a:lstStyle>
          <a:p>
            <a:pPr lvl="0"/>
            <a:r>
              <a:rPr lang="en-US"/>
              <a:t>TITLE</a:t>
            </a:r>
          </a:p>
        </p:txBody>
      </p:sp>
      <p:sp>
        <p:nvSpPr>
          <p:cNvPr id="3" name="Text Placeholder 14">
            <a:extLst>
              <a:ext uri="{FF2B5EF4-FFF2-40B4-BE49-F238E27FC236}">
                <a16:creationId xmlns:a16="http://schemas.microsoft.com/office/drawing/2014/main" id="{9441C1A2-4018-858E-C997-5E2B0F03E71E}"/>
              </a:ext>
            </a:extLst>
          </p:cNvPr>
          <p:cNvSpPr>
            <a:spLocks noGrp="1"/>
          </p:cNvSpPr>
          <p:nvPr>
            <p:ph type="body" sz="quarter" idx="62" hasCustomPrompt="1"/>
          </p:nvPr>
        </p:nvSpPr>
        <p:spPr>
          <a:xfrm>
            <a:off x="5412556" y="2657840"/>
            <a:ext cx="1593043" cy="837699"/>
          </a:xfrm>
        </p:spPr>
        <p:txBody>
          <a:bodyPr lIns="0" tIns="0" rIns="0" bIns="0">
            <a:noAutofit/>
          </a:bodyPr>
          <a:lstStyle>
            <a:lvl1pPr marL="0" indent="0">
              <a:lnSpc>
                <a:spcPct val="90000"/>
              </a:lnSpc>
              <a:spcBef>
                <a:spcPts val="0"/>
              </a:spcBef>
              <a:buNone/>
              <a:defRPr sz="750">
                <a:solidFill>
                  <a:schemeClr val="bg1"/>
                </a:solidFill>
              </a:defRPr>
            </a:lvl1pPr>
          </a:lstStyle>
          <a:p>
            <a:pPr lvl="0"/>
            <a:r>
              <a:rPr lang="en-US"/>
              <a:t>Text</a:t>
            </a:r>
          </a:p>
        </p:txBody>
      </p:sp>
      <p:sp>
        <p:nvSpPr>
          <p:cNvPr id="4" name="Text Placeholder 6">
            <a:extLst>
              <a:ext uri="{FF2B5EF4-FFF2-40B4-BE49-F238E27FC236}">
                <a16:creationId xmlns:a16="http://schemas.microsoft.com/office/drawing/2014/main" id="{C568F11C-75E8-2082-E53D-726C4078D89C}"/>
              </a:ext>
            </a:extLst>
          </p:cNvPr>
          <p:cNvSpPr>
            <a:spLocks noGrp="1"/>
          </p:cNvSpPr>
          <p:nvPr>
            <p:ph type="body" sz="quarter" idx="63" hasCustomPrompt="1"/>
          </p:nvPr>
        </p:nvSpPr>
        <p:spPr>
          <a:xfrm>
            <a:off x="7231308" y="2358263"/>
            <a:ext cx="1593042" cy="230832"/>
          </a:xfrm>
          <a:prstGeom prst="rect">
            <a:avLst/>
          </a:prstGeom>
        </p:spPr>
        <p:txBody>
          <a:bodyPr lIns="0" tIns="0" rIns="0" bIns="0" anchor="b">
            <a:noAutofit/>
          </a:bodyPr>
          <a:lstStyle>
            <a:lvl1pPr marL="0" indent="0">
              <a:lnSpc>
                <a:spcPct val="70000"/>
              </a:lnSpc>
              <a:spcBef>
                <a:spcPts val="0"/>
              </a:spcBef>
              <a:buNone/>
              <a:defRPr sz="900">
                <a:solidFill>
                  <a:schemeClr val="bg1"/>
                </a:solidFill>
                <a:latin typeface="+mj-lt"/>
              </a:defRPr>
            </a:lvl1pPr>
          </a:lstStyle>
          <a:p>
            <a:pPr lvl="0"/>
            <a:r>
              <a:rPr lang="en-US"/>
              <a:t>TITLE</a:t>
            </a:r>
          </a:p>
        </p:txBody>
      </p:sp>
      <p:sp>
        <p:nvSpPr>
          <p:cNvPr id="5" name="Text Placeholder 14">
            <a:extLst>
              <a:ext uri="{FF2B5EF4-FFF2-40B4-BE49-F238E27FC236}">
                <a16:creationId xmlns:a16="http://schemas.microsoft.com/office/drawing/2014/main" id="{47C803ED-75D2-F3FD-1962-D9AC65FBBDC6}"/>
              </a:ext>
            </a:extLst>
          </p:cNvPr>
          <p:cNvSpPr>
            <a:spLocks noGrp="1"/>
          </p:cNvSpPr>
          <p:nvPr>
            <p:ph type="body" sz="quarter" idx="64" hasCustomPrompt="1"/>
          </p:nvPr>
        </p:nvSpPr>
        <p:spPr>
          <a:xfrm>
            <a:off x="7231308" y="2657840"/>
            <a:ext cx="1593043" cy="837699"/>
          </a:xfrm>
        </p:spPr>
        <p:txBody>
          <a:bodyPr lIns="0" tIns="0" rIns="0" bIns="0">
            <a:noAutofit/>
          </a:bodyPr>
          <a:lstStyle>
            <a:lvl1pPr marL="0" indent="0">
              <a:lnSpc>
                <a:spcPct val="90000"/>
              </a:lnSpc>
              <a:spcBef>
                <a:spcPts val="0"/>
              </a:spcBef>
              <a:buNone/>
              <a:defRPr sz="750">
                <a:solidFill>
                  <a:schemeClr val="bg1"/>
                </a:solidFill>
              </a:defRPr>
            </a:lvl1pPr>
          </a:lstStyle>
          <a:p>
            <a:pPr lvl="0"/>
            <a:r>
              <a:rPr lang="en-US"/>
              <a:t>Text</a:t>
            </a:r>
          </a:p>
        </p:txBody>
      </p:sp>
      <p:sp>
        <p:nvSpPr>
          <p:cNvPr id="6" name="Text Placeholder 6">
            <a:extLst>
              <a:ext uri="{FF2B5EF4-FFF2-40B4-BE49-F238E27FC236}">
                <a16:creationId xmlns:a16="http://schemas.microsoft.com/office/drawing/2014/main" id="{0E2B5618-5A15-916D-CBC6-5EA2DE9CD000}"/>
              </a:ext>
            </a:extLst>
          </p:cNvPr>
          <p:cNvSpPr>
            <a:spLocks noGrp="1"/>
          </p:cNvSpPr>
          <p:nvPr>
            <p:ph type="body" sz="quarter" idx="65" hasCustomPrompt="1"/>
          </p:nvPr>
        </p:nvSpPr>
        <p:spPr>
          <a:xfrm>
            <a:off x="3593805" y="3554017"/>
            <a:ext cx="1593042" cy="230832"/>
          </a:xfrm>
          <a:prstGeom prst="rect">
            <a:avLst/>
          </a:prstGeom>
        </p:spPr>
        <p:txBody>
          <a:bodyPr lIns="0" tIns="0" rIns="0" bIns="0" anchor="b">
            <a:noAutofit/>
          </a:bodyPr>
          <a:lstStyle>
            <a:lvl1pPr marL="0" indent="0">
              <a:lnSpc>
                <a:spcPct val="70000"/>
              </a:lnSpc>
              <a:spcBef>
                <a:spcPts val="0"/>
              </a:spcBef>
              <a:buNone/>
              <a:defRPr sz="900">
                <a:solidFill>
                  <a:schemeClr val="bg1"/>
                </a:solidFill>
                <a:latin typeface="+mj-lt"/>
              </a:defRPr>
            </a:lvl1pPr>
          </a:lstStyle>
          <a:p>
            <a:pPr lvl="0"/>
            <a:r>
              <a:rPr lang="en-US"/>
              <a:t>TITLE</a:t>
            </a:r>
          </a:p>
        </p:txBody>
      </p:sp>
      <p:sp>
        <p:nvSpPr>
          <p:cNvPr id="7" name="Text Placeholder 14">
            <a:extLst>
              <a:ext uri="{FF2B5EF4-FFF2-40B4-BE49-F238E27FC236}">
                <a16:creationId xmlns:a16="http://schemas.microsoft.com/office/drawing/2014/main" id="{351A5847-9470-42D4-3E44-07F7366F4461}"/>
              </a:ext>
            </a:extLst>
          </p:cNvPr>
          <p:cNvSpPr>
            <a:spLocks noGrp="1"/>
          </p:cNvSpPr>
          <p:nvPr>
            <p:ph type="body" sz="quarter" idx="66" hasCustomPrompt="1"/>
          </p:nvPr>
        </p:nvSpPr>
        <p:spPr>
          <a:xfrm>
            <a:off x="3593805" y="3853594"/>
            <a:ext cx="1593043" cy="837699"/>
          </a:xfrm>
        </p:spPr>
        <p:txBody>
          <a:bodyPr lIns="0" tIns="0" rIns="0" bIns="0">
            <a:noAutofit/>
          </a:bodyPr>
          <a:lstStyle>
            <a:lvl1pPr marL="0" indent="0">
              <a:lnSpc>
                <a:spcPct val="90000"/>
              </a:lnSpc>
              <a:spcBef>
                <a:spcPts val="0"/>
              </a:spcBef>
              <a:buNone/>
              <a:defRPr sz="750">
                <a:solidFill>
                  <a:schemeClr val="bg1"/>
                </a:solidFill>
              </a:defRPr>
            </a:lvl1pPr>
          </a:lstStyle>
          <a:p>
            <a:pPr lvl="0"/>
            <a:r>
              <a:rPr lang="en-US"/>
              <a:t>Text</a:t>
            </a:r>
          </a:p>
        </p:txBody>
      </p:sp>
      <p:sp>
        <p:nvSpPr>
          <p:cNvPr id="8" name="Text Placeholder 6">
            <a:extLst>
              <a:ext uri="{FF2B5EF4-FFF2-40B4-BE49-F238E27FC236}">
                <a16:creationId xmlns:a16="http://schemas.microsoft.com/office/drawing/2014/main" id="{92669F90-BFD6-C658-1848-C471F0039FA5}"/>
              </a:ext>
            </a:extLst>
          </p:cNvPr>
          <p:cNvSpPr>
            <a:spLocks noGrp="1"/>
          </p:cNvSpPr>
          <p:nvPr>
            <p:ph type="body" sz="quarter" idx="67" hasCustomPrompt="1"/>
          </p:nvPr>
        </p:nvSpPr>
        <p:spPr>
          <a:xfrm>
            <a:off x="5412556" y="3554017"/>
            <a:ext cx="1593042" cy="230832"/>
          </a:xfrm>
          <a:prstGeom prst="rect">
            <a:avLst/>
          </a:prstGeom>
        </p:spPr>
        <p:txBody>
          <a:bodyPr lIns="0" tIns="0" rIns="0" bIns="0" anchor="b">
            <a:noAutofit/>
          </a:bodyPr>
          <a:lstStyle>
            <a:lvl1pPr marL="0" indent="0">
              <a:lnSpc>
                <a:spcPct val="70000"/>
              </a:lnSpc>
              <a:spcBef>
                <a:spcPts val="0"/>
              </a:spcBef>
              <a:buNone/>
              <a:defRPr sz="900">
                <a:solidFill>
                  <a:schemeClr val="bg1"/>
                </a:solidFill>
                <a:latin typeface="+mj-lt"/>
              </a:defRPr>
            </a:lvl1pPr>
          </a:lstStyle>
          <a:p>
            <a:pPr lvl="0"/>
            <a:r>
              <a:rPr lang="en-US"/>
              <a:t>TITLE</a:t>
            </a:r>
          </a:p>
        </p:txBody>
      </p:sp>
      <p:sp>
        <p:nvSpPr>
          <p:cNvPr id="9" name="Text Placeholder 14">
            <a:extLst>
              <a:ext uri="{FF2B5EF4-FFF2-40B4-BE49-F238E27FC236}">
                <a16:creationId xmlns:a16="http://schemas.microsoft.com/office/drawing/2014/main" id="{8606901C-57F3-79BA-BD61-D722172412A2}"/>
              </a:ext>
            </a:extLst>
          </p:cNvPr>
          <p:cNvSpPr>
            <a:spLocks noGrp="1"/>
          </p:cNvSpPr>
          <p:nvPr>
            <p:ph type="body" sz="quarter" idx="68" hasCustomPrompt="1"/>
          </p:nvPr>
        </p:nvSpPr>
        <p:spPr>
          <a:xfrm>
            <a:off x="5412556" y="3853594"/>
            <a:ext cx="1593043" cy="837699"/>
          </a:xfrm>
        </p:spPr>
        <p:txBody>
          <a:bodyPr lIns="0" tIns="0" rIns="0" bIns="0">
            <a:noAutofit/>
          </a:bodyPr>
          <a:lstStyle>
            <a:lvl1pPr marL="0" indent="0">
              <a:lnSpc>
                <a:spcPct val="90000"/>
              </a:lnSpc>
              <a:spcBef>
                <a:spcPts val="0"/>
              </a:spcBef>
              <a:buNone/>
              <a:defRPr sz="750">
                <a:solidFill>
                  <a:schemeClr val="bg1"/>
                </a:solidFill>
              </a:defRPr>
            </a:lvl1pPr>
          </a:lstStyle>
          <a:p>
            <a:pPr lvl="0"/>
            <a:r>
              <a:rPr lang="en-US"/>
              <a:t>Text</a:t>
            </a:r>
          </a:p>
        </p:txBody>
      </p:sp>
      <p:sp>
        <p:nvSpPr>
          <p:cNvPr id="10" name="Text Placeholder 6">
            <a:extLst>
              <a:ext uri="{FF2B5EF4-FFF2-40B4-BE49-F238E27FC236}">
                <a16:creationId xmlns:a16="http://schemas.microsoft.com/office/drawing/2014/main" id="{E363AB9C-7BCA-BC5B-C0A6-478D3C74400D}"/>
              </a:ext>
            </a:extLst>
          </p:cNvPr>
          <p:cNvSpPr>
            <a:spLocks noGrp="1"/>
          </p:cNvSpPr>
          <p:nvPr>
            <p:ph type="body" sz="quarter" idx="69" hasCustomPrompt="1"/>
          </p:nvPr>
        </p:nvSpPr>
        <p:spPr>
          <a:xfrm>
            <a:off x="7231308" y="3554017"/>
            <a:ext cx="1593042" cy="230832"/>
          </a:xfrm>
          <a:prstGeom prst="rect">
            <a:avLst/>
          </a:prstGeom>
        </p:spPr>
        <p:txBody>
          <a:bodyPr lIns="0" tIns="0" rIns="0" bIns="0" anchor="b">
            <a:noAutofit/>
          </a:bodyPr>
          <a:lstStyle>
            <a:lvl1pPr marL="0" indent="0">
              <a:lnSpc>
                <a:spcPct val="70000"/>
              </a:lnSpc>
              <a:spcBef>
                <a:spcPts val="0"/>
              </a:spcBef>
              <a:buNone/>
              <a:defRPr sz="900">
                <a:solidFill>
                  <a:schemeClr val="bg1"/>
                </a:solidFill>
                <a:latin typeface="+mj-lt"/>
              </a:defRPr>
            </a:lvl1pPr>
          </a:lstStyle>
          <a:p>
            <a:pPr lvl="0"/>
            <a:r>
              <a:rPr lang="en-US"/>
              <a:t>TITLE</a:t>
            </a:r>
          </a:p>
        </p:txBody>
      </p:sp>
      <p:sp>
        <p:nvSpPr>
          <p:cNvPr id="11" name="Text Placeholder 14">
            <a:extLst>
              <a:ext uri="{FF2B5EF4-FFF2-40B4-BE49-F238E27FC236}">
                <a16:creationId xmlns:a16="http://schemas.microsoft.com/office/drawing/2014/main" id="{BC85E92F-3044-961D-D7C7-E27F468499A4}"/>
              </a:ext>
            </a:extLst>
          </p:cNvPr>
          <p:cNvSpPr>
            <a:spLocks noGrp="1"/>
          </p:cNvSpPr>
          <p:nvPr>
            <p:ph type="body" sz="quarter" idx="70" hasCustomPrompt="1"/>
          </p:nvPr>
        </p:nvSpPr>
        <p:spPr>
          <a:xfrm>
            <a:off x="7231308" y="3853594"/>
            <a:ext cx="1593043" cy="837699"/>
          </a:xfrm>
        </p:spPr>
        <p:txBody>
          <a:bodyPr lIns="0" tIns="0" rIns="0" bIns="0">
            <a:noAutofit/>
          </a:bodyPr>
          <a:lstStyle>
            <a:lvl1pPr marL="0" indent="0">
              <a:lnSpc>
                <a:spcPct val="90000"/>
              </a:lnSpc>
              <a:spcBef>
                <a:spcPts val="0"/>
              </a:spcBef>
              <a:buNone/>
              <a:defRPr sz="750">
                <a:solidFill>
                  <a:schemeClr val="bg1"/>
                </a:solidFill>
              </a:defRPr>
            </a:lvl1pPr>
          </a:lstStyle>
          <a:p>
            <a:pPr lvl="0"/>
            <a:r>
              <a:rPr lang="en-US"/>
              <a:t>Text</a:t>
            </a:r>
          </a:p>
        </p:txBody>
      </p:sp>
    </p:spTree>
    <p:extLst>
      <p:ext uri="{BB962C8B-B14F-4D97-AF65-F5344CB8AC3E}">
        <p14:creationId xmlns:p14="http://schemas.microsoft.com/office/powerpoint/2010/main" val="4044218997"/>
      </p:ext>
    </p:extLst>
  </p:cSld>
  <p:clrMapOvr>
    <a:masterClrMapping/>
  </p:clrMapOvr>
  <p:transition spd="med"/>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Image &amp; content subhead - dark">
    <p:bg>
      <p:bgPr>
        <a:solidFill>
          <a:srgbClr val="0F2240"/>
        </a:solidFill>
        <a:effectLst/>
      </p:bgPr>
    </p:bg>
    <p:spTree>
      <p:nvGrpSpPr>
        <p:cNvPr id="1" name=""/>
        <p:cNvGrpSpPr/>
        <p:nvPr/>
      </p:nvGrpSpPr>
      <p:grpSpPr>
        <a:xfrm>
          <a:off x="0" y="0"/>
          <a:ext cx="0" cy="0"/>
          <a:chOff x="0" y="0"/>
          <a:chExt cx="0" cy="0"/>
        </a:xfrm>
      </p:grpSpPr>
      <p:sp>
        <p:nvSpPr>
          <p:cNvPr id="66" name="Slide Number"/>
          <p:cNvSpPr txBox="1">
            <a:spLocks noGrp="1"/>
          </p:cNvSpPr>
          <p:nvPr>
            <p:ph type="sldNum" sz="quarter" idx="2"/>
          </p:nvPr>
        </p:nvSpPr>
        <p:spPr>
          <a:prstGeom prst="rect">
            <a:avLst/>
          </a:prstGeom>
        </p:spPr>
        <p:txBody>
          <a:bodyPr/>
          <a:lstStyle>
            <a:lvl1pPr>
              <a:defRPr>
                <a:solidFill>
                  <a:srgbClr val="FDFAF2"/>
                </a:solidFill>
              </a:defRPr>
            </a:lvl1pPr>
          </a:lstStyle>
          <a:p>
            <a:fld id="{86CB4B4D-7CA3-9044-876B-883B54F8677D}" type="slidenum">
              <a:rPr lang="en-GB" smtClean="0"/>
              <a:pPr/>
              <a:t>‹#›</a:t>
            </a:fld>
            <a:endParaRPr lang="en-GB"/>
          </a:p>
        </p:txBody>
      </p:sp>
      <p:pic>
        <p:nvPicPr>
          <p:cNvPr id="15" name="CGC logo white.png" descr="CGC logo white.png">
            <a:extLst>
              <a:ext uri="{FF2B5EF4-FFF2-40B4-BE49-F238E27FC236}">
                <a16:creationId xmlns:a16="http://schemas.microsoft.com/office/drawing/2014/main" id="{D935F029-D9A4-B9A6-51F4-12FA11B2A4EA}"/>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85750" y="285750"/>
            <a:ext cx="1152091" cy="199818"/>
          </a:xfrm>
          <a:prstGeom prst="rect">
            <a:avLst/>
          </a:prstGeom>
          <a:ln w="12700">
            <a:miter lim="400000"/>
          </a:ln>
        </p:spPr>
      </p:pic>
      <p:grpSp>
        <p:nvGrpSpPr>
          <p:cNvPr id="7" name="Group">
            <a:extLst>
              <a:ext uri="{FF2B5EF4-FFF2-40B4-BE49-F238E27FC236}">
                <a16:creationId xmlns:a16="http://schemas.microsoft.com/office/drawing/2014/main" id="{1724632D-460E-0D0C-1426-B5761083A665}"/>
              </a:ext>
            </a:extLst>
          </p:cNvPr>
          <p:cNvGrpSpPr/>
          <p:nvPr/>
        </p:nvGrpSpPr>
        <p:grpSpPr>
          <a:xfrm>
            <a:off x="5505079" y="1894873"/>
            <a:ext cx="3329212" cy="2448654"/>
            <a:chOff x="0" y="0"/>
            <a:chExt cx="8877897" cy="6529740"/>
          </a:xfrm>
        </p:grpSpPr>
        <p:sp>
          <p:nvSpPr>
            <p:cNvPr id="9" name="Oval">
              <a:extLst>
                <a:ext uri="{FF2B5EF4-FFF2-40B4-BE49-F238E27FC236}">
                  <a16:creationId xmlns:a16="http://schemas.microsoft.com/office/drawing/2014/main" id="{37E80937-2F08-F001-DAD7-E7E2F4503E40}"/>
                </a:ext>
              </a:extLst>
            </p:cNvPr>
            <p:cNvSpPr/>
            <p:nvPr/>
          </p:nvSpPr>
          <p:spPr>
            <a:xfrm>
              <a:off x="3259869" y="-1"/>
              <a:ext cx="5618029" cy="6529742"/>
            </a:xfrm>
            <a:prstGeom prst="ellipse">
              <a:avLst/>
            </a:prstGeom>
            <a:solidFill>
              <a:srgbClr val="E7E69F"/>
            </a:solidFill>
            <a:ln w="12700" cap="flat">
              <a:noFill/>
              <a:miter lim="400000"/>
            </a:ln>
            <a:effectLst/>
          </p:spPr>
          <p:txBody>
            <a:bodyPr wrap="square" lIns="19050" tIns="19050" rIns="19050" bIns="19050" numCol="1" anchor="ctr">
              <a:noAutofit/>
            </a:bodyPr>
            <a:lstStyle/>
            <a:p>
              <a:pPr algn="ctr" defTabSz="309563">
                <a:lnSpc>
                  <a:spcPct val="120000"/>
                </a:lnSpc>
                <a:spcBef>
                  <a:spcPts val="0"/>
                </a:spcBef>
                <a:defRPr cap="all">
                  <a:solidFill>
                    <a:srgbClr val="FFFFFF"/>
                  </a:solidFill>
                  <a:latin typeface="Proxima Nova Extrabold"/>
                  <a:ea typeface="Proxima Nova Extrabold"/>
                  <a:cs typeface="Proxima Nova Extrabold"/>
                  <a:sym typeface="Proxima Nova Extrabold"/>
                </a:defRPr>
              </a:pPr>
              <a:endParaRPr sz="422"/>
            </a:p>
          </p:txBody>
        </p:sp>
        <p:sp>
          <p:nvSpPr>
            <p:cNvPr id="10" name="Rectangle">
              <a:extLst>
                <a:ext uri="{FF2B5EF4-FFF2-40B4-BE49-F238E27FC236}">
                  <a16:creationId xmlns:a16="http://schemas.microsoft.com/office/drawing/2014/main" id="{311DB79B-D896-562A-9776-75A163E88821}"/>
                </a:ext>
              </a:extLst>
            </p:cNvPr>
            <p:cNvSpPr/>
            <p:nvPr/>
          </p:nvSpPr>
          <p:spPr>
            <a:xfrm>
              <a:off x="0" y="0"/>
              <a:ext cx="6178466" cy="6529741"/>
            </a:xfrm>
            <a:prstGeom prst="rect">
              <a:avLst/>
            </a:prstGeom>
            <a:solidFill>
              <a:srgbClr val="E7E69F"/>
            </a:solidFill>
            <a:ln w="12700" cap="flat">
              <a:noFill/>
              <a:miter lim="400000"/>
            </a:ln>
            <a:effectLst/>
          </p:spPr>
          <p:txBody>
            <a:bodyPr wrap="square" lIns="19050" tIns="19050" rIns="19050" bIns="19050" numCol="1" anchor="ctr">
              <a:noAutofit/>
            </a:bodyPr>
            <a:lstStyle/>
            <a:p>
              <a:pPr algn="ctr" defTabSz="309563">
                <a:lnSpc>
                  <a:spcPct val="120000"/>
                </a:lnSpc>
                <a:spcBef>
                  <a:spcPts val="0"/>
                </a:spcBef>
                <a:defRPr cap="all">
                  <a:solidFill>
                    <a:srgbClr val="FFFFFF"/>
                  </a:solidFill>
                  <a:latin typeface="Proxima Nova Extrabold"/>
                  <a:ea typeface="Proxima Nova Extrabold"/>
                  <a:cs typeface="Proxima Nova Extrabold"/>
                  <a:sym typeface="Proxima Nova Extrabold"/>
                </a:defRPr>
              </a:pPr>
              <a:endParaRPr sz="422"/>
            </a:p>
          </p:txBody>
        </p:sp>
      </p:grpSp>
      <p:sp>
        <p:nvSpPr>
          <p:cNvPr id="23" name="Picture Placeholder 7">
            <a:extLst>
              <a:ext uri="{FF2B5EF4-FFF2-40B4-BE49-F238E27FC236}">
                <a16:creationId xmlns:a16="http://schemas.microsoft.com/office/drawing/2014/main" id="{879C9CCE-1706-1A0B-75B2-2FA437CCBA93}"/>
              </a:ext>
            </a:extLst>
          </p:cNvPr>
          <p:cNvSpPr>
            <a:spLocks noGrp="1"/>
          </p:cNvSpPr>
          <p:nvPr>
            <p:ph type="pic" sz="quarter" idx="14"/>
          </p:nvPr>
        </p:nvSpPr>
        <p:spPr>
          <a:xfrm>
            <a:off x="5796541" y="1241513"/>
            <a:ext cx="2244627" cy="2857668"/>
          </a:xfrm>
          <a:prstGeom prst="rect">
            <a:avLst/>
          </a:prstGeom>
          <a:effectLst>
            <a:softEdge rad="101600"/>
          </a:effectLst>
        </p:spPr>
        <p:txBody>
          <a:bodyPr/>
          <a:lstStyle/>
          <a:p>
            <a:endParaRPr lang="en-US"/>
          </a:p>
        </p:txBody>
      </p:sp>
      <p:sp>
        <p:nvSpPr>
          <p:cNvPr id="27" name="Text Placeholder 6">
            <a:extLst>
              <a:ext uri="{FF2B5EF4-FFF2-40B4-BE49-F238E27FC236}">
                <a16:creationId xmlns:a16="http://schemas.microsoft.com/office/drawing/2014/main" id="{636A2ABD-9208-DF7E-1325-5D7AE93DD5AF}"/>
              </a:ext>
            </a:extLst>
          </p:cNvPr>
          <p:cNvSpPr>
            <a:spLocks noGrp="1"/>
          </p:cNvSpPr>
          <p:nvPr>
            <p:ph type="body" sz="quarter" idx="61" hasCustomPrompt="1"/>
          </p:nvPr>
        </p:nvSpPr>
        <p:spPr>
          <a:xfrm>
            <a:off x="623278" y="1152260"/>
            <a:ext cx="4316609" cy="762933"/>
          </a:xfrm>
          <a:prstGeom prst="rect">
            <a:avLst/>
          </a:prstGeom>
        </p:spPr>
        <p:txBody>
          <a:bodyPr lIns="0" tIns="0" rIns="0" bIns="0" anchor="b">
            <a:noAutofit/>
          </a:bodyPr>
          <a:lstStyle>
            <a:lvl1pPr marL="0" indent="0">
              <a:lnSpc>
                <a:spcPct val="70000"/>
              </a:lnSpc>
              <a:buNone/>
              <a:defRPr sz="3750">
                <a:solidFill>
                  <a:schemeClr val="bg1"/>
                </a:solidFill>
                <a:latin typeface="+mj-lt"/>
              </a:defRPr>
            </a:lvl1pPr>
          </a:lstStyle>
          <a:p>
            <a:pPr lvl="0"/>
            <a:r>
              <a:rPr lang="en-US"/>
              <a:t>TITLE</a:t>
            </a:r>
          </a:p>
        </p:txBody>
      </p:sp>
      <p:sp>
        <p:nvSpPr>
          <p:cNvPr id="28" name="Text Placeholder 6">
            <a:extLst>
              <a:ext uri="{FF2B5EF4-FFF2-40B4-BE49-F238E27FC236}">
                <a16:creationId xmlns:a16="http://schemas.microsoft.com/office/drawing/2014/main" id="{88A6E011-62F1-CAA1-19DF-65800375A704}"/>
              </a:ext>
            </a:extLst>
          </p:cNvPr>
          <p:cNvSpPr>
            <a:spLocks noGrp="1"/>
          </p:cNvSpPr>
          <p:nvPr>
            <p:ph type="body" sz="quarter" idx="22" hasCustomPrompt="1"/>
          </p:nvPr>
        </p:nvSpPr>
        <p:spPr>
          <a:xfrm>
            <a:off x="621116" y="2098069"/>
            <a:ext cx="3920233" cy="230832"/>
          </a:xfrm>
          <a:prstGeom prst="rect">
            <a:avLst/>
          </a:prstGeom>
        </p:spPr>
        <p:txBody>
          <a:bodyPr lIns="0" tIns="0" rIns="0" bIns="0" anchor="b">
            <a:noAutofit/>
          </a:bodyPr>
          <a:lstStyle>
            <a:lvl1pPr marL="0" indent="0">
              <a:lnSpc>
                <a:spcPct val="70000"/>
              </a:lnSpc>
              <a:spcBef>
                <a:spcPts val="0"/>
              </a:spcBef>
              <a:buNone/>
              <a:defRPr sz="1200">
                <a:solidFill>
                  <a:schemeClr val="accent3"/>
                </a:solidFill>
                <a:latin typeface="+mj-lt"/>
              </a:defRPr>
            </a:lvl1pPr>
          </a:lstStyle>
          <a:p>
            <a:pPr lvl="0"/>
            <a:r>
              <a:rPr lang="en-US"/>
              <a:t>TITLE</a:t>
            </a:r>
          </a:p>
        </p:txBody>
      </p:sp>
      <p:sp>
        <p:nvSpPr>
          <p:cNvPr id="33" name="Text Placeholder 14">
            <a:extLst>
              <a:ext uri="{FF2B5EF4-FFF2-40B4-BE49-F238E27FC236}">
                <a16:creationId xmlns:a16="http://schemas.microsoft.com/office/drawing/2014/main" id="{273108AE-2BA1-C871-6193-DB85A891F1E3}"/>
              </a:ext>
            </a:extLst>
          </p:cNvPr>
          <p:cNvSpPr>
            <a:spLocks noGrp="1"/>
          </p:cNvSpPr>
          <p:nvPr>
            <p:ph type="body" sz="quarter" idx="23" hasCustomPrompt="1"/>
          </p:nvPr>
        </p:nvSpPr>
        <p:spPr>
          <a:xfrm>
            <a:off x="623312" y="2345610"/>
            <a:ext cx="3920234" cy="300083"/>
          </a:xfrm>
        </p:spPr>
        <p:txBody>
          <a:bodyPr lIns="0" tIns="0" rIns="0" bIns="0">
            <a:noAutofit/>
          </a:bodyPr>
          <a:lstStyle>
            <a:lvl1pPr marL="0" indent="0">
              <a:lnSpc>
                <a:spcPct val="90000"/>
              </a:lnSpc>
              <a:spcBef>
                <a:spcPts val="0"/>
              </a:spcBef>
              <a:buNone/>
              <a:defRPr sz="750">
                <a:solidFill>
                  <a:schemeClr val="bg1"/>
                </a:solidFill>
              </a:defRPr>
            </a:lvl1pPr>
          </a:lstStyle>
          <a:p>
            <a:pPr lvl="0"/>
            <a:r>
              <a:rPr lang="en-US"/>
              <a:t>Text</a:t>
            </a:r>
          </a:p>
        </p:txBody>
      </p:sp>
      <p:sp>
        <p:nvSpPr>
          <p:cNvPr id="25" name="Text Placeholder 6">
            <a:extLst>
              <a:ext uri="{FF2B5EF4-FFF2-40B4-BE49-F238E27FC236}">
                <a16:creationId xmlns:a16="http://schemas.microsoft.com/office/drawing/2014/main" id="{13AA9CA2-85C4-CF46-4C30-25F103EDB2EC}"/>
              </a:ext>
            </a:extLst>
          </p:cNvPr>
          <p:cNvSpPr>
            <a:spLocks noGrp="1"/>
          </p:cNvSpPr>
          <p:nvPr>
            <p:ph type="body" sz="quarter" idx="62" hasCustomPrompt="1"/>
          </p:nvPr>
        </p:nvSpPr>
        <p:spPr>
          <a:xfrm>
            <a:off x="621116" y="2585749"/>
            <a:ext cx="3920233" cy="230832"/>
          </a:xfrm>
          <a:prstGeom prst="rect">
            <a:avLst/>
          </a:prstGeom>
        </p:spPr>
        <p:txBody>
          <a:bodyPr lIns="0" tIns="0" rIns="0" bIns="0" anchor="b">
            <a:noAutofit/>
          </a:bodyPr>
          <a:lstStyle>
            <a:lvl1pPr marL="0" indent="0">
              <a:lnSpc>
                <a:spcPct val="70000"/>
              </a:lnSpc>
              <a:spcBef>
                <a:spcPts val="0"/>
              </a:spcBef>
              <a:buNone/>
              <a:defRPr sz="1200">
                <a:solidFill>
                  <a:schemeClr val="accent3"/>
                </a:solidFill>
                <a:latin typeface="+mj-lt"/>
              </a:defRPr>
            </a:lvl1pPr>
          </a:lstStyle>
          <a:p>
            <a:pPr lvl="0"/>
            <a:r>
              <a:rPr lang="en-US"/>
              <a:t>TITLE</a:t>
            </a:r>
          </a:p>
        </p:txBody>
      </p:sp>
      <p:sp>
        <p:nvSpPr>
          <p:cNvPr id="26" name="Text Placeholder 14">
            <a:extLst>
              <a:ext uri="{FF2B5EF4-FFF2-40B4-BE49-F238E27FC236}">
                <a16:creationId xmlns:a16="http://schemas.microsoft.com/office/drawing/2014/main" id="{052CF0BD-6B7B-6AC7-E2A6-A1D600E6C907}"/>
              </a:ext>
            </a:extLst>
          </p:cNvPr>
          <p:cNvSpPr>
            <a:spLocks noGrp="1"/>
          </p:cNvSpPr>
          <p:nvPr>
            <p:ph type="body" sz="quarter" idx="63" hasCustomPrompt="1"/>
          </p:nvPr>
        </p:nvSpPr>
        <p:spPr>
          <a:xfrm>
            <a:off x="623312" y="2833290"/>
            <a:ext cx="3920234" cy="300083"/>
          </a:xfrm>
        </p:spPr>
        <p:txBody>
          <a:bodyPr lIns="0" tIns="0" rIns="0" bIns="0">
            <a:noAutofit/>
          </a:bodyPr>
          <a:lstStyle>
            <a:lvl1pPr marL="0" indent="0">
              <a:lnSpc>
                <a:spcPct val="90000"/>
              </a:lnSpc>
              <a:spcBef>
                <a:spcPts val="0"/>
              </a:spcBef>
              <a:buNone/>
              <a:defRPr sz="750">
                <a:solidFill>
                  <a:schemeClr val="bg1"/>
                </a:solidFill>
              </a:defRPr>
            </a:lvl1pPr>
          </a:lstStyle>
          <a:p>
            <a:pPr lvl="0"/>
            <a:r>
              <a:rPr lang="en-US"/>
              <a:t>Text</a:t>
            </a:r>
          </a:p>
        </p:txBody>
      </p:sp>
      <p:sp>
        <p:nvSpPr>
          <p:cNvPr id="29" name="Text Placeholder 6">
            <a:extLst>
              <a:ext uri="{FF2B5EF4-FFF2-40B4-BE49-F238E27FC236}">
                <a16:creationId xmlns:a16="http://schemas.microsoft.com/office/drawing/2014/main" id="{8005BD20-98E8-28E7-5515-95C8E5A116EE}"/>
              </a:ext>
            </a:extLst>
          </p:cNvPr>
          <p:cNvSpPr>
            <a:spLocks noGrp="1"/>
          </p:cNvSpPr>
          <p:nvPr>
            <p:ph type="body" sz="quarter" idx="64" hasCustomPrompt="1"/>
          </p:nvPr>
        </p:nvSpPr>
        <p:spPr>
          <a:xfrm>
            <a:off x="621116" y="3087200"/>
            <a:ext cx="3920233" cy="230832"/>
          </a:xfrm>
          <a:prstGeom prst="rect">
            <a:avLst/>
          </a:prstGeom>
        </p:spPr>
        <p:txBody>
          <a:bodyPr lIns="0" tIns="0" rIns="0" bIns="0" anchor="b">
            <a:noAutofit/>
          </a:bodyPr>
          <a:lstStyle>
            <a:lvl1pPr marL="0" indent="0">
              <a:lnSpc>
                <a:spcPct val="70000"/>
              </a:lnSpc>
              <a:spcBef>
                <a:spcPts val="0"/>
              </a:spcBef>
              <a:buNone/>
              <a:defRPr sz="1200">
                <a:solidFill>
                  <a:schemeClr val="accent3"/>
                </a:solidFill>
                <a:latin typeface="+mj-lt"/>
              </a:defRPr>
            </a:lvl1pPr>
          </a:lstStyle>
          <a:p>
            <a:pPr lvl="0"/>
            <a:r>
              <a:rPr lang="en-US"/>
              <a:t>TITLE</a:t>
            </a:r>
          </a:p>
        </p:txBody>
      </p:sp>
      <p:sp>
        <p:nvSpPr>
          <p:cNvPr id="30" name="Text Placeholder 14">
            <a:extLst>
              <a:ext uri="{FF2B5EF4-FFF2-40B4-BE49-F238E27FC236}">
                <a16:creationId xmlns:a16="http://schemas.microsoft.com/office/drawing/2014/main" id="{E1ADACA2-5606-3D09-26D1-AD63C87185F1}"/>
              </a:ext>
            </a:extLst>
          </p:cNvPr>
          <p:cNvSpPr>
            <a:spLocks noGrp="1"/>
          </p:cNvSpPr>
          <p:nvPr>
            <p:ph type="body" sz="quarter" idx="65" hasCustomPrompt="1"/>
          </p:nvPr>
        </p:nvSpPr>
        <p:spPr>
          <a:xfrm>
            <a:off x="623312" y="3334741"/>
            <a:ext cx="3920234" cy="300083"/>
          </a:xfrm>
        </p:spPr>
        <p:txBody>
          <a:bodyPr lIns="0" tIns="0" rIns="0" bIns="0">
            <a:noAutofit/>
          </a:bodyPr>
          <a:lstStyle>
            <a:lvl1pPr marL="0" indent="0">
              <a:lnSpc>
                <a:spcPct val="90000"/>
              </a:lnSpc>
              <a:spcBef>
                <a:spcPts val="0"/>
              </a:spcBef>
              <a:buNone/>
              <a:defRPr sz="750">
                <a:solidFill>
                  <a:schemeClr val="bg1"/>
                </a:solidFill>
              </a:defRPr>
            </a:lvl1pPr>
          </a:lstStyle>
          <a:p>
            <a:pPr lvl="0"/>
            <a:r>
              <a:rPr lang="en-US"/>
              <a:t>Text</a:t>
            </a:r>
          </a:p>
        </p:txBody>
      </p:sp>
      <p:sp>
        <p:nvSpPr>
          <p:cNvPr id="31" name="Text Placeholder 6">
            <a:extLst>
              <a:ext uri="{FF2B5EF4-FFF2-40B4-BE49-F238E27FC236}">
                <a16:creationId xmlns:a16="http://schemas.microsoft.com/office/drawing/2014/main" id="{7DFAA9F0-05FF-8E6B-BBFB-344F7CE7E0F1}"/>
              </a:ext>
            </a:extLst>
          </p:cNvPr>
          <p:cNvSpPr>
            <a:spLocks noGrp="1"/>
          </p:cNvSpPr>
          <p:nvPr>
            <p:ph type="body" sz="quarter" idx="66" hasCustomPrompt="1"/>
          </p:nvPr>
        </p:nvSpPr>
        <p:spPr>
          <a:xfrm>
            <a:off x="621116" y="3574880"/>
            <a:ext cx="3920233" cy="230832"/>
          </a:xfrm>
          <a:prstGeom prst="rect">
            <a:avLst/>
          </a:prstGeom>
        </p:spPr>
        <p:txBody>
          <a:bodyPr lIns="0" tIns="0" rIns="0" bIns="0" anchor="b">
            <a:noAutofit/>
          </a:bodyPr>
          <a:lstStyle>
            <a:lvl1pPr marL="0" indent="0">
              <a:lnSpc>
                <a:spcPct val="70000"/>
              </a:lnSpc>
              <a:spcBef>
                <a:spcPts val="0"/>
              </a:spcBef>
              <a:buNone/>
              <a:defRPr sz="1200">
                <a:solidFill>
                  <a:schemeClr val="accent3"/>
                </a:solidFill>
                <a:latin typeface="+mj-lt"/>
              </a:defRPr>
            </a:lvl1pPr>
          </a:lstStyle>
          <a:p>
            <a:pPr lvl="0"/>
            <a:r>
              <a:rPr lang="en-US"/>
              <a:t>TITLE</a:t>
            </a:r>
          </a:p>
        </p:txBody>
      </p:sp>
      <p:sp>
        <p:nvSpPr>
          <p:cNvPr id="32" name="Text Placeholder 14">
            <a:extLst>
              <a:ext uri="{FF2B5EF4-FFF2-40B4-BE49-F238E27FC236}">
                <a16:creationId xmlns:a16="http://schemas.microsoft.com/office/drawing/2014/main" id="{7F6E63CC-534B-C9BA-29C2-2BE6FDF49BC6}"/>
              </a:ext>
            </a:extLst>
          </p:cNvPr>
          <p:cNvSpPr>
            <a:spLocks noGrp="1"/>
          </p:cNvSpPr>
          <p:nvPr>
            <p:ph type="body" sz="quarter" idx="67" hasCustomPrompt="1"/>
          </p:nvPr>
        </p:nvSpPr>
        <p:spPr>
          <a:xfrm>
            <a:off x="623312" y="3822421"/>
            <a:ext cx="3920234" cy="300083"/>
          </a:xfrm>
        </p:spPr>
        <p:txBody>
          <a:bodyPr lIns="0" tIns="0" rIns="0" bIns="0">
            <a:noAutofit/>
          </a:bodyPr>
          <a:lstStyle>
            <a:lvl1pPr marL="0" indent="0">
              <a:lnSpc>
                <a:spcPct val="90000"/>
              </a:lnSpc>
              <a:spcBef>
                <a:spcPts val="0"/>
              </a:spcBef>
              <a:buNone/>
              <a:defRPr sz="750">
                <a:solidFill>
                  <a:schemeClr val="bg1"/>
                </a:solidFill>
              </a:defRPr>
            </a:lvl1pPr>
          </a:lstStyle>
          <a:p>
            <a:pPr lvl="0"/>
            <a:r>
              <a:rPr lang="en-US"/>
              <a:t>Text</a:t>
            </a:r>
          </a:p>
        </p:txBody>
      </p:sp>
    </p:spTree>
    <p:extLst>
      <p:ext uri="{BB962C8B-B14F-4D97-AF65-F5344CB8AC3E}">
        <p14:creationId xmlns:p14="http://schemas.microsoft.com/office/powerpoint/2010/main" val="770274325"/>
      </p:ext>
    </p:extLst>
  </p:cSld>
  <p:clrMapOvr>
    <a:masterClrMapping/>
  </p:clrMapOvr>
  <p:transition spd="med"/>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Image &amp; content subhead - light">
    <p:bg>
      <p:bgPr>
        <a:solidFill>
          <a:srgbClr val="FDFAF2"/>
        </a:solidFill>
        <a:effectLst/>
      </p:bgPr>
    </p:bg>
    <p:spTree>
      <p:nvGrpSpPr>
        <p:cNvPr id="1" name=""/>
        <p:cNvGrpSpPr/>
        <p:nvPr/>
      </p:nvGrpSpPr>
      <p:grpSpPr>
        <a:xfrm>
          <a:off x="0" y="0"/>
          <a:ext cx="0" cy="0"/>
          <a:chOff x="0" y="0"/>
          <a:chExt cx="0" cy="0"/>
        </a:xfrm>
      </p:grpSpPr>
      <p:sp>
        <p:nvSpPr>
          <p:cNvPr id="66" name="Slide Number"/>
          <p:cNvSpPr txBox="1">
            <a:spLocks noGrp="1"/>
          </p:cNvSpPr>
          <p:nvPr>
            <p:ph type="sldNum" sz="quarter" idx="2"/>
          </p:nvPr>
        </p:nvSpPr>
        <p:spPr>
          <a:prstGeom prst="rect">
            <a:avLst/>
          </a:prstGeom>
        </p:spPr>
        <p:txBody>
          <a:bodyPr/>
          <a:lstStyle/>
          <a:p>
            <a:fld id="{86CB4B4D-7CA3-9044-876B-883B54F8677D}" type="slidenum">
              <a:t>‹#›</a:t>
            </a:fld>
            <a:endParaRPr/>
          </a:p>
        </p:txBody>
      </p:sp>
      <p:pic>
        <p:nvPicPr>
          <p:cNvPr id="2" name="Rectangle 355-5.svg" descr="Rectangle 355-5.svg">
            <a:extLst>
              <a:ext uri="{FF2B5EF4-FFF2-40B4-BE49-F238E27FC236}">
                <a16:creationId xmlns:a16="http://schemas.microsoft.com/office/drawing/2014/main" id="{C4E3825D-EABB-6EC8-4FE7-F18BFD66160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860083" y="1655732"/>
            <a:ext cx="2945392" cy="2945392"/>
          </a:xfrm>
          <a:prstGeom prst="rect">
            <a:avLst/>
          </a:prstGeom>
          <a:ln w="12700">
            <a:miter lim="400000"/>
          </a:ln>
        </p:spPr>
      </p:pic>
      <p:sp>
        <p:nvSpPr>
          <p:cNvPr id="5" name="Picture Placeholder 7">
            <a:extLst>
              <a:ext uri="{FF2B5EF4-FFF2-40B4-BE49-F238E27FC236}">
                <a16:creationId xmlns:a16="http://schemas.microsoft.com/office/drawing/2014/main" id="{7EBBE9B9-FAC3-0BF1-1E1E-0BFB45DFA4AE}"/>
              </a:ext>
            </a:extLst>
          </p:cNvPr>
          <p:cNvSpPr>
            <a:spLocks noGrp="1"/>
          </p:cNvSpPr>
          <p:nvPr>
            <p:ph type="pic" sz="quarter" idx="14"/>
          </p:nvPr>
        </p:nvSpPr>
        <p:spPr>
          <a:xfrm>
            <a:off x="5636492" y="717853"/>
            <a:ext cx="2244627" cy="2857668"/>
          </a:xfrm>
          <a:prstGeom prst="rect">
            <a:avLst/>
          </a:prstGeom>
          <a:effectLst>
            <a:softEdge rad="101600"/>
          </a:effectLst>
        </p:spPr>
        <p:txBody>
          <a:bodyPr/>
          <a:lstStyle/>
          <a:p>
            <a:endParaRPr lang="en-US"/>
          </a:p>
        </p:txBody>
      </p:sp>
      <p:pic>
        <p:nvPicPr>
          <p:cNvPr id="6" name="CGC logo.png" descr="CGC logo.png">
            <a:extLst>
              <a:ext uri="{FF2B5EF4-FFF2-40B4-BE49-F238E27FC236}">
                <a16:creationId xmlns:a16="http://schemas.microsoft.com/office/drawing/2014/main" id="{8E229C55-3C67-8726-DECB-2DD544A825B0}"/>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285750" y="285750"/>
            <a:ext cx="1152525" cy="199894"/>
          </a:xfrm>
          <a:prstGeom prst="rect">
            <a:avLst/>
          </a:prstGeom>
          <a:ln w="12700">
            <a:miter lim="400000"/>
          </a:ln>
        </p:spPr>
      </p:pic>
      <p:sp>
        <p:nvSpPr>
          <p:cNvPr id="3" name="Text Placeholder 6">
            <a:extLst>
              <a:ext uri="{FF2B5EF4-FFF2-40B4-BE49-F238E27FC236}">
                <a16:creationId xmlns:a16="http://schemas.microsoft.com/office/drawing/2014/main" id="{D5EDD3C7-1583-F7D5-D855-01AA51983BD3}"/>
              </a:ext>
            </a:extLst>
          </p:cNvPr>
          <p:cNvSpPr>
            <a:spLocks noGrp="1"/>
          </p:cNvSpPr>
          <p:nvPr>
            <p:ph type="body" sz="quarter" idx="61" hasCustomPrompt="1"/>
          </p:nvPr>
        </p:nvSpPr>
        <p:spPr>
          <a:xfrm>
            <a:off x="623278" y="1152260"/>
            <a:ext cx="4316609" cy="762933"/>
          </a:xfrm>
          <a:prstGeom prst="rect">
            <a:avLst/>
          </a:prstGeom>
        </p:spPr>
        <p:txBody>
          <a:bodyPr lIns="0" tIns="0" rIns="0" bIns="0" anchor="b">
            <a:noAutofit/>
          </a:bodyPr>
          <a:lstStyle>
            <a:lvl1pPr marL="0" indent="0">
              <a:lnSpc>
                <a:spcPct val="70000"/>
              </a:lnSpc>
              <a:buNone/>
              <a:defRPr sz="3750">
                <a:solidFill>
                  <a:schemeClr val="tx1"/>
                </a:solidFill>
                <a:latin typeface="+mj-lt"/>
              </a:defRPr>
            </a:lvl1pPr>
          </a:lstStyle>
          <a:p>
            <a:pPr lvl="0"/>
            <a:r>
              <a:rPr lang="en-US"/>
              <a:t>TITLE</a:t>
            </a:r>
          </a:p>
        </p:txBody>
      </p:sp>
      <p:sp>
        <p:nvSpPr>
          <p:cNvPr id="4" name="Text Placeholder 6">
            <a:extLst>
              <a:ext uri="{FF2B5EF4-FFF2-40B4-BE49-F238E27FC236}">
                <a16:creationId xmlns:a16="http://schemas.microsoft.com/office/drawing/2014/main" id="{8ED074F3-BC0D-3134-5C34-FD221D3B31B1}"/>
              </a:ext>
            </a:extLst>
          </p:cNvPr>
          <p:cNvSpPr>
            <a:spLocks noGrp="1"/>
          </p:cNvSpPr>
          <p:nvPr>
            <p:ph type="body" sz="quarter" idx="22" hasCustomPrompt="1"/>
          </p:nvPr>
        </p:nvSpPr>
        <p:spPr>
          <a:xfrm>
            <a:off x="621116" y="2098069"/>
            <a:ext cx="3920233" cy="230832"/>
          </a:xfrm>
          <a:prstGeom prst="rect">
            <a:avLst/>
          </a:prstGeom>
        </p:spPr>
        <p:txBody>
          <a:bodyPr lIns="0" tIns="0" rIns="0" bIns="0" anchor="b">
            <a:noAutofit/>
          </a:bodyPr>
          <a:lstStyle>
            <a:lvl1pPr marL="0" indent="0">
              <a:lnSpc>
                <a:spcPct val="70000"/>
              </a:lnSpc>
              <a:spcBef>
                <a:spcPts val="0"/>
              </a:spcBef>
              <a:buNone/>
              <a:defRPr sz="1200">
                <a:solidFill>
                  <a:schemeClr val="tx1"/>
                </a:solidFill>
                <a:latin typeface="+mj-lt"/>
              </a:defRPr>
            </a:lvl1pPr>
          </a:lstStyle>
          <a:p>
            <a:pPr lvl="0"/>
            <a:r>
              <a:rPr lang="en-US"/>
              <a:t>TITLE</a:t>
            </a:r>
          </a:p>
        </p:txBody>
      </p:sp>
      <p:sp>
        <p:nvSpPr>
          <p:cNvPr id="7" name="Text Placeholder 14">
            <a:extLst>
              <a:ext uri="{FF2B5EF4-FFF2-40B4-BE49-F238E27FC236}">
                <a16:creationId xmlns:a16="http://schemas.microsoft.com/office/drawing/2014/main" id="{3C063E6F-F90C-5574-C1F4-16DC7E3135D9}"/>
              </a:ext>
            </a:extLst>
          </p:cNvPr>
          <p:cNvSpPr>
            <a:spLocks noGrp="1"/>
          </p:cNvSpPr>
          <p:nvPr>
            <p:ph type="body" sz="quarter" idx="23" hasCustomPrompt="1"/>
          </p:nvPr>
        </p:nvSpPr>
        <p:spPr>
          <a:xfrm>
            <a:off x="623312" y="2345610"/>
            <a:ext cx="3920234" cy="300083"/>
          </a:xfrm>
        </p:spPr>
        <p:txBody>
          <a:bodyPr lIns="0" tIns="0" rIns="0" bIns="0">
            <a:noAutofit/>
          </a:bodyPr>
          <a:lstStyle>
            <a:lvl1pPr marL="0" indent="0">
              <a:lnSpc>
                <a:spcPct val="90000"/>
              </a:lnSpc>
              <a:spcBef>
                <a:spcPts val="0"/>
              </a:spcBef>
              <a:buNone/>
              <a:defRPr sz="750">
                <a:solidFill>
                  <a:schemeClr val="tx1"/>
                </a:solidFill>
              </a:defRPr>
            </a:lvl1pPr>
          </a:lstStyle>
          <a:p>
            <a:pPr lvl="0"/>
            <a:r>
              <a:rPr lang="en-US"/>
              <a:t>Text</a:t>
            </a:r>
          </a:p>
        </p:txBody>
      </p:sp>
      <p:sp>
        <p:nvSpPr>
          <p:cNvPr id="8" name="Text Placeholder 6">
            <a:extLst>
              <a:ext uri="{FF2B5EF4-FFF2-40B4-BE49-F238E27FC236}">
                <a16:creationId xmlns:a16="http://schemas.microsoft.com/office/drawing/2014/main" id="{5EBDA438-344A-8A57-8C9A-1A8A94696BC5}"/>
              </a:ext>
            </a:extLst>
          </p:cNvPr>
          <p:cNvSpPr>
            <a:spLocks noGrp="1"/>
          </p:cNvSpPr>
          <p:nvPr>
            <p:ph type="body" sz="quarter" idx="62" hasCustomPrompt="1"/>
          </p:nvPr>
        </p:nvSpPr>
        <p:spPr>
          <a:xfrm>
            <a:off x="621116" y="2585749"/>
            <a:ext cx="3920233" cy="230832"/>
          </a:xfrm>
          <a:prstGeom prst="rect">
            <a:avLst/>
          </a:prstGeom>
        </p:spPr>
        <p:txBody>
          <a:bodyPr lIns="0" tIns="0" rIns="0" bIns="0" anchor="b">
            <a:noAutofit/>
          </a:bodyPr>
          <a:lstStyle>
            <a:lvl1pPr marL="0" indent="0">
              <a:lnSpc>
                <a:spcPct val="70000"/>
              </a:lnSpc>
              <a:spcBef>
                <a:spcPts val="0"/>
              </a:spcBef>
              <a:buNone/>
              <a:defRPr sz="1200">
                <a:solidFill>
                  <a:schemeClr val="tx1"/>
                </a:solidFill>
                <a:latin typeface="+mj-lt"/>
              </a:defRPr>
            </a:lvl1pPr>
          </a:lstStyle>
          <a:p>
            <a:pPr lvl="0"/>
            <a:r>
              <a:rPr lang="en-US"/>
              <a:t>TITLE</a:t>
            </a:r>
          </a:p>
        </p:txBody>
      </p:sp>
      <p:sp>
        <p:nvSpPr>
          <p:cNvPr id="9" name="Text Placeholder 14">
            <a:extLst>
              <a:ext uri="{FF2B5EF4-FFF2-40B4-BE49-F238E27FC236}">
                <a16:creationId xmlns:a16="http://schemas.microsoft.com/office/drawing/2014/main" id="{4FDDB662-D984-B0DD-0FE0-902D03025E0A}"/>
              </a:ext>
            </a:extLst>
          </p:cNvPr>
          <p:cNvSpPr>
            <a:spLocks noGrp="1"/>
          </p:cNvSpPr>
          <p:nvPr>
            <p:ph type="body" sz="quarter" idx="63" hasCustomPrompt="1"/>
          </p:nvPr>
        </p:nvSpPr>
        <p:spPr>
          <a:xfrm>
            <a:off x="623312" y="2833290"/>
            <a:ext cx="3920234" cy="300083"/>
          </a:xfrm>
        </p:spPr>
        <p:txBody>
          <a:bodyPr lIns="0" tIns="0" rIns="0" bIns="0">
            <a:noAutofit/>
          </a:bodyPr>
          <a:lstStyle>
            <a:lvl1pPr marL="0" indent="0">
              <a:lnSpc>
                <a:spcPct val="90000"/>
              </a:lnSpc>
              <a:spcBef>
                <a:spcPts val="0"/>
              </a:spcBef>
              <a:buNone/>
              <a:defRPr sz="750">
                <a:solidFill>
                  <a:schemeClr val="tx1"/>
                </a:solidFill>
              </a:defRPr>
            </a:lvl1pPr>
          </a:lstStyle>
          <a:p>
            <a:pPr lvl="0"/>
            <a:r>
              <a:rPr lang="en-US"/>
              <a:t>Text</a:t>
            </a:r>
          </a:p>
        </p:txBody>
      </p:sp>
      <p:sp>
        <p:nvSpPr>
          <p:cNvPr id="10" name="Text Placeholder 6">
            <a:extLst>
              <a:ext uri="{FF2B5EF4-FFF2-40B4-BE49-F238E27FC236}">
                <a16:creationId xmlns:a16="http://schemas.microsoft.com/office/drawing/2014/main" id="{AC6A2694-95CF-1CC4-93F6-EDE867949387}"/>
              </a:ext>
            </a:extLst>
          </p:cNvPr>
          <p:cNvSpPr>
            <a:spLocks noGrp="1"/>
          </p:cNvSpPr>
          <p:nvPr>
            <p:ph type="body" sz="quarter" idx="64" hasCustomPrompt="1"/>
          </p:nvPr>
        </p:nvSpPr>
        <p:spPr>
          <a:xfrm>
            <a:off x="621116" y="3087200"/>
            <a:ext cx="3920233" cy="230832"/>
          </a:xfrm>
          <a:prstGeom prst="rect">
            <a:avLst/>
          </a:prstGeom>
        </p:spPr>
        <p:txBody>
          <a:bodyPr lIns="0" tIns="0" rIns="0" bIns="0" anchor="b">
            <a:noAutofit/>
          </a:bodyPr>
          <a:lstStyle>
            <a:lvl1pPr marL="0" indent="0">
              <a:lnSpc>
                <a:spcPct val="70000"/>
              </a:lnSpc>
              <a:spcBef>
                <a:spcPts val="0"/>
              </a:spcBef>
              <a:buNone/>
              <a:defRPr sz="1200">
                <a:solidFill>
                  <a:schemeClr val="tx1"/>
                </a:solidFill>
                <a:latin typeface="+mj-lt"/>
              </a:defRPr>
            </a:lvl1pPr>
          </a:lstStyle>
          <a:p>
            <a:pPr lvl="0"/>
            <a:r>
              <a:rPr lang="en-US"/>
              <a:t>TITLE</a:t>
            </a:r>
          </a:p>
        </p:txBody>
      </p:sp>
      <p:sp>
        <p:nvSpPr>
          <p:cNvPr id="11" name="Text Placeholder 14">
            <a:extLst>
              <a:ext uri="{FF2B5EF4-FFF2-40B4-BE49-F238E27FC236}">
                <a16:creationId xmlns:a16="http://schemas.microsoft.com/office/drawing/2014/main" id="{0A67D22A-5C72-D0EE-B97D-0021C8C15837}"/>
              </a:ext>
            </a:extLst>
          </p:cNvPr>
          <p:cNvSpPr>
            <a:spLocks noGrp="1"/>
          </p:cNvSpPr>
          <p:nvPr>
            <p:ph type="body" sz="quarter" idx="65" hasCustomPrompt="1"/>
          </p:nvPr>
        </p:nvSpPr>
        <p:spPr>
          <a:xfrm>
            <a:off x="623312" y="3334741"/>
            <a:ext cx="3920234" cy="300083"/>
          </a:xfrm>
        </p:spPr>
        <p:txBody>
          <a:bodyPr lIns="0" tIns="0" rIns="0" bIns="0">
            <a:noAutofit/>
          </a:bodyPr>
          <a:lstStyle>
            <a:lvl1pPr marL="0" indent="0">
              <a:lnSpc>
                <a:spcPct val="90000"/>
              </a:lnSpc>
              <a:spcBef>
                <a:spcPts val="0"/>
              </a:spcBef>
              <a:buNone/>
              <a:defRPr sz="750">
                <a:solidFill>
                  <a:schemeClr val="tx1"/>
                </a:solidFill>
              </a:defRPr>
            </a:lvl1pPr>
          </a:lstStyle>
          <a:p>
            <a:pPr lvl="0"/>
            <a:r>
              <a:rPr lang="en-US"/>
              <a:t>Text</a:t>
            </a:r>
          </a:p>
        </p:txBody>
      </p:sp>
      <p:sp>
        <p:nvSpPr>
          <p:cNvPr id="12" name="Text Placeholder 6">
            <a:extLst>
              <a:ext uri="{FF2B5EF4-FFF2-40B4-BE49-F238E27FC236}">
                <a16:creationId xmlns:a16="http://schemas.microsoft.com/office/drawing/2014/main" id="{FDF68B82-F614-D00C-305C-A24E84B3C396}"/>
              </a:ext>
            </a:extLst>
          </p:cNvPr>
          <p:cNvSpPr>
            <a:spLocks noGrp="1"/>
          </p:cNvSpPr>
          <p:nvPr>
            <p:ph type="body" sz="quarter" idx="66" hasCustomPrompt="1"/>
          </p:nvPr>
        </p:nvSpPr>
        <p:spPr>
          <a:xfrm>
            <a:off x="621116" y="3574880"/>
            <a:ext cx="3920233" cy="230832"/>
          </a:xfrm>
          <a:prstGeom prst="rect">
            <a:avLst/>
          </a:prstGeom>
        </p:spPr>
        <p:txBody>
          <a:bodyPr lIns="0" tIns="0" rIns="0" bIns="0" anchor="b">
            <a:noAutofit/>
          </a:bodyPr>
          <a:lstStyle>
            <a:lvl1pPr marL="0" indent="0">
              <a:lnSpc>
                <a:spcPct val="70000"/>
              </a:lnSpc>
              <a:spcBef>
                <a:spcPts val="0"/>
              </a:spcBef>
              <a:buNone/>
              <a:defRPr sz="1200">
                <a:solidFill>
                  <a:schemeClr val="tx1"/>
                </a:solidFill>
                <a:latin typeface="+mj-lt"/>
              </a:defRPr>
            </a:lvl1pPr>
          </a:lstStyle>
          <a:p>
            <a:pPr lvl="0"/>
            <a:r>
              <a:rPr lang="en-US"/>
              <a:t>TITLE</a:t>
            </a:r>
          </a:p>
        </p:txBody>
      </p:sp>
      <p:sp>
        <p:nvSpPr>
          <p:cNvPr id="13" name="Text Placeholder 14">
            <a:extLst>
              <a:ext uri="{FF2B5EF4-FFF2-40B4-BE49-F238E27FC236}">
                <a16:creationId xmlns:a16="http://schemas.microsoft.com/office/drawing/2014/main" id="{4FB453FB-B63F-D81D-9413-8C88D1162E61}"/>
              </a:ext>
            </a:extLst>
          </p:cNvPr>
          <p:cNvSpPr>
            <a:spLocks noGrp="1"/>
          </p:cNvSpPr>
          <p:nvPr>
            <p:ph type="body" sz="quarter" idx="67" hasCustomPrompt="1"/>
          </p:nvPr>
        </p:nvSpPr>
        <p:spPr>
          <a:xfrm>
            <a:off x="623312" y="3822421"/>
            <a:ext cx="3920234" cy="300083"/>
          </a:xfrm>
        </p:spPr>
        <p:txBody>
          <a:bodyPr lIns="0" tIns="0" rIns="0" bIns="0">
            <a:noAutofit/>
          </a:bodyPr>
          <a:lstStyle>
            <a:lvl1pPr marL="0" indent="0">
              <a:lnSpc>
                <a:spcPct val="90000"/>
              </a:lnSpc>
              <a:spcBef>
                <a:spcPts val="0"/>
              </a:spcBef>
              <a:buNone/>
              <a:defRPr sz="750">
                <a:solidFill>
                  <a:schemeClr val="tx1"/>
                </a:solidFill>
              </a:defRPr>
            </a:lvl1pPr>
          </a:lstStyle>
          <a:p>
            <a:pPr lvl="0"/>
            <a:r>
              <a:rPr lang="en-US"/>
              <a:t>Text</a:t>
            </a:r>
          </a:p>
        </p:txBody>
      </p:sp>
    </p:spTree>
    <p:extLst>
      <p:ext uri="{BB962C8B-B14F-4D97-AF65-F5344CB8AC3E}">
        <p14:creationId xmlns:p14="http://schemas.microsoft.com/office/powerpoint/2010/main" val="3064535504"/>
      </p:ext>
    </p:extLst>
  </p:cSld>
  <p:clrMapOvr>
    <a:masterClrMapping/>
  </p:clrMapOvr>
  <p:transition spd="med"/>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Infographic title, text, timeline - light">
    <p:bg>
      <p:bgPr>
        <a:solidFill>
          <a:srgbClr val="FDFAF2"/>
        </a:solidFill>
        <a:effectLst/>
      </p:bgPr>
    </p:bg>
    <p:spTree>
      <p:nvGrpSpPr>
        <p:cNvPr id="1" name=""/>
        <p:cNvGrpSpPr/>
        <p:nvPr/>
      </p:nvGrpSpPr>
      <p:grpSpPr>
        <a:xfrm>
          <a:off x="0" y="0"/>
          <a:ext cx="0" cy="0"/>
          <a:chOff x="0" y="0"/>
          <a:chExt cx="0" cy="0"/>
        </a:xfrm>
      </p:grpSpPr>
      <p:cxnSp>
        <p:nvCxnSpPr>
          <p:cNvPr id="26" name="Straight Connector 25">
            <a:extLst>
              <a:ext uri="{FF2B5EF4-FFF2-40B4-BE49-F238E27FC236}">
                <a16:creationId xmlns:a16="http://schemas.microsoft.com/office/drawing/2014/main" id="{DAC565EA-D3CC-495A-2239-9B80749A071C}"/>
              </a:ext>
            </a:extLst>
          </p:cNvPr>
          <p:cNvCxnSpPr>
            <a:cxnSpLocks/>
          </p:cNvCxnSpPr>
          <p:nvPr userDrawn="1"/>
        </p:nvCxnSpPr>
        <p:spPr>
          <a:xfrm>
            <a:off x="940449" y="3135794"/>
            <a:ext cx="7241701" cy="0"/>
          </a:xfrm>
          <a:prstGeom prst="line">
            <a:avLst/>
          </a:prstGeom>
          <a:noFill/>
          <a:ln w="12700" cap="flat">
            <a:solidFill>
              <a:srgbClr val="0F2240">
                <a:alpha val="40000"/>
              </a:srgbClr>
            </a:solidFill>
            <a:prstDash val="solid"/>
            <a:miter lim="400000"/>
          </a:ln>
          <a:effectLst/>
          <a:sp3d/>
        </p:spPr>
        <p:style>
          <a:lnRef idx="0">
            <a:scrgbClr r="0" g="0" b="0"/>
          </a:lnRef>
          <a:fillRef idx="0">
            <a:scrgbClr r="0" g="0" b="0"/>
          </a:fillRef>
          <a:effectRef idx="0">
            <a:scrgbClr r="0" g="0" b="0"/>
          </a:effectRef>
          <a:fontRef idx="none"/>
        </p:style>
      </p:cxnSp>
      <p:pic>
        <p:nvPicPr>
          <p:cNvPr id="65" name="CGC logo.png" descr="CGC logo.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85750" y="285750"/>
            <a:ext cx="1152525" cy="199894"/>
          </a:xfrm>
          <a:prstGeom prst="rect">
            <a:avLst/>
          </a:prstGeom>
          <a:ln w="12700">
            <a:miter lim="400000"/>
          </a:ln>
        </p:spPr>
      </p:pic>
      <p:sp>
        <p:nvSpPr>
          <p:cNvPr id="66" name="Slide Number"/>
          <p:cNvSpPr txBox="1">
            <a:spLocks noGrp="1"/>
          </p:cNvSpPr>
          <p:nvPr>
            <p:ph type="sldNum" sz="quarter" idx="2"/>
          </p:nvPr>
        </p:nvSpPr>
        <p:spPr>
          <a:prstGeom prst="rect">
            <a:avLst/>
          </a:prstGeom>
        </p:spPr>
        <p:txBody>
          <a:bodyPr/>
          <a:lstStyle>
            <a:lvl1pPr>
              <a:defRPr>
                <a:solidFill>
                  <a:schemeClr val="tx1"/>
                </a:solidFill>
              </a:defRPr>
            </a:lvl1pPr>
          </a:lstStyle>
          <a:p>
            <a:fld id="{86CB4B4D-7CA3-9044-876B-883B54F8677D}" type="slidenum">
              <a:rPr lang="en-GB" smtClean="0"/>
              <a:pPr/>
              <a:t>‹#›</a:t>
            </a:fld>
            <a:endParaRPr lang="en-GB"/>
          </a:p>
        </p:txBody>
      </p:sp>
      <p:sp>
        <p:nvSpPr>
          <p:cNvPr id="16" name="Text Placeholder 6">
            <a:extLst>
              <a:ext uri="{FF2B5EF4-FFF2-40B4-BE49-F238E27FC236}">
                <a16:creationId xmlns:a16="http://schemas.microsoft.com/office/drawing/2014/main" id="{450EB989-D91A-197F-4946-FD41E5E26142}"/>
              </a:ext>
            </a:extLst>
          </p:cNvPr>
          <p:cNvSpPr>
            <a:spLocks noGrp="1"/>
          </p:cNvSpPr>
          <p:nvPr>
            <p:ph type="body" sz="quarter" idx="61" hasCustomPrompt="1"/>
          </p:nvPr>
        </p:nvSpPr>
        <p:spPr>
          <a:xfrm>
            <a:off x="623278" y="895100"/>
            <a:ext cx="4316609" cy="762933"/>
          </a:xfrm>
          <a:prstGeom prst="rect">
            <a:avLst/>
          </a:prstGeom>
        </p:spPr>
        <p:txBody>
          <a:bodyPr lIns="0" tIns="0" rIns="0" bIns="0" anchor="b">
            <a:noAutofit/>
          </a:bodyPr>
          <a:lstStyle>
            <a:lvl1pPr marL="0" indent="0">
              <a:lnSpc>
                <a:spcPct val="70000"/>
              </a:lnSpc>
              <a:buNone/>
              <a:defRPr sz="3750">
                <a:solidFill>
                  <a:schemeClr val="accent1"/>
                </a:solidFill>
                <a:latin typeface="+mj-lt"/>
              </a:defRPr>
            </a:lvl1pPr>
          </a:lstStyle>
          <a:p>
            <a:pPr lvl="0"/>
            <a:r>
              <a:rPr lang="en-US"/>
              <a:t>TITLE</a:t>
            </a:r>
          </a:p>
        </p:txBody>
      </p:sp>
      <p:sp>
        <p:nvSpPr>
          <p:cNvPr id="17" name="Text Placeholder 14">
            <a:extLst>
              <a:ext uri="{FF2B5EF4-FFF2-40B4-BE49-F238E27FC236}">
                <a16:creationId xmlns:a16="http://schemas.microsoft.com/office/drawing/2014/main" id="{F8623A14-3A27-1680-02D2-090BE0E1A4F3}"/>
              </a:ext>
            </a:extLst>
          </p:cNvPr>
          <p:cNvSpPr>
            <a:spLocks noGrp="1"/>
          </p:cNvSpPr>
          <p:nvPr>
            <p:ph type="body" sz="quarter" idx="23" hasCustomPrompt="1"/>
          </p:nvPr>
        </p:nvSpPr>
        <p:spPr>
          <a:xfrm>
            <a:off x="623277" y="1948972"/>
            <a:ext cx="4801145" cy="300083"/>
          </a:xfrm>
        </p:spPr>
        <p:txBody>
          <a:bodyPr lIns="0" tIns="0" rIns="0" bIns="0">
            <a:noAutofit/>
          </a:bodyPr>
          <a:lstStyle>
            <a:lvl1pPr marL="0" indent="0">
              <a:lnSpc>
                <a:spcPct val="90000"/>
              </a:lnSpc>
              <a:spcBef>
                <a:spcPts val="0"/>
              </a:spcBef>
              <a:buNone/>
              <a:defRPr sz="1200">
                <a:solidFill>
                  <a:schemeClr val="tx1"/>
                </a:solidFill>
              </a:defRPr>
            </a:lvl1pPr>
          </a:lstStyle>
          <a:p>
            <a:pPr lvl="0"/>
            <a:r>
              <a:rPr lang="en-US"/>
              <a:t>Text</a:t>
            </a:r>
          </a:p>
        </p:txBody>
      </p:sp>
      <p:sp>
        <p:nvSpPr>
          <p:cNvPr id="27" name="Text Placeholder 6">
            <a:extLst>
              <a:ext uri="{FF2B5EF4-FFF2-40B4-BE49-F238E27FC236}">
                <a16:creationId xmlns:a16="http://schemas.microsoft.com/office/drawing/2014/main" id="{1259F19E-DD82-8BAB-E5C5-40973A686373}"/>
              </a:ext>
            </a:extLst>
          </p:cNvPr>
          <p:cNvSpPr>
            <a:spLocks noGrp="1"/>
          </p:cNvSpPr>
          <p:nvPr>
            <p:ph type="body" sz="quarter" idx="22" hasCustomPrompt="1"/>
          </p:nvPr>
        </p:nvSpPr>
        <p:spPr>
          <a:xfrm>
            <a:off x="300157" y="3310904"/>
            <a:ext cx="1280583" cy="230832"/>
          </a:xfrm>
          <a:prstGeom prst="rect">
            <a:avLst/>
          </a:prstGeom>
        </p:spPr>
        <p:txBody>
          <a:bodyPr anchor="b">
            <a:noAutofit/>
          </a:bodyPr>
          <a:lstStyle>
            <a:lvl1pPr marL="0" indent="0" algn="ctr">
              <a:lnSpc>
                <a:spcPct val="70000"/>
              </a:lnSpc>
              <a:spcBef>
                <a:spcPts val="0"/>
              </a:spcBef>
              <a:buNone/>
              <a:defRPr sz="900">
                <a:solidFill>
                  <a:schemeClr val="tx1"/>
                </a:solidFill>
                <a:latin typeface="+mj-lt"/>
              </a:defRPr>
            </a:lvl1pPr>
          </a:lstStyle>
          <a:p>
            <a:pPr lvl="0"/>
            <a:r>
              <a:rPr lang="en-US"/>
              <a:t>TITLE</a:t>
            </a:r>
          </a:p>
        </p:txBody>
      </p:sp>
      <p:sp>
        <p:nvSpPr>
          <p:cNvPr id="33" name="Oval 32">
            <a:extLst>
              <a:ext uri="{FF2B5EF4-FFF2-40B4-BE49-F238E27FC236}">
                <a16:creationId xmlns:a16="http://schemas.microsoft.com/office/drawing/2014/main" id="{2C15FECA-FE7F-21DA-6D69-66D2FBEA209D}"/>
              </a:ext>
            </a:extLst>
          </p:cNvPr>
          <p:cNvSpPr/>
          <p:nvPr userDrawn="1"/>
        </p:nvSpPr>
        <p:spPr>
          <a:xfrm>
            <a:off x="899115" y="3091201"/>
            <a:ext cx="94589" cy="94589"/>
          </a:xfrm>
          <a:prstGeom prst="ellipse">
            <a:avLst/>
          </a:prstGeom>
          <a:solidFill>
            <a:srgbClr val="0143FD"/>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20000"/>
              </a:lnSpc>
              <a:spcBef>
                <a:spcPts val="0"/>
              </a:spcBef>
              <a:spcAft>
                <a:spcPts val="0"/>
              </a:spcAft>
              <a:buClrTx/>
              <a:buSzTx/>
              <a:buFontTx/>
              <a:buNone/>
              <a:tabLst/>
            </a:pPr>
            <a:endParaRPr kumimoji="0" lang="en-US" sz="3000" b="0" i="0" u="none" strike="noStrike" cap="all" spc="0" normalizeH="0" baseline="0">
              <a:ln>
                <a:noFill/>
              </a:ln>
              <a:solidFill>
                <a:srgbClr val="FFFFFF"/>
              </a:solidFill>
              <a:effectLst/>
              <a:uFillTx/>
              <a:latin typeface="Proxima Nova Extrabold"/>
              <a:ea typeface="Proxima Nova Extrabold"/>
              <a:cs typeface="Proxima Nova Extrabold"/>
              <a:sym typeface="Proxima Nova Extrabold"/>
            </a:endParaRPr>
          </a:p>
        </p:txBody>
      </p:sp>
      <p:sp>
        <p:nvSpPr>
          <p:cNvPr id="34" name="Oval 33">
            <a:extLst>
              <a:ext uri="{FF2B5EF4-FFF2-40B4-BE49-F238E27FC236}">
                <a16:creationId xmlns:a16="http://schemas.microsoft.com/office/drawing/2014/main" id="{A985A4D5-C4E8-46F9-E5C9-34B24F669972}"/>
              </a:ext>
            </a:extLst>
          </p:cNvPr>
          <p:cNvSpPr/>
          <p:nvPr userDrawn="1"/>
        </p:nvSpPr>
        <p:spPr>
          <a:xfrm>
            <a:off x="2713341" y="3091081"/>
            <a:ext cx="94589" cy="94589"/>
          </a:xfrm>
          <a:prstGeom prst="ellipse">
            <a:avLst/>
          </a:prstGeom>
          <a:solidFill>
            <a:srgbClr val="0143FD"/>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20000"/>
              </a:lnSpc>
              <a:spcBef>
                <a:spcPts val="0"/>
              </a:spcBef>
              <a:spcAft>
                <a:spcPts val="0"/>
              </a:spcAft>
              <a:buClrTx/>
              <a:buSzTx/>
              <a:buFontTx/>
              <a:buNone/>
              <a:tabLst/>
            </a:pPr>
            <a:endParaRPr kumimoji="0" lang="en-US" sz="3000" b="0" i="0" u="none" strike="noStrike" cap="all" spc="0" normalizeH="0" baseline="0">
              <a:ln>
                <a:noFill/>
              </a:ln>
              <a:solidFill>
                <a:srgbClr val="FFFFFF"/>
              </a:solidFill>
              <a:effectLst/>
              <a:uFillTx/>
              <a:latin typeface="Proxima Nova Extrabold"/>
              <a:ea typeface="Proxima Nova Extrabold"/>
              <a:cs typeface="Proxima Nova Extrabold"/>
              <a:sym typeface="Proxima Nova Extrabold"/>
            </a:endParaRPr>
          </a:p>
        </p:txBody>
      </p:sp>
      <p:sp>
        <p:nvSpPr>
          <p:cNvPr id="37" name="Oval 36">
            <a:extLst>
              <a:ext uri="{FF2B5EF4-FFF2-40B4-BE49-F238E27FC236}">
                <a16:creationId xmlns:a16="http://schemas.microsoft.com/office/drawing/2014/main" id="{2E94268C-AC40-47E1-C185-360674E6BA9D}"/>
              </a:ext>
            </a:extLst>
          </p:cNvPr>
          <p:cNvSpPr/>
          <p:nvPr userDrawn="1"/>
        </p:nvSpPr>
        <p:spPr>
          <a:xfrm>
            <a:off x="4531509" y="3091081"/>
            <a:ext cx="94589" cy="94589"/>
          </a:xfrm>
          <a:prstGeom prst="ellipse">
            <a:avLst/>
          </a:prstGeom>
          <a:solidFill>
            <a:srgbClr val="0143FD"/>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20000"/>
              </a:lnSpc>
              <a:spcBef>
                <a:spcPts val="0"/>
              </a:spcBef>
              <a:spcAft>
                <a:spcPts val="0"/>
              </a:spcAft>
              <a:buClrTx/>
              <a:buSzTx/>
              <a:buFontTx/>
              <a:buNone/>
              <a:tabLst/>
            </a:pPr>
            <a:endParaRPr kumimoji="0" lang="en-US" sz="3000" b="0" i="0" u="none" strike="noStrike" cap="all" spc="0" normalizeH="0" baseline="0">
              <a:ln>
                <a:noFill/>
              </a:ln>
              <a:solidFill>
                <a:srgbClr val="FFFFFF"/>
              </a:solidFill>
              <a:effectLst/>
              <a:uFillTx/>
              <a:latin typeface="Proxima Nova Extrabold"/>
              <a:ea typeface="Proxima Nova Extrabold"/>
              <a:cs typeface="Proxima Nova Extrabold"/>
              <a:sym typeface="Proxima Nova Extrabold"/>
            </a:endParaRPr>
          </a:p>
        </p:txBody>
      </p:sp>
      <p:sp>
        <p:nvSpPr>
          <p:cNvPr id="38" name="Oval 37">
            <a:extLst>
              <a:ext uri="{FF2B5EF4-FFF2-40B4-BE49-F238E27FC236}">
                <a16:creationId xmlns:a16="http://schemas.microsoft.com/office/drawing/2014/main" id="{50E30F53-3607-ED04-DAED-5093450CDC1D}"/>
              </a:ext>
            </a:extLst>
          </p:cNvPr>
          <p:cNvSpPr/>
          <p:nvPr userDrawn="1"/>
        </p:nvSpPr>
        <p:spPr>
          <a:xfrm>
            <a:off x="6349676" y="3091081"/>
            <a:ext cx="94589" cy="94589"/>
          </a:xfrm>
          <a:prstGeom prst="ellipse">
            <a:avLst/>
          </a:prstGeom>
          <a:solidFill>
            <a:srgbClr val="0143FD"/>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20000"/>
              </a:lnSpc>
              <a:spcBef>
                <a:spcPts val="0"/>
              </a:spcBef>
              <a:spcAft>
                <a:spcPts val="0"/>
              </a:spcAft>
              <a:buClrTx/>
              <a:buSzTx/>
              <a:buFontTx/>
              <a:buNone/>
              <a:tabLst/>
            </a:pPr>
            <a:endParaRPr kumimoji="0" lang="en-US" sz="3000" b="0" i="0" u="none" strike="noStrike" cap="all" spc="0" normalizeH="0" baseline="0">
              <a:ln>
                <a:noFill/>
              </a:ln>
              <a:solidFill>
                <a:srgbClr val="FFFFFF"/>
              </a:solidFill>
              <a:effectLst/>
              <a:uFillTx/>
              <a:latin typeface="Proxima Nova Extrabold"/>
              <a:ea typeface="Proxima Nova Extrabold"/>
              <a:cs typeface="Proxima Nova Extrabold"/>
              <a:sym typeface="Proxima Nova Extrabold"/>
            </a:endParaRPr>
          </a:p>
        </p:txBody>
      </p:sp>
      <p:sp>
        <p:nvSpPr>
          <p:cNvPr id="39" name="Oval 38">
            <a:extLst>
              <a:ext uri="{FF2B5EF4-FFF2-40B4-BE49-F238E27FC236}">
                <a16:creationId xmlns:a16="http://schemas.microsoft.com/office/drawing/2014/main" id="{42CA0899-6DC8-480A-3E1D-A867EAD53D09}"/>
              </a:ext>
            </a:extLst>
          </p:cNvPr>
          <p:cNvSpPr/>
          <p:nvPr userDrawn="1"/>
        </p:nvSpPr>
        <p:spPr>
          <a:xfrm>
            <a:off x="8135946" y="3091081"/>
            <a:ext cx="94589" cy="94589"/>
          </a:xfrm>
          <a:prstGeom prst="ellipse">
            <a:avLst/>
          </a:prstGeom>
          <a:solidFill>
            <a:srgbClr val="0143FD"/>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20000"/>
              </a:lnSpc>
              <a:spcBef>
                <a:spcPts val="0"/>
              </a:spcBef>
              <a:spcAft>
                <a:spcPts val="0"/>
              </a:spcAft>
              <a:buClrTx/>
              <a:buSzTx/>
              <a:buFontTx/>
              <a:buNone/>
              <a:tabLst/>
            </a:pPr>
            <a:endParaRPr kumimoji="0" lang="en-US" sz="3000" b="0" i="0" u="none" strike="noStrike" cap="all" spc="0" normalizeH="0" baseline="0">
              <a:ln>
                <a:noFill/>
              </a:ln>
              <a:solidFill>
                <a:srgbClr val="FFFFFF"/>
              </a:solidFill>
              <a:effectLst/>
              <a:uFillTx/>
              <a:latin typeface="Proxima Nova Extrabold"/>
              <a:ea typeface="Proxima Nova Extrabold"/>
              <a:cs typeface="Proxima Nova Extrabold"/>
              <a:sym typeface="Proxima Nova Extrabold"/>
            </a:endParaRPr>
          </a:p>
        </p:txBody>
      </p:sp>
      <p:sp>
        <p:nvSpPr>
          <p:cNvPr id="40" name="Text Placeholder 6">
            <a:extLst>
              <a:ext uri="{FF2B5EF4-FFF2-40B4-BE49-F238E27FC236}">
                <a16:creationId xmlns:a16="http://schemas.microsoft.com/office/drawing/2014/main" id="{B0F2A8C7-6437-E7AD-61CB-846465A13383}"/>
              </a:ext>
            </a:extLst>
          </p:cNvPr>
          <p:cNvSpPr>
            <a:spLocks noGrp="1"/>
          </p:cNvSpPr>
          <p:nvPr>
            <p:ph type="body" sz="quarter" idx="62" hasCustomPrompt="1"/>
          </p:nvPr>
        </p:nvSpPr>
        <p:spPr>
          <a:xfrm>
            <a:off x="2120490" y="3310904"/>
            <a:ext cx="1280583" cy="230832"/>
          </a:xfrm>
          <a:prstGeom prst="rect">
            <a:avLst/>
          </a:prstGeom>
        </p:spPr>
        <p:txBody>
          <a:bodyPr anchor="b">
            <a:noAutofit/>
          </a:bodyPr>
          <a:lstStyle>
            <a:lvl1pPr marL="0" indent="0" algn="ctr">
              <a:lnSpc>
                <a:spcPct val="70000"/>
              </a:lnSpc>
              <a:spcBef>
                <a:spcPts val="0"/>
              </a:spcBef>
              <a:buNone/>
              <a:defRPr sz="900">
                <a:solidFill>
                  <a:schemeClr val="tx1"/>
                </a:solidFill>
                <a:latin typeface="+mj-lt"/>
              </a:defRPr>
            </a:lvl1pPr>
          </a:lstStyle>
          <a:p>
            <a:pPr lvl="0"/>
            <a:r>
              <a:rPr lang="en-US"/>
              <a:t>TITLE</a:t>
            </a:r>
          </a:p>
        </p:txBody>
      </p:sp>
      <p:sp>
        <p:nvSpPr>
          <p:cNvPr id="41" name="Text Placeholder 6">
            <a:extLst>
              <a:ext uri="{FF2B5EF4-FFF2-40B4-BE49-F238E27FC236}">
                <a16:creationId xmlns:a16="http://schemas.microsoft.com/office/drawing/2014/main" id="{7F3475F8-39C0-650A-5B0D-F1B23AB380F2}"/>
              </a:ext>
            </a:extLst>
          </p:cNvPr>
          <p:cNvSpPr>
            <a:spLocks noGrp="1"/>
          </p:cNvSpPr>
          <p:nvPr>
            <p:ph type="body" sz="quarter" idx="63" hasCustomPrompt="1"/>
          </p:nvPr>
        </p:nvSpPr>
        <p:spPr>
          <a:xfrm>
            <a:off x="3932356" y="3310904"/>
            <a:ext cx="1280583" cy="230832"/>
          </a:xfrm>
          <a:prstGeom prst="rect">
            <a:avLst/>
          </a:prstGeom>
        </p:spPr>
        <p:txBody>
          <a:bodyPr anchor="b">
            <a:noAutofit/>
          </a:bodyPr>
          <a:lstStyle>
            <a:lvl1pPr marL="0" indent="0" algn="ctr">
              <a:lnSpc>
                <a:spcPct val="70000"/>
              </a:lnSpc>
              <a:spcBef>
                <a:spcPts val="0"/>
              </a:spcBef>
              <a:buNone/>
              <a:defRPr sz="900">
                <a:solidFill>
                  <a:schemeClr val="tx1"/>
                </a:solidFill>
                <a:latin typeface="+mj-lt"/>
              </a:defRPr>
            </a:lvl1pPr>
          </a:lstStyle>
          <a:p>
            <a:pPr lvl="0"/>
            <a:r>
              <a:rPr lang="en-US"/>
              <a:t>TITLE</a:t>
            </a:r>
          </a:p>
        </p:txBody>
      </p:sp>
      <p:sp>
        <p:nvSpPr>
          <p:cNvPr id="42" name="Text Placeholder 6">
            <a:extLst>
              <a:ext uri="{FF2B5EF4-FFF2-40B4-BE49-F238E27FC236}">
                <a16:creationId xmlns:a16="http://schemas.microsoft.com/office/drawing/2014/main" id="{8FC39C1E-3EF1-D005-29A5-C437F0365C3F}"/>
              </a:ext>
            </a:extLst>
          </p:cNvPr>
          <p:cNvSpPr>
            <a:spLocks noGrp="1"/>
          </p:cNvSpPr>
          <p:nvPr>
            <p:ph type="body" sz="quarter" idx="64" hasCustomPrompt="1"/>
          </p:nvPr>
        </p:nvSpPr>
        <p:spPr>
          <a:xfrm>
            <a:off x="5752690" y="3310904"/>
            <a:ext cx="1280583" cy="230832"/>
          </a:xfrm>
          <a:prstGeom prst="rect">
            <a:avLst/>
          </a:prstGeom>
        </p:spPr>
        <p:txBody>
          <a:bodyPr anchor="b">
            <a:noAutofit/>
          </a:bodyPr>
          <a:lstStyle>
            <a:lvl1pPr marL="0" indent="0" algn="ctr">
              <a:lnSpc>
                <a:spcPct val="70000"/>
              </a:lnSpc>
              <a:spcBef>
                <a:spcPts val="0"/>
              </a:spcBef>
              <a:buNone/>
              <a:defRPr sz="900">
                <a:solidFill>
                  <a:schemeClr val="tx1"/>
                </a:solidFill>
                <a:latin typeface="+mj-lt"/>
              </a:defRPr>
            </a:lvl1pPr>
          </a:lstStyle>
          <a:p>
            <a:pPr lvl="0"/>
            <a:r>
              <a:rPr lang="en-US"/>
              <a:t>TITLE</a:t>
            </a:r>
          </a:p>
        </p:txBody>
      </p:sp>
      <p:sp>
        <p:nvSpPr>
          <p:cNvPr id="43" name="Text Placeholder 6">
            <a:extLst>
              <a:ext uri="{FF2B5EF4-FFF2-40B4-BE49-F238E27FC236}">
                <a16:creationId xmlns:a16="http://schemas.microsoft.com/office/drawing/2014/main" id="{78604AE5-3AB0-B77A-3370-BD26B00A8AAF}"/>
              </a:ext>
            </a:extLst>
          </p:cNvPr>
          <p:cNvSpPr>
            <a:spLocks noGrp="1"/>
          </p:cNvSpPr>
          <p:nvPr>
            <p:ph type="body" sz="quarter" idx="65" hasCustomPrompt="1"/>
          </p:nvPr>
        </p:nvSpPr>
        <p:spPr>
          <a:xfrm>
            <a:off x="7539157" y="3310904"/>
            <a:ext cx="1280583" cy="230832"/>
          </a:xfrm>
          <a:prstGeom prst="rect">
            <a:avLst/>
          </a:prstGeom>
        </p:spPr>
        <p:txBody>
          <a:bodyPr anchor="b">
            <a:noAutofit/>
          </a:bodyPr>
          <a:lstStyle>
            <a:lvl1pPr marL="0" indent="0" algn="ctr">
              <a:lnSpc>
                <a:spcPct val="70000"/>
              </a:lnSpc>
              <a:spcBef>
                <a:spcPts val="0"/>
              </a:spcBef>
              <a:buNone/>
              <a:defRPr sz="900">
                <a:solidFill>
                  <a:schemeClr val="tx1"/>
                </a:solidFill>
                <a:latin typeface="+mj-lt"/>
              </a:defRPr>
            </a:lvl1pPr>
          </a:lstStyle>
          <a:p>
            <a:pPr lvl="0"/>
            <a:r>
              <a:rPr lang="en-US"/>
              <a:t>TITLE</a:t>
            </a:r>
          </a:p>
        </p:txBody>
      </p:sp>
      <p:sp>
        <p:nvSpPr>
          <p:cNvPr id="44" name="Text Placeholder 14">
            <a:extLst>
              <a:ext uri="{FF2B5EF4-FFF2-40B4-BE49-F238E27FC236}">
                <a16:creationId xmlns:a16="http://schemas.microsoft.com/office/drawing/2014/main" id="{1B168656-1101-E58F-4216-85286F4F2F1A}"/>
              </a:ext>
            </a:extLst>
          </p:cNvPr>
          <p:cNvSpPr>
            <a:spLocks noGrp="1"/>
          </p:cNvSpPr>
          <p:nvPr>
            <p:ph type="body" sz="quarter" idx="66" hasCustomPrompt="1"/>
          </p:nvPr>
        </p:nvSpPr>
        <p:spPr>
          <a:xfrm>
            <a:off x="624223" y="4485108"/>
            <a:ext cx="6294264" cy="300083"/>
          </a:xfrm>
        </p:spPr>
        <p:txBody>
          <a:bodyPr lIns="0" tIns="0" rIns="0" bIns="0">
            <a:noAutofit/>
          </a:bodyPr>
          <a:lstStyle>
            <a:lvl1pPr marL="0" indent="0">
              <a:lnSpc>
                <a:spcPct val="90000"/>
              </a:lnSpc>
              <a:spcBef>
                <a:spcPts val="0"/>
              </a:spcBef>
              <a:buNone/>
              <a:defRPr sz="680">
                <a:solidFill>
                  <a:schemeClr val="tx1"/>
                </a:solidFill>
              </a:defRPr>
            </a:lvl1pPr>
          </a:lstStyle>
          <a:p>
            <a:pPr lvl="0"/>
            <a:r>
              <a:rPr lang="en-US"/>
              <a:t>Text</a:t>
            </a:r>
          </a:p>
        </p:txBody>
      </p:sp>
    </p:spTree>
    <p:extLst>
      <p:ext uri="{BB962C8B-B14F-4D97-AF65-F5344CB8AC3E}">
        <p14:creationId xmlns:p14="http://schemas.microsoft.com/office/powerpoint/2010/main" val="149134175"/>
      </p:ext>
    </p:extLst>
  </p:cSld>
  <p:clrMapOvr>
    <a:masterClrMapping/>
  </p:clrMapOvr>
  <p:transition spd="med"/>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Infographic title, text, timeline - blue">
    <p:bg>
      <p:bgPr>
        <a:solidFill>
          <a:srgbClr val="0143FD"/>
        </a:solidFill>
        <a:effectLst/>
      </p:bgPr>
    </p:bg>
    <p:spTree>
      <p:nvGrpSpPr>
        <p:cNvPr id="1" name=""/>
        <p:cNvGrpSpPr/>
        <p:nvPr/>
      </p:nvGrpSpPr>
      <p:grpSpPr>
        <a:xfrm>
          <a:off x="0" y="0"/>
          <a:ext cx="0" cy="0"/>
          <a:chOff x="0" y="0"/>
          <a:chExt cx="0" cy="0"/>
        </a:xfrm>
      </p:grpSpPr>
      <p:cxnSp>
        <p:nvCxnSpPr>
          <p:cNvPr id="26" name="Straight Connector 25">
            <a:extLst>
              <a:ext uri="{FF2B5EF4-FFF2-40B4-BE49-F238E27FC236}">
                <a16:creationId xmlns:a16="http://schemas.microsoft.com/office/drawing/2014/main" id="{DAC565EA-D3CC-495A-2239-9B80749A071C}"/>
              </a:ext>
            </a:extLst>
          </p:cNvPr>
          <p:cNvCxnSpPr>
            <a:cxnSpLocks/>
          </p:cNvCxnSpPr>
          <p:nvPr userDrawn="1"/>
        </p:nvCxnSpPr>
        <p:spPr>
          <a:xfrm>
            <a:off x="940449" y="3135794"/>
            <a:ext cx="7241701" cy="0"/>
          </a:xfrm>
          <a:prstGeom prst="line">
            <a:avLst/>
          </a:prstGeom>
          <a:noFill/>
          <a:ln w="12700" cap="flat">
            <a:solidFill>
              <a:srgbClr val="E7E696">
                <a:alpha val="40000"/>
              </a:srgbClr>
            </a:solidFill>
            <a:prstDash val="solid"/>
            <a:miter lim="400000"/>
          </a:ln>
          <a:effectLst/>
          <a:sp3d/>
        </p:spPr>
        <p:style>
          <a:lnRef idx="0">
            <a:scrgbClr r="0" g="0" b="0"/>
          </a:lnRef>
          <a:fillRef idx="0">
            <a:scrgbClr r="0" g="0" b="0"/>
          </a:fillRef>
          <a:effectRef idx="0">
            <a:scrgbClr r="0" g="0" b="0"/>
          </a:effectRef>
          <a:fontRef idx="none"/>
        </p:style>
      </p:cxnSp>
      <p:sp>
        <p:nvSpPr>
          <p:cNvPr id="66" name="Slide Number"/>
          <p:cNvSpPr txBox="1">
            <a:spLocks noGrp="1"/>
          </p:cNvSpPr>
          <p:nvPr>
            <p:ph type="sldNum" sz="quarter" idx="2"/>
          </p:nvPr>
        </p:nvSpPr>
        <p:spPr>
          <a:prstGeom prst="rect">
            <a:avLst/>
          </a:prstGeom>
        </p:spPr>
        <p:txBody>
          <a:bodyPr/>
          <a:lstStyle>
            <a:lvl1pPr>
              <a:defRPr>
                <a:solidFill>
                  <a:schemeClr val="bg1"/>
                </a:solidFill>
              </a:defRPr>
            </a:lvl1pPr>
          </a:lstStyle>
          <a:p>
            <a:fld id="{86CB4B4D-7CA3-9044-876B-883B54F8677D}" type="slidenum">
              <a:rPr lang="en-GB" smtClean="0"/>
              <a:pPr/>
              <a:t>‹#›</a:t>
            </a:fld>
            <a:endParaRPr lang="en-GB"/>
          </a:p>
        </p:txBody>
      </p:sp>
      <p:sp>
        <p:nvSpPr>
          <p:cNvPr id="27" name="Text Placeholder 6">
            <a:extLst>
              <a:ext uri="{FF2B5EF4-FFF2-40B4-BE49-F238E27FC236}">
                <a16:creationId xmlns:a16="http://schemas.microsoft.com/office/drawing/2014/main" id="{1259F19E-DD82-8BAB-E5C5-40973A686373}"/>
              </a:ext>
            </a:extLst>
          </p:cNvPr>
          <p:cNvSpPr>
            <a:spLocks noGrp="1"/>
          </p:cNvSpPr>
          <p:nvPr>
            <p:ph type="body" sz="quarter" idx="22" hasCustomPrompt="1"/>
          </p:nvPr>
        </p:nvSpPr>
        <p:spPr>
          <a:xfrm>
            <a:off x="300157" y="3310904"/>
            <a:ext cx="1280583" cy="230832"/>
          </a:xfrm>
          <a:prstGeom prst="rect">
            <a:avLst/>
          </a:prstGeom>
        </p:spPr>
        <p:txBody>
          <a:bodyPr anchor="b">
            <a:noAutofit/>
          </a:bodyPr>
          <a:lstStyle>
            <a:lvl1pPr marL="0" indent="0" algn="ctr">
              <a:lnSpc>
                <a:spcPct val="70000"/>
              </a:lnSpc>
              <a:spcBef>
                <a:spcPts val="0"/>
              </a:spcBef>
              <a:buNone/>
              <a:defRPr sz="900">
                <a:solidFill>
                  <a:schemeClr val="bg1"/>
                </a:solidFill>
                <a:latin typeface="+mj-lt"/>
              </a:defRPr>
            </a:lvl1pPr>
          </a:lstStyle>
          <a:p>
            <a:pPr lvl="0"/>
            <a:r>
              <a:rPr lang="en-US"/>
              <a:t>TITLE</a:t>
            </a:r>
          </a:p>
        </p:txBody>
      </p:sp>
      <p:sp>
        <p:nvSpPr>
          <p:cNvPr id="33" name="Oval 32">
            <a:extLst>
              <a:ext uri="{FF2B5EF4-FFF2-40B4-BE49-F238E27FC236}">
                <a16:creationId xmlns:a16="http://schemas.microsoft.com/office/drawing/2014/main" id="{2C15FECA-FE7F-21DA-6D69-66D2FBEA209D}"/>
              </a:ext>
            </a:extLst>
          </p:cNvPr>
          <p:cNvSpPr/>
          <p:nvPr userDrawn="1"/>
        </p:nvSpPr>
        <p:spPr>
          <a:xfrm>
            <a:off x="899115" y="3091201"/>
            <a:ext cx="94589" cy="94589"/>
          </a:xfrm>
          <a:prstGeom prst="ellipse">
            <a:avLst/>
          </a:prstGeom>
          <a:solidFill>
            <a:srgbClr val="E7E696"/>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20000"/>
              </a:lnSpc>
              <a:spcBef>
                <a:spcPts val="0"/>
              </a:spcBef>
              <a:spcAft>
                <a:spcPts val="0"/>
              </a:spcAft>
              <a:buClrTx/>
              <a:buSzTx/>
              <a:buFontTx/>
              <a:buNone/>
              <a:tabLst/>
            </a:pPr>
            <a:endParaRPr kumimoji="0" lang="en-US" sz="3000" b="0" i="0" u="none" strike="noStrike" cap="all" spc="0" normalizeH="0" baseline="0">
              <a:ln>
                <a:noFill/>
              </a:ln>
              <a:solidFill>
                <a:srgbClr val="FFFFFF"/>
              </a:solidFill>
              <a:effectLst/>
              <a:uFillTx/>
              <a:latin typeface="Proxima Nova Extrabold"/>
              <a:ea typeface="Proxima Nova Extrabold"/>
              <a:cs typeface="Proxima Nova Extrabold"/>
              <a:sym typeface="Proxima Nova Extrabold"/>
            </a:endParaRPr>
          </a:p>
        </p:txBody>
      </p:sp>
      <p:sp>
        <p:nvSpPr>
          <p:cNvPr id="34" name="Oval 33">
            <a:extLst>
              <a:ext uri="{FF2B5EF4-FFF2-40B4-BE49-F238E27FC236}">
                <a16:creationId xmlns:a16="http://schemas.microsoft.com/office/drawing/2014/main" id="{A985A4D5-C4E8-46F9-E5C9-34B24F669972}"/>
              </a:ext>
            </a:extLst>
          </p:cNvPr>
          <p:cNvSpPr/>
          <p:nvPr userDrawn="1"/>
        </p:nvSpPr>
        <p:spPr>
          <a:xfrm>
            <a:off x="2713341" y="3091081"/>
            <a:ext cx="94589" cy="94589"/>
          </a:xfrm>
          <a:prstGeom prst="ellipse">
            <a:avLst/>
          </a:prstGeom>
          <a:solidFill>
            <a:srgbClr val="E7E696"/>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20000"/>
              </a:lnSpc>
              <a:spcBef>
                <a:spcPts val="0"/>
              </a:spcBef>
              <a:spcAft>
                <a:spcPts val="0"/>
              </a:spcAft>
              <a:buClrTx/>
              <a:buSzTx/>
              <a:buFontTx/>
              <a:buNone/>
              <a:tabLst/>
            </a:pPr>
            <a:endParaRPr kumimoji="0" lang="en-US" sz="3000" b="0" i="0" u="none" strike="noStrike" cap="all" spc="0" normalizeH="0" baseline="0">
              <a:ln>
                <a:noFill/>
              </a:ln>
              <a:solidFill>
                <a:srgbClr val="FFFFFF"/>
              </a:solidFill>
              <a:effectLst/>
              <a:uFillTx/>
              <a:latin typeface="Proxima Nova Extrabold"/>
              <a:ea typeface="Proxima Nova Extrabold"/>
              <a:cs typeface="Proxima Nova Extrabold"/>
              <a:sym typeface="Proxima Nova Extrabold"/>
            </a:endParaRPr>
          </a:p>
        </p:txBody>
      </p:sp>
      <p:sp>
        <p:nvSpPr>
          <p:cNvPr id="37" name="Oval 36">
            <a:extLst>
              <a:ext uri="{FF2B5EF4-FFF2-40B4-BE49-F238E27FC236}">
                <a16:creationId xmlns:a16="http://schemas.microsoft.com/office/drawing/2014/main" id="{2E94268C-AC40-47E1-C185-360674E6BA9D}"/>
              </a:ext>
            </a:extLst>
          </p:cNvPr>
          <p:cNvSpPr/>
          <p:nvPr userDrawn="1"/>
        </p:nvSpPr>
        <p:spPr>
          <a:xfrm>
            <a:off x="4531509" y="3091081"/>
            <a:ext cx="94589" cy="94589"/>
          </a:xfrm>
          <a:prstGeom prst="ellipse">
            <a:avLst/>
          </a:prstGeom>
          <a:solidFill>
            <a:srgbClr val="E7E696"/>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20000"/>
              </a:lnSpc>
              <a:spcBef>
                <a:spcPts val="0"/>
              </a:spcBef>
              <a:spcAft>
                <a:spcPts val="0"/>
              </a:spcAft>
              <a:buClrTx/>
              <a:buSzTx/>
              <a:buFontTx/>
              <a:buNone/>
              <a:tabLst/>
            </a:pPr>
            <a:endParaRPr kumimoji="0" lang="en-US" sz="3000" b="0" i="0" u="none" strike="noStrike" cap="all" spc="0" normalizeH="0" baseline="0">
              <a:ln>
                <a:noFill/>
              </a:ln>
              <a:solidFill>
                <a:srgbClr val="FFFFFF"/>
              </a:solidFill>
              <a:effectLst/>
              <a:uFillTx/>
              <a:latin typeface="Proxima Nova Extrabold"/>
              <a:ea typeface="Proxima Nova Extrabold"/>
              <a:cs typeface="Proxima Nova Extrabold"/>
              <a:sym typeface="Proxima Nova Extrabold"/>
            </a:endParaRPr>
          </a:p>
        </p:txBody>
      </p:sp>
      <p:sp>
        <p:nvSpPr>
          <p:cNvPr id="38" name="Oval 37">
            <a:extLst>
              <a:ext uri="{FF2B5EF4-FFF2-40B4-BE49-F238E27FC236}">
                <a16:creationId xmlns:a16="http://schemas.microsoft.com/office/drawing/2014/main" id="{50E30F53-3607-ED04-DAED-5093450CDC1D}"/>
              </a:ext>
            </a:extLst>
          </p:cNvPr>
          <p:cNvSpPr/>
          <p:nvPr userDrawn="1"/>
        </p:nvSpPr>
        <p:spPr>
          <a:xfrm>
            <a:off x="6349676" y="3091081"/>
            <a:ext cx="94589" cy="94589"/>
          </a:xfrm>
          <a:prstGeom prst="ellipse">
            <a:avLst/>
          </a:prstGeom>
          <a:solidFill>
            <a:srgbClr val="E7E696"/>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20000"/>
              </a:lnSpc>
              <a:spcBef>
                <a:spcPts val="0"/>
              </a:spcBef>
              <a:spcAft>
                <a:spcPts val="0"/>
              </a:spcAft>
              <a:buClrTx/>
              <a:buSzTx/>
              <a:buFontTx/>
              <a:buNone/>
              <a:tabLst/>
            </a:pPr>
            <a:endParaRPr kumimoji="0" lang="en-US" sz="3000" b="0" i="0" u="none" strike="noStrike" cap="all" spc="0" normalizeH="0" baseline="0">
              <a:ln>
                <a:noFill/>
              </a:ln>
              <a:solidFill>
                <a:srgbClr val="FFFFFF"/>
              </a:solidFill>
              <a:effectLst/>
              <a:uFillTx/>
              <a:latin typeface="Proxima Nova Extrabold"/>
              <a:ea typeface="Proxima Nova Extrabold"/>
              <a:cs typeface="Proxima Nova Extrabold"/>
              <a:sym typeface="Proxima Nova Extrabold"/>
            </a:endParaRPr>
          </a:p>
        </p:txBody>
      </p:sp>
      <p:sp>
        <p:nvSpPr>
          <p:cNvPr id="39" name="Oval 38">
            <a:extLst>
              <a:ext uri="{FF2B5EF4-FFF2-40B4-BE49-F238E27FC236}">
                <a16:creationId xmlns:a16="http://schemas.microsoft.com/office/drawing/2014/main" id="{42CA0899-6DC8-480A-3E1D-A867EAD53D09}"/>
              </a:ext>
            </a:extLst>
          </p:cNvPr>
          <p:cNvSpPr/>
          <p:nvPr userDrawn="1"/>
        </p:nvSpPr>
        <p:spPr>
          <a:xfrm>
            <a:off x="8135946" y="3091081"/>
            <a:ext cx="94589" cy="94589"/>
          </a:xfrm>
          <a:prstGeom prst="ellipse">
            <a:avLst/>
          </a:prstGeom>
          <a:solidFill>
            <a:srgbClr val="E7E696"/>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20000"/>
              </a:lnSpc>
              <a:spcBef>
                <a:spcPts val="0"/>
              </a:spcBef>
              <a:spcAft>
                <a:spcPts val="0"/>
              </a:spcAft>
              <a:buClrTx/>
              <a:buSzTx/>
              <a:buFontTx/>
              <a:buNone/>
              <a:tabLst/>
            </a:pPr>
            <a:endParaRPr kumimoji="0" lang="en-US" sz="3000" b="0" i="0" u="none" strike="noStrike" cap="all" spc="0" normalizeH="0" baseline="0">
              <a:ln>
                <a:noFill/>
              </a:ln>
              <a:solidFill>
                <a:srgbClr val="FFFFFF"/>
              </a:solidFill>
              <a:effectLst/>
              <a:uFillTx/>
              <a:latin typeface="Proxima Nova Extrabold"/>
              <a:ea typeface="Proxima Nova Extrabold"/>
              <a:cs typeface="Proxima Nova Extrabold"/>
              <a:sym typeface="Proxima Nova Extrabold"/>
            </a:endParaRPr>
          </a:p>
        </p:txBody>
      </p:sp>
      <p:sp>
        <p:nvSpPr>
          <p:cNvPr id="40" name="Text Placeholder 6">
            <a:extLst>
              <a:ext uri="{FF2B5EF4-FFF2-40B4-BE49-F238E27FC236}">
                <a16:creationId xmlns:a16="http://schemas.microsoft.com/office/drawing/2014/main" id="{B0F2A8C7-6437-E7AD-61CB-846465A13383}"/>
              </a:ext>
            </a:extLst>
          </p:cNvPr>
          <p:cNvSpPr>
            <a:spLocks noGrp="1"/>
          </p:cNvSpPr>
          <p:nvPr>
            <p:ph type="body" sz="quarter" idx="62" hasCustomPrompt="1"/>
          </p:nvPr>
        </p:nvSpPr>
        <p:spPr>
          <a:xfrm>
            <a:off x="2120490" y="3310904"/>
            <a:ext cx="1280583" cy="230832"/>
          </a:xfrm>
          <a:prstGeom prst="rect">
            <a:avLst/>
          </a:prstGeom>
        </p:spPr>
        <p:txBody>
          <a:bodyPr anchor="b">
            <a:noAutofit/>
          </a:bodyPr>
          <a:lstStyle>
            <a:lvl1pPr marL="0" indent="0" algn="ctr">
              <a:lnSpc>
                <a:spcPct val="70000"/>
              </a:lnSpc>
              <a:spcBef>
                <a:spcPts val="0"/>
              </a:spcBef>
              <a:buNone/>
              <a:defRPr sz="900">
                <a:solidFill>
                  <a:schemeClr val="bg1"/>
                </a:solidFill>
                <a:latin typeface="+mj-lt"/>
              </a:defRPr>
            </a:lvl1pPr>
          </a:lstStyle>
          <a:p>
            <a:pPr lvl="0"/>
            <a:r>
              <a:rPr lang="en-US"/>
              <a:t>TITLE</a:t>
            </a:r>
          </a:p>
        </p:txBody>
      </p:sp>
      <p:sp>
        <p:nvSpPr>
          <p:cNvPr id="41" name="Text Placeholder 6">
            <a:extLst>
              <a:ext uri="{FF2B5EF4-FFF2-40B4-BE49-F238E27FC236}">
                <a16:creationId xmlns:a16="http://schemas.microsoft.com/office/drawing/2014/main" id="{7F3475F8-39C0-650A-5B0D-F1B23AB380F2}"/>
              </a:ext>
            </a:extLst>
          </p:cNvPr>
          <p:cNvSpPr>
            <a:spLocks noGrp="1"/>
          </p:cNvSpPr>
          <p:nvPr>
            <p:ph type="body" sz="quarter" idx="63" hasCustomPrompt="1"/>
          </p:nvPr>
        </p:nvSpPr>
        <p:spPr>
          <a:xfrm>
            <a:off x="3932356" y="3310904"/>
            <a:ext cx="1280583" cy="230832"/>
          </a:xfrm>
          <a:prstGeom prst="rect">
            <a:avLst/>
          </a:prstGeom>
        </p:spPr>
        <p:txBody>
          <a:bodyPr anchor="b">
            <a:noAutofit/>
          </a:bodyPr>
          <a:lstStyle>
            <a:lvl1pPr marL="0" indent="0" algn="ctr">
              <a:lnSpc>
                <a:spcPct val="70000"/>
              </a:lnSpc>
              <a:spcBef>
                <a:spcPts val="0"/>
              </a:spcBef>
              <a:buNone/>
              <a:defRPr sz="900">
                <a:solidFill>
                  <a:schemeClr val="bg1"/>
                </a:solidFill>
                <a:latin typeface="+mj-lt"/>
              </a:defRPr>
            </a:lvl1pPr>
          </a:lstStyle>
          <a:p>
            <a:pPr lvl="0"/>
            <a:r>
              <a:rPr lang="en-US"/>
              <a:t>TITLE</a:t>
            </a:r>
          </a:p>
        </p:txBody>
      </p:sp>
      <p:sp>
        <p:nvSpPr>
          <p:cNvPr id="42" name="Text Placeholder 6">
            <a:extLst>
              <a:ext uri="{FF2B5EF4-FFF2-40B4-BE49-F238E27FC236}">
                <a16:creationId xmlns:a16="http://schemas.microsoft.com/office/drawing/2014/main" id="{8FC39C1E-3EF1-D005-29A5-C437F0365C3F}"/>
              </a:ext>
            </a:extLst>
          </p:cNvPr>
          <p:cNvSpPr>
            <a:spLocks noGrp="1"/>
          </p:cNvSpPr>
          <p:nvPr>
            <p:ph type="body" sz="quarter" idx="64" hasCustomPrompt="1"/>
          </p:nvPr>
        </p:nvSpPr>
        <p:spPr>
          <a:xfrm>
            <a:off x="5752690" y="3310904"/>
            <a:ext cx="1280583" cy="230832"/>
          </a:xfrm>
          <a:prstGeom prst="rect">
            <a:avLst/>
          </a:prstGeom>
        </p:spPr>
        <p:txBody>
          <a:bodyPr anchor="b">
            <a:noAutofit/>
          </a:bodyPr>
          <a:lstStyle>
            <a:lvl1pPr marL="0" indent="0" algn="ctr">
              <a:lnSpc>
                <a:spcPct val="70000"/>
              </a:lnSpc>
              <a:spcBef>
                <a:spcPts val="0"/>
              </a:spcBef>
              <a:buNone/>
              <a:defRPr sz="900">
                <a:solidFill>
                  <a:schemeClr val="bg1"/>
                </a:solidFill>
                <a:latin typeface="+mj-lt"/>
              </a:defRPr>
            </a:lvl1pPr>
          </a:lstStyle>
          <a:p>
            <a:pPr lvl="0"/>
            <a:r>
              <a:rPr lang="en-US"/>
              <a:t>TITLE</a:t>
            </a:r>
          </a:p>
        </p:txBody>
      </p:sp>
      <p:sp>
        <p:nvSpPr>
          <p:cNvPr id="43" name="Text Placeholder 6">
            <a:extLst>
              <a:ext uri="{FF2B5EF4-FFF2-40B4-BE49-F238E27FC236}">
                <a16:creationId xmlns:a16="http://schemas.microsoft.com/office/drawing/2014/main" id="{78604AE5-3AB0-B77A-3370-BD26B00A8AAF}"/>
              </a:ext>
            </a:extLst>
          </p:cNvPr>
          <p:cNvSpPr>
            <a:spLocks noGrp="1"/>
          </p:cNvSpPr>
          <p:nvPr>
            <p:ph type="body" sz="quarter" idx="65" hasCustomPrompt="1"/>
          </p:nvPr>
        </p:nvSpPr>
        <p:spPr>
          <a:xfrm>
            <a:off x="7539157" y="3310904"/>
            <a:ext cx="1280583" cy="230832"/>
          </a:xfrm>
          <a:prstGeom prst="rect">
            <a:avLst/>
          </a:prstGeom>
        </p:spPr>
        <p:txBody>
          <a:bodyPr anchor="b">
            <a:noAutofit/>
          </a:bodyPr>
          <a:lstStyle>
            <a:lvl1pPr marL="0" indent="0" algn="ctr">
              <a:lnSpc>
                <a:spcPct val="70000"/>
              </a:lnSpc>
              <a:spcBef>
                <a:spcPts val="0"/>
              </a:spcBef>
              <a:buNone/>
              <a:defRPr sz="900">
                <a:solidFill>
                  <a:schemeClr val="bg1"/>
                </a:solidFill>
                <a:latin typeface="+mj-lt"/>
              </a:defRPr>
            </a:lvl1pPr>
          </a:lstStyle>
          <a:p>
            <a:pPr lvl="0"/>
            <a:r>
              <a:rPr lang="en-US"/>
              <a:t>TITLE</a:t>
            </a:r>
          </a:p>
        </p:txBody>
      </p:sp>
      <p:pic>
        <p:nvPicPr>
          <p:cNvPr id="2" name="CGC logo white.png" descr="CGC logo white.png">
            <a:extLst>
              <a:ext uri="{FF2B5EF4-FFF2-40B4-BE49-F238E27FC236}">
                <a16:creationId xmlns:a16="http://schemas.microsoft.com/office/drawing/2014/main" id="{F030FD9B-C311-B2C8-AAC5-6809AD9950A7}"/>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85750" y="285750"/>
            <a:ext cx="1152091" cy="199818"/>
          </a:xfrm>
          <a:prstGeom prst="rect">
            <a:avLst/>
          </a:prstGeom>
          <a:ln w="12700">
            <a:miter lim="400000"/>
          </a:ln>
        </p:spPr>
      </p:pic>
      <p:sp>
        <p:nvSpPr>
          <p:cNvPr id="3" name="Text Placeholder 6">
            <a:extLst>
              <a:ext uri="{FF2B5EF4-FFF2-40B4-BE49-F238E27FC236}">
                <a16:creationId xmlns:a16="http://schemas.microsoft.com/office/drawing/2014/main" id="{32939E1B-1373-C731-0D3F-02BF0543F63D}"/>
              </a:ext>
            </a:extLst>
          </p:cNvPr>
          <p:cNvSpPr>
            <a:spLocks noGrp="1"/>
          </p:cNvSpPr>
          <p:nvPr>
            <p:ph type="body" sz="quarter" idx="61" hasCustomPrompt="1"/>
          </p:nvPr>
        </p:nvSpPr>
        <p:spPr>
          <a:xfrm>
            <a:off x="623278" y="895100"/>
            <a:ext cx="4316609" cy="762933"/>
          </a:xfrm>
          <a:prstGeom prst="rect">
            <a:avLst/>
          </a:prstGeom>
        </p:spPr>
        <p:txBody>
          <a:bodyPr lIns="0" tIns="0" rIns="0" bIns="0" anchor="b">
            <a:noAutofit/>
          </a:bodyPr>
          <a:lstStyle>
            <a:lvl1pPr marL="0" indent="0">
              <a:lnSpc>
                <a:spcPct val="70000"/>
              </a:lnSpc>
              <a:buNone/>
              <a:defRPr sz="3750">
                <a:solidFill>
                  <a:schemeClr val="accent3"/>
                </a:solidFill>
                <a:latin typeface="+mj-lt"/>
              </a:defRPr>
            </a:lvl1pPr>
          </a:lstStyle>
          <a:p>
            <a:pPr lvl="0"/>
            <a:r>
              <a:rPr lang="en-US"/>
              <a:t>TITLE</a:t>
            </a:r>
          </a:p>
        </p:txBody>
      </p:sp>
      <p:sp>
        <p:nvSpPr>
          <p:cNvPr id="4" name="Text Placeholder 14">
            <a:extLst>
              <a:ext uri="{FF2B5EF4-FFF2-40B4-BE49-F238E27FC236}">
                <a16:creationId xmlns:a16="http://schemas.microsoft.com/office/drawing/2014/main" id="{81DED15B-FF7C-FDD5-BD3E-32E69FA04802}"/>
              </a:ext>
            </a:extLst>
          </p:cNvPr>
          <p:cNvSpPr>
            <a:spLocks noGrp="1"/>
          </p:cNvSpPr>
          <p:nvPr>
            <p:ph type="body" sz="quarter" idx="23" hasCustomPrompt="1"/>
          </p:nvPr>
        </p:nvSpPr>
        <p:spPr>
          <a:xfrm>
            <a:off x="623277" y="1948972"/>
            <a:ext cx="4801145" cy="300083"/>
          </a:xfrm>
        </p:spPr>
        <p:txBody>
          <a:bodyPr lIns="0" tIns="0" rIns="0" bIns="0">
            <a:noAutofit/>
          </a:bodyPr>
          <a:lstStyle>
            <a:lvl1pPr marL="0" indent="0">
              <a:lnSpc>
                <a:spcPct val="90000"/>
              </a:lnSpc>
              <a:spcBef>
                <a:spcPts val="0"/>
              </a:spcBef>
              <a:buNone/>
              <a:defRPr sz="1200">
                <a:solidFill>
                  <a:schemeClr val="bg1"/>
                </a:solidFill>
              </a:defRPr>
            </a:lvl1pPr>
          </a:lstStyle>
          <a:p>
            <a:pPr lvl="0"/>
            <a:r>
              <a:rPr lang="en-US"/>
              <a:t>Text</a:t>
            </a:r>
          </a:p>
        </p:txBody>
      </p:sp>
      <p:sp>
        <p:nvSpPr>
          <p:cNvPr id="5" name="Text Placeholder 14">
            <a:extLst>
              <a:ext uri="{FF2B5EF4-FFF2-40B4-BE49-F238E27FC236}">
                <a16:creationId xmlns:a16="http://schemas.microsoft.com/office/drawing/2014/main" id="{6C8B73B8-DBE7-F5B7-291D-9B1C582BBCB6}"/>
              </a:ext>
            </a:extLst>
          </p:cNvPr>
          <p:cNvSpPr>
            <a:spLocks noGrp="1"/>
          </p:cNvSpPr>
          <p:nvPr>
            <p:ph type="body" sz="quarter" idx="66" hasCustomPrompt="1"/>
          </p:nvPr>
        </p:nvSpPr>
        <p:spPr>
          <a:xfrm>
            <a:off x="624223" y="4485108"/>
            <a:ext cx="6294264" cy="300083"/>
          </a:xfrm>
        </p:spPr>
        <p:txBody>
          <a:bodyPr lIns="0" tIns="0" rIns="0" bIns="0">
            <a:noAutofit/>
          </a:bodyPr>
          <a:lstStyle>
            <a:lvl1pPr marL="0" indent="0">
              <a:lnSpc>
                <a:spcPct val="90000"/>
              </a:lnSpc>
              <a:spcBef>
                <a:spcPts val="0"/>
              </a:spcBef>
              <a:buNone/>
              <a:defRPr sz="680">
                <a:solidFill>
                  <a:schemeClr val="bg1"/>
                </a:solidFill>
              </a:defRPr>
            </a:lvl1pPr>
          </a:lstStyle>
          <a:p>
            <a:pPr lvl="0"/>
            <a:r>
              <a:rPr lang="en-US"/>
              <a:t>Text</a:t>
            </a:r>
          </a:p>
        </p:txBody>
      </p:sp>
    </p:spTree>
    <p:extLst>
      <p:ext uri="{BB962C8B-B14F-4D97-AF65-F5344CB8AC3E}">
        <p14:creationId xmlns:p14="http://schemas.microsoft.com/office/powerpoint/2010/main" val="3641910786"/>
      </p:ext>
    </p:extLst>
  </p:cSld>
  <p:clrMapOvr>
    <a:masterClrMapping/>
  </p:clrMapOvr>
  <p:transition spd="med"/>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Infographic title, text, timeline - burgundy">
    <p:bg>
      <p:bgPr>
        <a:solidFill>
          <a:srgbClr val="730B39"/>
        </a:solidFill>
        <a:effectLst/>
      </p:bgPr>
    </p:bg>
    <p:spTree>
      <p:nvGrpSpPr>
        <p:cNvPr id="1" name=""/>
        <p:cNvGrpSpPr/>
        <p:nvPr/>
      </p:nvGrpSpPr>
      <p:grpSpPr>
        <a:xfrm>
          <a:off x="0" y="0"/>
          <a:ext cx="0" cy="0"/>
          <a:chOff x="0" y="0"/>
          <a:chExt cx="0" cy="0"/>
        </a:xfrm>
      </p:grpSpPr>
      <p:sp>
        <p:nvSpPr>
          <p:cNvPr id="14" name="Oval 13">
            <a:extLst>
              <a:ext uri="{FF2B5EF4-FFF2-40B4-BE49-F238E27FC236}">
                <a16:creationId xmlns:a16="http://schemas.microsoft.com/office/drawing/2014/main" id="{2DF690C2-B063-3244-02C0-5557E0C2B518}"/>
              </a:ext>
            </a:extLst>
          </p:cNvPr>
          <p:cNvSpPr/>
          <p:nvPr userDrawn="1"/>
        </p:nvSpPr>
        <p:spPr>
          <a:xfrm>
            <a:off x="591677" y="2506398"/>
            <a:ext cx="1397657" cy="1397657"/>
          </a:xfrm>
          <a:prstGeom prst="ellipse">
            <a:avLst/>
          </a:prstGeom>
          <a:solidFill>
            <a:srgbClr val="E7E696"/>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20000"/>
              </a:lnSpc>
              <a:spcBef>
                <a:spcPts val="0"/>
              </a:spcBef>
              <a:spcAft>
                <a:spcPts val="0"/>
              </a:spcAft>
              <a:buClrTx/>
              <a:buSzTx/>
              <a:buFontTx/>
              <a:buNone/>
              <a:tabLst/>
            </a:pPr>
            <a:endParaRPr kumimoji="0" lang="en-US" sz="3000" b="0" i="0" u="none" strike="noStrike" cap="all" spc="0" normalizeH="0" baseline="0">
              <a:ln>
                <a:noFill/>
              </a:ln>
              <a:solidFill>
                <a:srgbClr val="FFFFFF"/>
              </a:solidFill>
              <a:effectLst/>
              <a:uFillTx/>
              <a:latin typeface="Proxima Nova Extrabold"/>
              <a:ea typeface="Proxima Nova Extrabold"/>
              <a:cs typeface="Proxima Nova Extrabold"/>
              <a:sym typeface="Proxima Nova Extrabold"/>
            </a:endParaRPr>
          </a:p>
        </p:txBody>
      </p:sp>
      <p:sp>
        <p:nvSpPr>
          <p:cNvPr id="66" name="Slide Number"/>
          <p:cNvSpPr txBox="1">
            <a:spLocks noGrp="1"/>
          </p:cNvSpPr>
          <p:nvPr>
            <p:ph type="sldNum" sz="quarter" idx="2"/>
          </p:nvPr>
        </p:nvSpPr>
        <p:spPr>
          <a:prstGeom prst="rect">
            <a:avLst/>
          </a:prstGeom>
        </p:spPr>
        <p:txBody>
          <a:bodyPr/>
          <a:lstStyle>
            <a:lvl1pPr>
              <a:defRPr>
                <a:solidFill>
                  <a:schemeClr val="bg1"/>
                </a:solidFill>
              </a:defRPr>
            </a:lvl1pPr>
          </a:lstStyle>
          <a:p>
            <a:fld id="{86CB4B4D-7CA3-9044-876B-883B54F8677D}" type="slidenum">
              <a:rPr lang="en-GB" smtClean="0"/>
              <a:pPr/>
              <a:t>‹#›</a:t>
            </a:fld>
            <a:endParaRPr lang="en-GB"/>
          </a:p>
        </p:txBody>
      </p:sp>
      <p:pic>
        <p:nvPicPr>
          <p:cNvPr id="2" name="CGC logo white.png" descr="CGC logo white.png">
            <a:extLst>
              <a:ext uri="{FF2B5EF4-FFF2-40B4-BE49-F238E27FC236}">
                <a16:creationId xmlns:a16="http://schemas.microsoft.com/office/drawing/2014/main" id="{F030FD9B-C311-B2C8-AAC5-6809AD9950A7}"/>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85750" y="285750"/>
            <a:ext cx="1152091" cy="199818"/>
          </a:xfrm>
          <a:prstGeom prst="rect">
            <a:avLst/>
          </a:prstGeom>
          <a:ln w="12700">
            <a:miter lim="400000"/>
          </a:ln>
        </p:spPr>
      </p:pic>
      <p:sp>
        <p:nvSpPr>
          <p:cNvPr id="13" name="Text Placeholder 6">
            <a:extLst>
              <a:ext uri="{FF2B5EF4-FFF2-40B4-BE49-F238E27FC236}">
                <a16:creationId xmlns:a16="http://schemas.microsoft.com/office/drawing/2014/main" id="{A9F711BD-E166-CD61-2806-E46DE268182F}"/>
              </a:ext>
            </a:extLst>
          </p:cNvPr>
          <p:cNvSpPr>
            <a:spLocks noGrp="1"/>
          </p:cNvSpPr>
          <p:nvPr>
            <p:ph type="body" sz="quarter" idx="22" hasCustomPrompt="1"/>
          </p:nvPr>
        </p:nvSpPr>
        <p:spPr>
          <a:xfrm>
            <a:off x="655624" y="3085449"/>
            <a:ext cx="1280583" cy="230832"/>
          </a:xfrm>
          <a:prstGeom prst="rect">
            <a:avLst/>
          </a:prstGeom>
        </p:spPr>
        <p:txBody>
          <a:bodyPr anchor="b">
            <a:noAutofit/>
          </a:bodyPr>
          <a:lstStyle>
            <a:lvl1pPr marL="0" indent="0" algn="ctr">
              <a:lnSpc>
                <a:spcPct val="70000"/>
              </a:lnSpc>
              <a:spcBef>
                <a:spcPts val="0"/>
              </a:spcBef>
              <a:buNone/>
              <a:defRPr sz="900">
                <a:solidFill>
                  <a:schemeClr val="accent2"/>
                </a:solidFill>
                <a:latin typeface="+mj-lt"/>
              </a:defRPr>
            </a:lvl1pPr>
          </a:lstStyle>
          <a:p>
            <a:pPr lvl="0"/>
            <a:r>
              <a:rPr lang="en-US"/>
              <a:t>TITLE</a:t>
            </a:r>
          </a:p>
        </p:txBody>
      </p:sp>
      <p:sp>
        <p:nvSpPr>
          <p:cNvPr id="19" name="Oval 18">
            <a:extLst>
              <a:ext uri="{FF2B5EF4-FFF2-40B4-BE49-F238E27FC236}">
                <a16:creationId xmlns:a16="http://schemas.microsoft.com/office/drawing/2014/main" id="{628EF929-8BFB-8E52-8F40-14AA56EC8378}"/>
              </a:ext>
            </a:extLst>
          </p:cNvPr>
          <p:cNvSpPr/>
          <p:nvPr userDrawn="1"/>
        </p:nvSpPr>
        <p:spPr>
          <a:xfrm>
            <a:off x="2250356" y="2506398"/>
            <a:ext cx="1397657" cy="1397657"/>
          </a:xfrm>
          <a:prstGeom prst="ellipse">
            <a:avLst/>
          </a:prstGeom>
          <a:solidFill>
            <a:srgbClr val="E7E696"/>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20000"/>
              </a:lnSpc>
              <a:spcBef>
                <a:spcPts val="0"/>
              </a:spcBef>
              <a:spcAft>
                <a:spcPts val="0"/>
              </a:spcAft>
              <a:buClrTx/>
              <a:buSzTx/>
              <a:buFontTx/>
              <a:buNone/>
              <a:tabLst/>
            </a:pPr>
            <a:endParaRPr kumimoji="0" lang="en-US" sz="3000" b="0" i="0" u="none" strike="noStrike" cap="all" spc="0" normalizeH="0" baseline="0">
              <a:ln>
                <a:noFill/>
              </a:ln>
              <a:solidFill>
                <a:srgbClr val="FFFFFF"/>
              </a:solidFill>
              <a:effectLst/>
              <a:uFillTx/>
              <a:latin typeface="Proxima Nova Extrabold"/>
              <a:ea typeface="Proxima Nova Extrabold"/>
              <a:cs typeface="Proxima Nova Extrabold"/>
              <a:sym typeface="Proxima Nova Extrabold"/>
            </a:endParaRPr>
          </a:p>
        </p:txBody>
      </p:sp>
      <p:sp>
        <p:nvSpPr>
          <p:cNvPr id="20" name="Text Placeholder 6">
            <a:extLst>
              <a:ext uri="{FF2B5EF4-FFF2-40B4-BE49-F238E27FC236}">
                <a16:creationId xmlns:a16="http://schemas.microsoft.com/office/drawing/2014/main" id="{CCD6B512-4E42-C515-47B3-B8450B924286}"/>
              </a:ext>
            </a:extLst>
          </p:cNvPr>
          <p:cNvSpPr>
            <a:spLocks noGrp="1"/>
          </p:cNvSpPr>
          <p:nvPr>
            <p:ph type="body" sz="quarter" idx="67" hasCustomPrompt="1"/>
          </p:nvPr>
        </p:nvSpPr>
        <p:spPr>
          <a:xfrm>
            <a:off x="2314303" y="3085449"/>
            <a:ext cx="1280583" cy="230832"/>
          </a:xfrm>
          <a:prstGeom prst="rect">
            <a:avLst/>
          </a:prstGeom>
        </p:spPr>
        <p:txBody>
          <a:bodyPr anchor="b">
            <a:noAutofit/>
          </a:bodyPr>
          <a:lstStyle>
            <a:lvl1pPr marL="0" indent="0" algn="ctr">
              <a:lnSpc>
                <a:spcPct val="70000"/>
              </a:lnSpc>
              <a:spcBef>
                <a:spcPts val="0"/>
              </a:spcBef>
              <a:buNone/>
              <a:defRPr sz="900">
                <a:solidFill>
                  <a:schemeClr val="accent2"/>
                </a:solidFill>
                <a:latin typeface="+mj-lt"/>
              </a:defRPr>
            </a:lvl1pPr>
          </a:lstStyle>
          <a:p>
            <a:pPr lvl="0"/>
            <a:r>
              <a:rPr lang="en-US"/>
              <a:t>TITLE</a:t>
            </a:r>
          </a:p>
        </p:txBody>
      </p:sp>
      <p:sp>
        <p:nvSpPr>
          <p:cNvPr id="21" name="Oval 20">
            <a:extLst>
              <a:ext uri="{FF2B5EF4-FFF2-40B4-BE49-F238E27FC236}">
                <a16:creationId xmlns:a16="http://schemas.microsoft.com/office/drawing/2014/main" id="{4DF89472-8150-BA71-A809-A8F712716803}"/>
              </a:ext>
            </a:extLst>
          </p:cNvPr>
          <p:cNvSpPr/>
          <p:nvPr userDrawn="1"/>
        </p:nvSpPr>
        <p:spPr>
          <a:xfrm>
            <a:off x="3909035" y="2506398"/>
            <a:ext cx="1397657" cy="1397657"/>
          </a:xfrm>
          <a:prstGeom prst="ellipse">
            <a:avLst/>
          </a:prstGeom>
          <a:solidFill>
            <a:srgbClr val="E7E696"/>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20000"/>
              </a:lnSpc>
              <a:spcBef>
                <a:spcPts val="0"/>
              </a:spcBef>
              <a:spcAft>
                <a:spcPts val="0"/>
              </a:spcAft>
              <a:buClrTx/>
              <a:buSzTx/>
              <a:buFontTx/>
              <a:buNone/>
              <a:tabLst/>
            </a:pPr>
            <a:endParaRPr kumimoji="0" lang="en-US" sz="3000" b="0" i="0" u="none" strike="noStrike" cap="all" spc="0" normalizeH="0" baseline="0">
              <a:ln>
                <a:noFill/>
              </a:ln>
              <a:solidFill>
                <a:srgbClr val="FFFFFF"/>
              </a:solidFill>
              <a:effectLst/>
              <a:uFillTx/>
              <a:latin typeface="Proxima Nova Extrabold"/>
              <a:ea typeface="Proxima Nova Extrabold"/>
              <a:cs typeface="Proxima Nova Extrabold"/>
              <a:sym typeface="Proxima Nova Extrabold"/>
            </a:endParaRPr>
          </a:p>
        </p:txBody>
      </p:sp>
      <p:sp>
        <p:nvSpPr>
          <p:cNvPr id="22" name="Text Placeholder 6">
            <a:extLst>
              <a:ext uri="{FF2B5EF4-FFF2-40B4-BE49-F238E27FC236}">
                <a16:creationId xmlns:a16="http://schemas.microsoft.com/office/drawing/2014/main" id="{59D3C82F-D89A-DE3F-19F6-E61DEF659276}"/>
              </a:ext>
            </a:extLst>
          </p:cNvPr>
          <p:cNvSpPr>
            <a:spLocks noGrp="1"/>
          </p:cNvSpPr>
          <p:nvPr>
            <p:ph type="body" sz="quarter" idx="68" hasCustomPrompt="1"/>
          </p:nvPr>
        </p:nvSpPr>
        <p:spPr>
          <a:xfrm>
            <a:off x="3972982" y="3085449"/>
            <a:ext cx="1280583" cy="230832"/>
          </a:xfrm>
          <a:prstGeom prst="rect">
            <a:avLst/>
          </a:prstGeom>
        </p:spPr>
        <p:txBody>
          <a:bodyPr anchor="b">
            <a:noAutofit/>
          </a:bodyPr>
          <a:lstStyle>
            <a:lvl1pPr marL="0" indent="0" algn="ctr">
              <a:lnSpc>
                <a:spcPct val="70000"/>
              </a:lnSpc>
              <a:spcBef>
                <a:spcPts val="0"/>
              </a:spcBef>
              <a:buNone/>
              <a:defRPr sz="900">
                <a:solidFill>
                  <a:schemeClr val="accent2"/>
                </a:solidFill>
                <a:latin typeface="+mj-lt"/>
              </a:defRPr>
            </a:lvl1pPr>
          </a:lstStyle>
          <a:p>
            <a:pPr lvl="0"/>
            <a:r>
              <a:rPr lang="en-US"/>
              <a:t>TITLE</a:t>
            </a:r>
          </a:p>
        </p:txBody>
      </p:sp>
      <p:sp>
        <p:nvSpPr>
          <p:cNvPr id="23" name="Oval 22">
            <a:extLst>
              <a:ext uri="{FF2B5EF4-FFF2-40B4-BE49-F238E27FC236}">
                <a16:creationId xmlns:a16="http://schemas.microsoft.com/office/drawing/2014/main" id="{CE03D2F3-0841-C991-0C3B-82BD240B33CB}"/>
              </a:ext>
            </a:extLst>
          </p:cNvPr>
          <p:cNvSpPr/>
          <p:nvPr userDrawn="1"/>
        </p:nvSpPr>
        <p:spPr>
          <a:xfrm>
            <a:off x="5567714" y="2506398"/>
            <a:ext cx="1397657" cy="1397657"/>
          </a:xfrm>
          <a:prstGeom prst="ellipse">
            <a:avLst/>
          </a:prstGeom>
          <a:solidFill>
            <a:srgbClr val="E7E696"/>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20000"/>
              </a:lnSpc>
              <a:spcBef>
                <a:spcPts val="0"/>
              </a:spcBef>
              <a:spcAft>
                <a:spcPts val="0"/>
              </a:spcAft>
              <a:buClrTx/>
              <a:buSzTx/>
              <a:buFontTx/>
              <a:buNone/>
              <a:tabLst/>
            </a:pPr>
            <a:endParaRPr kumimoji="0" lang="en-US" sz="3000" b="0" i="0" u="none" strike="noStrike" cap="all" spc="0" normalizeH="0" baseline="0">
              <a:ln>
                <a:noFill/>
              </a:ln>
              <a:solidFill>
                <a:srgbClr val="FFFFFF"/>
              </a:solidFill>
              <a:effectLst/>
              <a:uFillTx/>
              <a:latin typeface="Proxima Nova Extrabold"/>
              <a:ea typeface="Proxima Nova Extrabold"/>
              <a:cs typeface="Proxima Nova Extrabold"/>
              <a:sym typeface="Proxima Nova Extrabold"/>
            </a:endParaRPr>
          </a:p>
        </p:txBody>
      </p:sp>
      <p:sp>
        <p:nvSpPr>
          <p:cNvPr id="24" name="Text Placeholder 6">
            <a:extLst>
              <a:ext uri="{FF2B5EF4-FFF2-40B4-BE49-F238E27FC236}">
                <a16:creationId xmlns:a16="http://schemas.microsoft.com/office/drawing/2014/main" id="{C3B45202-84D7-1B71-890D-63F751B2B333}"/>
              </a:ext>
            </a:extLst>
          </p:cNvPr>
          <p:cNvSpPr>
            <a:spLocks noGrp="1"/>
          </p:cNvSpPr>
          <p:nvPr>
            <p:ph type="body" sz="quarter" idx="69" hasCustomPrompt="1"/>
          </p:nvPr>
        </p:nvSpPr>
        <p:spPr>
          <a:xfrm>
            <a:off x="5631661" y="3085449"/>
            <a:ext cx="1280583" cy="230832"/>
          </a:xfrm>
          <a:prstGeom prst="rect">
            <a:avLst/>
          </a:prstGeom>
        </p:spPr>
        <p:txBody>
          <a:bodyPr anchor="b">
            <a:noAutofit/>
          </a:bodyPr>
          <a:lstStyle>
            <a:lvl1pPr marL="0" indent="0" algn="ctr">
              <a:lnSpc>
                <a:spcPct val="70000"/>
              </a:lnSpc>
              <a:spcBef>
                <a:spcPts val="0"/>
              </a:spcBef>
              <a:buNone/>
              <a:defRPr sz="900">
                <a:solidFill>
                  <a:schemeClr val="accent2"/>
                </a:solidFill>
                <a:latin typeface="+mj-lt"/>
              </a:defRPr>
            </a:lvl1pPr>
          </a:lstStyle>
          <a:p>
            <a:pPr lvl="0"/>
            <a:r>
              <a:rPr lang="en-US"/>
              <a:t>TITLE</a:t>
            </a:r>
          </a:p>
        </p:txBody>
      </p:sp>
      <p:sp>
        <p:nvSpPr>
          <p:cNvPr id="25" name="Oval 24">
            <a:extLst>
              <a:ext uri="{FF2B5EF4-FFF2-40B4-BE49-F238E27FC236}">
                <a16:creationId xmlns:a16="http://schemas.microsoft.com/office/drawing/2014/main" id="{46AE4489-F8A3-1102-981F-14F437034BE5}"/>
              </a:ext>
            </a:extLst>
          </p:cNvPr>
          <p:cNvSpPr/>
          <p:nvPr userDrawn="1"/>
        </p:nvSpPr>
        <p:spPr>
          <a:xfrm>
            <a:off x="7226393" y="2506398"/>
            <a:ext cx="1397657" cy="1397657"/>
          </a:xfrm>
          <a:prstGeom prst="ellipse">
            <a:avLst/>
          </a:prstGeom>
          <a:solidFill>
            <a:srgbClr val="E7E696"/>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20000"/>
              </a:lnSpc>
              <a:spcBef>
                <a:spcPts val="0"/>
              </a:spcBef>
              <a:spcAft>
                <a:spcPts val="0"/>
              </a:spcAft>
              <a:buClrTx/>
              <a:buSzTx/>
              <a:buFontTx/>
              <a:buNone/>
              <a:tabLst/>
            </a:pPr>
            <a:endParaRPr kumimoji="0" lang="en-US" sz="3000" b="0" i="0" u="none" strike="noStrike" cap="all" spc="0" normalizeH="0" baseline="0">
              <a:ln>
                <a:noFill/>
              </a:ln>
              <a:solidFill>
                <a:srgbClr val="FFFFFF"/>
              </a:solidFill>
              <a:effectLst/>
              <a:uFillTx/>
              <a:latin typeface="Proxima Nova Extrabold"/>
              <a:ea typeface="Proxima Nova Extrabold"/>
              <a:cs typeface="Proxima Nova Extrabold"/>
              <a:sym typeface="Proxima Nova Extrabold"/>
            </a:endParaRPr>
          </a:p>
        </p:txBody>
      </p:sp>
      <p:sp>
        <p:nvSpPr>
          <p:cNvPr id="28" name="Text Placeholder 6">
            <a:extLst>
              <a:ext uri="{FF2B5EF4-FFF2-40B4-BE49-F238E27FC236}">
                <a16:creationId xmlns:a16="http://schemas.microsoft.com/office/drawing/2014/main" id="{208B0422-0A23-5FE4-B41D-3EAE98BC1F4A}"/>
              </a:ext>
            </a:extLst>
          </p:cNvPr>
          <p:cNvSpPr>
            <a:spLocks noGrp="1"/>
          </p:cNvSpPr>
          <p:nvPr>
            <p:ph type="body" sz="quarter" idx="70" hasCustomPrompt="1"/>
          </p:nvPr>
        </p:nvSpPr>
        <p:spPr>
          <a:xfrm>
            <a:off x="7290340" y="3085449"/>
            <a:ext cx="1280583" cy="230832"/>
          </a:xfrm>
          <a:prstGeom prst="rect">
            <a:avLst/>
          </a:prstGeom>
        </p:spPr>
        <p:txBody>
          <a:bodyPr anchor="b">
            <a:noAutofit/>
          </a:bodyPr>
          <a:lstStyle>
            <a:lvl1pPr marL="0" indent="0" algn="ctr">
              <a:lnSpc>
                <a:spcPct val="70000"/>
              </a:lnSpc>
              <a:spcBef>
                <a:spcPts val="0"/>
              </a:spcBef>
              <a:buNone/>
              <a:defRPr sz="900">
                <a:solidFill>
                  <a:schemeClr val="accent2"/>
                </a:solidFill>
                <a:latin typeface="+mj-lt"/>
              </a:defRPr>
            </a:lvl1pPr>
          </a:lstStyle>
          <a:p>
            <a:pPr lvl="0"/>
            <a:r>
              <a:rPr lang="en-US"/>
              <a:t>TITLE</a:t>
            </a:r>
          </a:p>
        </p:txBody>
      </p:sp>
      <p:sp>
        <p:nvSpPr>
          <p:cNvPr id="6" name="Text Placeholder 6">
            <a:extLst>
              <a:ext uri="{FF2B5EF4-FFF2-40B4-BE49-F238E27FC236}">
                <a16:creationId xmlns:a16="http://schemas.microsoft.com/office/drawing/2014/main" id="{0712FCDE-51A2-D1EC-DCC5-646B14F6CA23}"/>
              </a:ext>
            </a:extLst>
          </p:cNvPr>
          <p:cNvSpPr>
            <a:spLocks noGrp="1"/>
          </p:cNvSpPr>
          <p:nvPr>
            <p:ph type="body" sz="quarter" idx="61" hasCustomPrompt="1"/>
          </p:nvPr>
        </p:nvSpPr>
        <p:spPr>
          <a:xfrm>
            <a:off x="623278" y="895100"/>
            <a:ext cx="4316609" cy="762933"/>
          </a:xfrm>
          <a:prstGeom prst="rect">
            <a:avLst/>
          </a:prstGeom>
        </p:spPr>
        <p:txBody>
          <a:bodyPr lIns="0" tIns="0" rIns="0" bIns="0" anchor="b">
            <a:noAutofit/>
          </a:bodyPr>
          <a:lstStyle>
            <a:lvl1pPr marL="0" indent="0">
              <a:lnSpc>
                <a:spcPct val="70000"/>
              </a:lnSpc>
              <a:buNone/>
              <a:defRPr sz="3750">
                <a:solidFill>
                  <a:schemeClr val="accent3"/>
                </a:solidFill>
                <a:latin typeface="+mj-lt"/>
              </a:defRPr>
            </a:lvl1pPr>
          </a:lstStyle>
          <a:p>
            <a:pPr lvl="0"/>
            <a:r>
              <a:rPr lang="en-US"/>
              <a:t>TITLE</a:t>
            </a:r>
          </a:p>
        </p:txBody>
      </p:sp>
      <p:sp>
        <p:nvSpPr>
          <p:cNvPr id="7" name="Text Placeholder 14">
            <a:extLst>
              <a:ext uri="{FF2B5EF4-FFF2-40B4-BE49-F238E27FC236}">
                <a16:creationId xmlns:a16="http://schemas.microsoft.com/office/drawing/2014/main" id="{375EA229-4A01-4C04-FC1E-41605252622D}"/>
              </a:ext>
            </a:extLst>
          </p:cNvPr>
          <p:cNvSpPr>
            <a:spLocks noGrp="1"/>
          </p:cNvSpPr>
          <p:nvPr>
            <p:ph type="body" sz="quarter" idx="23" hasCustomPrompt="1"/>
          </p:nvPr>
        </p:nvSpPr>
        <p:spPr>
          <a:xfrm>
            <a:off x="623277" y="1948972"/>
            <a:ext cx="4801145" cy="300083"/>
          </a:xfrm>
        </p:spPr>
        <p:txBody>
          <a:bodyPr lIns="0" tIns="0" rIns="0" bIns="0">
            <a:noAutofit/>
          </a:bodyPr>
          <a:lstStyle>
            <a:lvl1pPr marL="0" indent="0">
              <a:lnSpc>
                <a:spcPct val="90000"/>
              </a:lnSpc>
              <a:spcBef>
                <a:spcPts val="0"/>
              </a:spcBef>
              <a:buNone/>
              <a:defRPr sz="1200">
                <a:solidFill>
                  <a:schemeClr val="bg1"/>
                </a:solidFill>
              </a:defRPr>
            </a:lvl1pPr>
          </a:lstStyle>
          <a:p>
            <a:pPr lvl="0"/>
            <a:r>
              <a:rPr lang="en-US"/>
              <a:t>Text</a:t>
            </a:r>
          </a:p>
        </p:txBody>
      </p:sp>
      <p:sp>
        <p:nvSpPr>
          <p:cNvPr id="8" name="Text Placeholder 14">
            <a:extLst>
              <a:ext uri="{FF2B5EF4-FFF2-40B4-BE49-F238E27FC236}">
                <a16:creationId xmlns:a16="http://schemas.microsoft.com/office/drawing/2014/main" id="{C1BA0C07-963B-B656-BB62-1F1FBC4E83D2}"/>
              </a:ext>
            </a:extLst>
          </p:cNvPr>
          <p:cNvSpPr>
            <a:spLocks noGrp="1"/>
          </p:cNvSpPr>
          <p:nvPr>
            <p:ph type="body" sz="quarter" idx="66" hasCustomPrompt="1"/>
          </p:nvPr>
        </p:nvSpPr>
        <p:spPr>
          <a:xfrm>
            <a:off x="624223" y="4485108"/>
            <a:ext cx="6294264" cy="300083"/>
          </a:xfrm>
        </p:spPr>
        <p:txBody>
          <a:bodyPr lIns="0" tIns="0" rIns="0" bIns="0">
            <a:noAutofit/>
          </a:bodyPr>
          <a:lstStyle>
            <a:lvl1pPr marL="0" indent="0">
              <a:lnSpc>
                <a:spcPct val="90000"/>
              </a:lnSpc>
              <a:spcBef>
                <a:spcPts val="0"/>
              </a:spcBef>
              <a:buNone/>
              <a:defRPr sz="680">
                <a:solidFill>
                  <a:schemeClr val="bg1"/>
                </a:solidFill>
              </a:defRPr>
            </a:lvl1pPr>
          </a:lstStyle>
          <a:p>
            <a:pPr lvl="0"/>
            <a:r>
              <a:rPr lang="en-US"/>
              <a:t>Text</a:t>
            </a:r>
          </a:p>
        </p:txBody>
      </p:sp>
    </p:spTree>
    <p:extLst>
      <p:ext uri="{BB962C8B-B14F-4D97-AF65-F5344CB8AC3E}">
        <p14:creationId xmlns:p14="http://schemas.microsoft.com/office/powerpoint/2010/main" val="713553528"/>
      </p:ext>
    </p:extLst>
  </p:cSld>
  <p:clrMapOvr>
    <a:masterClrMapping/>
  </p:clrMapOvr>
  <p:transition spd="med"/>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Image over shape left + title, numbered list right">
    <p:bg>
      <p:bgPr>
        <a:solidFill>
          <a:srgbClr val="FDFAF2"/>
        </a:solidFill>
        <a:effectLst/>
      </p:bgPr>
    </p:bg>
    <p:spTree>
      <p:nvGrpSpPr>
        <p:cNvPr id="1" name=""/>
        <p:cNvGrpSpPr/>
        <p:nvPr/>
      </p:nvGrpSpPr>
      <p:grpSpPr>
        <a:xfrm>
          <a:off x="0" y="0"/>
          <a:ext cx="0" cy="0"/>
          <a:chOff x="0" y="0"/>
          <a:chExt cx="0" cy="0"/>
        </a:xfrm>
      </p:grpSpPr>
      <p:sp>
        <p:nvSpPr>
          <p:cNvPr id="184" name="Slide Number"/>
          <p:cNvSpPr txBox="1">
            <a:spLocks noGrp="1"/>
          </p:cNvSpPr>
          <p:nvPr>
            <p:ph type="sldNum" sz="quarter" idx="2"/>
          </p:nvPr>
        </p:nvSpPr>
        <p:spPr>
          <a:prstGeom prst="rect">
            <a:avLst/>
          </a:prstGeom>
        </p:spPr>
        <p:txBody>
          <a:bodyPr/>
          <a:lstStyle>
            <a:lvl1pPr>
              <a:defRPr>
                <a:solidFill>
                  <a:schemeClr val="tx1"/>
                </a:solidFill>
              </a:defRPr>
            </a:lvl1pPr>
          </a:lstStyle>
          <a:p>
            <a:fld id="{86CB4B4D-7CA3-9044-876B-883B54F8677D}" type="slidenum">
              <a:rPr lang="en-GB" smtClean="0"/>
              <a:pPr/>
              <a:t>‹#›</a:t>
            </a:fld>
            <a:endParaRPr lang="en-GB"/>
          </a:p>
        </p:txBody>
      </p:sp>
      <p:sp>
        <p:nvSpPr>
          <p:cNvPr id="15" name="Text Placeholder 14">
            <a:extLst>
              <a:ext uri="{FF2B5EF4-FFF2-40B4-BE49-F238E27FC236}">
                <a16:creationId xmlns:a16="http://schemas.microsoft.com/office/drawing/2014/main" id="{4D7654DB-631C-DFCF-EF34-B99E8857C7B1}"/>
              </a:ext>
            </a:extLst>
          </p:cNvPr>
          <p:cNvSpPr>
            <a:spLocks noGrp="1"/>
          </p:cNvSpPr>
          <p:nvPr>
            <p:ph type="body" sz="quarter" idx="11" hasCustomPrompt="1"/>
          </p:nvPr>
        </p:nvSpPr>
        <p:spPr>
          <a:xfrm>
            <a:off x="5001050" y="1286288"/>
            <a:ext cx="3326488" cy="546155"/>
          </a:xfrm>
          <a:prstGeom prst="rect">
            <a:avLst/>
          </a:prstGeom>
        </p:spPr>
        <p:txBody>
          <a:bodyPr lIns="0" tIns="0" rIns="0" bIns="0" anchor="b">
            <a:noAutofit/>
          </a:bodyPr>
          <a:lstStyle>
            <a:lvl1pPr marL="0" marR="0" indent="0" algn="l" defTabSz="219075" rtl="0" eaLnBrk="1" fontAlgn="auto" latinLnBrk="0" hangingPunct="1">
              <a:lnSpc>
                <a:spcPct val="100000"/>
              </a:lnSpc>
              <a:spcBef>
                <a:spcPts val="900"/>
              </a:spcBef>
              <a:spcAft>
                <a:spcPts val="0"/>
              </a:spcAft>
              <a:buClr>
                <a:srgbClr val="57BEF0"/>
              </a:buClr>
              <a:buSzPct val="250000"/>
              <a:buFontTx/>
              <a:buNone/>
              <a:tabLst/>
              <a:defRPr sz="3000">
                <a:solidFill>
                  <a:schemeClr val="tx1"/>
                </a:solidFill>
                <a:latin typeface="+mj-lt"/>
              </a:defRPr>
            </a:lvl1pPr>
          </a:lstStyle>
          <a:p>
            <a:pPr marL="0" marR="0" lvl="0" indent="0" algn="l" defTabSz="219075" rtl="0" eaLnBrk="1" fontAlgn="auto" latinLnBrk="0" hangingPunct="1">
              <a:lnSpc>
                <a:spcPct val="100000"/>
              </a:lnSpc>
              <a:spcBef>
                <a:spcPts val="900"/>
              </a:spcBef>
              <a:spcAft>
                <a:spcPts val="0"/>
              </a:spcAft>
              <a:buClr>
                <a:srgbClr val="57BEF0"/>
              </a:buClr>
              <a:buSzPct val="250000"/>
              <a:buFontTx/>
              <a:buNone/>
              <a:tabLst/>
              <a:defRPr/>
            </a:pPr>
            <a:r>
              <a:rPr lang="en-US"/>
              <a:t>TITLE</a:t>
            </a:r>
          </a:p>
        </p:txBody>
      </p:sp>
      <p:pic>
        <p:nvPicPr>
          <p:cNvPr id="9" name="CGC logo.png" descr="CGC logo.png">
            <a:extLst>
              <a:ext uri="{FF2B5EF4-FFF2-40B4-BE49-F238E27FC236}">
                <a16:creationId xmlns:a16="http://schemas.microsoft.com/office/drawing/2014/main" id="{F5D0896A-85F3-2FA7-58ED-F35C784639C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85750" y="285750"/>
            <a:ext cx="1152525" cy="199894"/>
          </a:xfrm>
          <a:prstGeom prst="rect">
            <a:avLst/>
          </a:prstGeom>
          <a:ln w="12700">
            <a:miter lim="400000"/>
          </a:ln>
        </p:spPr>
      </p:pic>
      <p:sp>
        <p:nvSpPr>
          <p:cNvPr id="3" name="Oval">
            <a:extLst>
              <a:ext uri="{FF2B5EF4-FFF2-40B4-BE49-F238E27FC236}">
                <a16:creationId xmlns:a16="http://schemas.microsoft.com/office/drawing/2014/main" id="{C025D860-4118-2D21-39A3-E3795DAE19B2}"/>
              </a:ext>
            </a:extLst>
          </p:cNvPr>
          <p:cNvSpPr/>
          <p:nvPr userDrawn="1"/>
        </p:nvSpPr>
        <p:spPr>
          <a:xfrm>
            <a:off x="2040634" y="2416753"/>
            <a:ext cx="1985876" cy="1961553"/>
          </a:xfrm>
          <a:prstGeom prst="ellipse">
            <a:avLst/>
          </a:prstGeom>
          <a:solidFill>
            <a:srgbClr val="691839"/>
          </a:solidFill>
          <a:ln w="12700">
            <a:miter lim="400000"/>
          </a:ln>
        </p:spPr>
        <p:txBody>
          <a:bodyPr lIns="19050" tIns="19050" rIns="19050" bIns="19050" anchor="ctr"/>
          <a:lstStyle/>
          <a:p>
            <a:pPr algn="ctr" defTabSz="309563">
              <a:lnSpc>
                <a:spcPct val="120000"/>
              </a:lnSpc>
              <a:spcBef>
                <a:spcPts val="0"/>
              </a:spcBef>
              <a:defRPr cap="all">
                <a:solidFill>
                  <a:srgbClr val="691839"/>
                </a:solidFill>
                <a:latin typeface="Proxima Nova Extrabold"/>
                <a:ea typeface="Proxima Nova Extrabold"/>
                <a:cs typeface="Proxima Nova Extrabold"/>
                <a:sym typeface="Proxima Nova Extrabold"/>
              </a:defRPr>
            </a:pPr>
            <a:endParaRPr sz="422"/>
          </a:p>
        </p:txBody>
      </p:sp>
      <p:sp>
        <p:nvSpPr>
          <p:cNvPr id="7" name="Picture Placeholder 7">
            <a:extLst>
              <a:ext uri="{FF2B5EF4-FFF2-40B4-BE49-F238E27FC236}">
                <a16:creationId xmlns:a16="http://schemas.microsoft.com/office/drawing/2014/main" id="{85E88752-8BCE-32C5-78C3-934BB1DF1831}"/>
              </a:ext>
            </a:extLst>
          </p:cNvPr>
          <p:cNvSpPr>
            <a:spLocks noGrp="1"/>
          </p:cNvSpPr>
          <p:nvPr>
            <p:ph type="pic" sz="quarter" idx="14"/>
          </p:nvPr>
        </p:nvSpPr>
        <p:spPr>
          <a:xfrm>
            <a:off x="1621454" y="1388332"/>
            <a:ext cx="1894273" cy="2431703"/>
          </a:xfrm>
          <a:prstGeom prst="rect">
            <a:avLst/>
          </a:prstGeom>
          <a:effectLst>
            <a:softEdge rad="101600"/>
          </a:effectLst>
        </p:spPr>
        <p:txBody>
          <a:bodyPr/>
          <a:lstStyle/>
          <a:p>
            <a:endParaRPr lang="en-US"/>
          </a:p>
        </p:txBody>
      </p:sp>
      <p:sp>
        <p:nvSpPr>
          <p:cNvPr id="10" name="Text Placeholder 14">
            <a:extLst>
              <a:ext uri="{FF2B5EF4-FFF2-40B4-BE49-F238E27FC236}">
                <a16:creationId xmlns:a16="http://schemas.microsoft.com/office/drawing/2014/main" id="{0FD435B2-EA6F-97E8-D79F-CC1E7EB74346}"/>
              </a:ext>
            </a:extLst>
          </p:cNvPr>
          <p:cNvSpPr>
            <a:spLocks noGrp="1"/>
          </p:cNvSpPr>
          <p:nvPr>
            <p:ph type="body" sz="quarter" idx="24" hasCustomPrompt="1"/>
          </p:nvPr>
        </p:nvSpPr>
        <p:spPr>
          <a:xfrm>
            <a:off x="5000104" y="2109667"/>
            <a:ext cx="2859619" cy="2485828"/>
          </a:xfrm>
        </p:spPr>
        <p:txBody>
          <a:bodyPr lIns="0" tIns="0" rIns="0" bIns="0" anchor="t">
            <a:noAutofit/>
          </a:bodyPr>
          <a:lstStyle>
            <a:lvl1pPr marL="228600" indent="-228600">
              <a:lnSpc>
                <a:spcPct val="130000"/>
              </a:lnSpc>
              <a:spcBef>
                <a:spcPts val="600"/>
              </a:spcBef>
              <a:buClr>
                <a:srgbClr val="0F2240"/>
              </a:buClr>
              <a:buSzPct val="100000"/>
              <a:buFont typeface="+mj-lt"/>
              <a:buAutoNum type="arabicPeriod"/>
              <a:defRPr sz="900">
                <a:solidFill>
                  <a:schemeClr val="tx1"/>
                </a:solidFill>
              </a:defRPr>
            </a:lvl1pPr>
          </a:lstStyle>
          <a:p>
            <a:pPr lvl="0"/>
            <a:r>
              <a:rPr lang="en-US"/>
              <a:t>Text</a:t>
            </a:r>
          </a:p>
        </p:txBody>
      </p:sp>
    </p:spTree>
    <p:extLst>
      <p:ext uri="{BB962C8B-B14F-4D97-AF65-F5344CB8AC3E}">
        <p14:creationId xmlns:p14="http://schemas.microsoft.com/office/powerpoint/2010/main" val="1833148960"/>
      </p:ext>
    </p:extLst>
  </p:cSld>
  <p:clrMapOvr>
    <a:masterClrMapping/>
  </p:clrMapOvr>
  <p:transition spd="med"/>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Testimonial 1">
    <p:bg>
      <p:bgPr>
        <a:solidFill>
          <a:srgbClr val="730B39"/>
        </a:solidFill>
        <a:effectLst/>
      </p:bgPr>
    </p:bg>
    <p:spTree>
      <p:nvGrpSpPr>
        <p:cNvPr id="1" name=""/>
        <p:cNvGrpSpPr/>
        <p:nvPr/>
      </p:nvGrpSpPr>
      <p:grpSpPr>
        <a:xfrm>
          <a:off x="0" y="0"/>
          <a:ext cx="0" cy="0"/>
          <a:chOff x="0" y="0"/>
          <a:chExt cx="0" cy="0"/>
        </a:xfrm>
      </p:grpSpPr>
      <p:pic>
        <p:nvPicPr>
          <p:cNvPr id="4" name="CGC logo white.png" descr="CGC logo white.png">
            <a:extLst>
              <a:ext uri="{FF2B5EF4-FFF2-40B4-BE49-F238E27FC236}">
                <a16:creationId xmlns:a16="http://schemas.microsoft.com/office/drawing/2014/main" id="{10F7AA0E-544A-B751-F56E-AACB2AB930B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85750" y="285750"/>
            <a:ext cx="1152091" cy="199818"/>
          </a:xfrm>
          <a:prstGeom prst="rect">
            <a:avLst/>
          </a:prstGeom>
          <a:ln w="12700">
            <a:miter lim="400000"/>
          </a:ln>
        </p:spPr>
      </p:pic>
      <p:sp>
        <p:nvSpPr>
          <p:cNvPr id="9" name="Text Placeholder 6">
            <a:extLst>
              <a:ext uri="{FF2B5EF4-FFF2-40B4-BE49-F238E27FC236}">
                <a16:creationId xmlns:a16="http://schemas.microsoft.com/office/drawing/2014/main" id="{163A438E-B8B7-39A5-33E9-248138DE9EC3}"/>
              </a:ext>
            </a:extLst>
          </p:cNvPr>
          <p:cNvSpPr>
            <a:spLocks noGrp="1"/>
          </p:cNvSpPr>
          <p:nvPr>
            <p:ph type="body" sz="quarter" idx="23" hasCustomPrompt="1"/>
          </p:nvPr>
        </p:nvSpPr>
        <p:spPr>
          <a:xfrm>
            <a:off x="1646240" y="1345396"/>
            <a:ext cx="1280583" cy="230832"/>
          </a:xfrm>
          <a:prstGeom prst="rect">
            <a:avLst/>
          </a:prstGeom>
        </p:spPr>
        <p:txBody>
          <a:bodyPr lIns="0" tIns="0" rIns="0" bIns="0" anchor="b">
            <a:noAutofit/>
          </a:bodyPr>
          <a:lstStyle>
            <a:lvl1pPr marL="0" indent="0" algn="l">
              <a:lnSpc>
                <a:spcPct val="70000"/>
              </a:lnSpc>
              <a:spcBef>
                <a:spcPts val="0"/>
              </a:spcBef>
              <a:buNone/>
              <a:defRPr sz="900">
                <a:solidFill>
                  <a:schemeClr val="accent3"/>
                </a:solidFill>
                <a:latin typeface="+mj-lt"/>
              </a:defRPr>
            </a:lvl1pPr>
          </a:lstStyle>
          <a:p>
            <a:pPr lvl="0"/>
            <a:r>
              <a:rPr lang="en-US"/>
              <a:t>TITLE</a:t>
            </a:r>
          </a:p>
        </p:txBody>
      </p:sp>
      <p:sp>
        <p:nvSpPr>
          <p:cNvPr id="10" name="Text Placeholder 5">
            <a:extLst>
              <a:ext uri="{FF2B5EF4-FFF2-40B4-BE49-F238E27FC236}">
                <a16:creationId xmlns:a16="http://schemas.microsoft.com/office/drawing/2014/main" id="{7EBA1087-26F3-8C7C-64D5-8F3BA965DA64}"/>
              </a:ext>
            </a:extLst>
          </p:cNvPr>
          <p:cNvSpPr>
            <a:spLocks noGrp="1"/>
          </p:cNvSpPr>
          <p:nvPr>
            <p:ph type="body" sz="quarter" idx="24" hasCustomPrompt="1"/>
          </p:nvPr>
        </p:nvSpPr>
        <p:spPr>
          <a:xfrm>
            <a:off x="1646240" y="1716900"/>
            <a:ext cx="5976491" cy="1850373"/>
          </a:xfrm>
        </p:spPr>
        <p:txBody>
          <a:bodyPr lIns="0" tIns="0" rIns="0" bIns="0" anchor="t">
            <a:noAutofit/>
          </a:bodyPr>
          <a:lstStyle>
            <a:lvl1pPr marL="0" indent="0" algn="l">
              <a:lnSpc>
                <a:spcPct val="100000"/>
              </a:lnSpc>
              <a:spcBef>
                <a:spcPts val="0"/>
              </a:spcBef>
              <a:buNone/>
              <a:defRPr sz="2100">
                <a:solidFill>
                  <a:schemeClr val="bg1"/>
                </a:solidFill>
              </a:defRPr>
            </a:lvl1pPr>
          </a:lstStyle>
          <a:p>
            <a:pPr lvl="0"/>
            <a:r>
              <a:rPr lang="en-US"/>
              <a:t>Text</a:t>
            </a:r>
          </a:p>
        </p:txBody>
      </p:sp>
    </p:spTree>
    <p:extLst>
      <p:ext uri="{BB962C8B-B14F-4D97-AF65-F5344CB8AC3E}">
        <p14:creationId xmlns:p14="http://schemas.microsoft.com/office/powerpoint/2010/main" val="3691193235"/>
      </p:ext>
    </p:extLst>
  </p:cSld>
  <p:clrMapOvr>
    <a:masterClrMapping/>
  </p:clrMapOvr>
  <p:transition spd="med"/>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Testimonial 2">
    <p:bg>
      <p:bgPr>
        <a:solidFill>
          <a:srgbClr val="0143FD"/>
        </a:solidFill>
        <a:effectLst/>
      </p:bgPr>
    </p:bg>
    <p:spTree>
      <p:nvGrpSpPr>
        <p:cNvPr id="1" name=""/>
        <p:cNvGrpSpPr/>
        <p:nvPr/>
      </p:nvGrpSpPr>
      <p:grpSpPr>
        <a:xfrm>
          <a:off x="0" y="0"/>
          <a:ext cx="0" cy="0"/>
          <a:chOff x="0" y="0"/>
          <a:chExt cx="0" cy="0"/>
        </a:xfrm>
      </p:grpSpPr>
      <p:pic>
        <p:nvPicPr>
          <p:cNvPr id="2" name="shape-1.svg" descr="shape-1.svg">
            <a:extLst>
              <a:ext uri="{FF2B5EF4-FFF2-40B4-BE49-F238E27FC236}">
                <a16:creationId xmlns:a16="http://schemas.microsoft.com/office/drawing/2014/main" id="{E81D208B-3726-A672-D9C4-DBB540141BF0}"/>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a:xfrm>
            <a:off x="0" y="3762967"/>
            <a:ext cx="4572000" cy="1380533"/>
          </a:xfrm>
          <a:prstGeom prst="rect">
            <a:avLst/>
          </a:prstGeom>
          <a:ln w="12700">
            <a:miter lim="400000"/>
          </a:ln>
        </p:spPr>
      </p:pic>
      <p:pic>
        <p:nvPicPr>
          <p:cNvPr id="4" name="CGC logo white.png" descr="CGC logo white.png">
            <a:extLst>
              <a:ext uri="{FF2B5EF4-FFF2-40B4-BE49-F238E27FC236}">
                <a16:creationId xmlns:a16="http://schemas.microsoft.com/office/drawing/2014/main" id="{10F7AA0E-544A-B751-F56E-AACB2AB930BF}"/>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285750" y="285750"/>
            <a:ext cx="1152091" cy="199818"/>
          </a:xfrm>
          <a:prstGeom prst="rect">
            <a:avLst/>
          </a:prstGeom>
          <a:ln w="12700">
            <a:miter lim="400000"/>
          </a:ln>
        </p:spPr>
      </p:pic>
      <p:sp>
        <p:nvSpPr>
          <p:cNvPr id="3" name="Text Placeholder 6">
            <a:extLst>
              <a:ext uri="{FF2B5EF4-FFF2-40B4-BE49-F238E27FC236}">
                <a16:creationId xmlns:a16="http://schemas.microsoft.com/office/drawing/2014/main" id="{3C553DDA-7E87-C289-EF02-601DBF0DE677}"/>
              </a:ext>
            </a:extLst>
          </p:cNvPr>
          <p:cNvSpPr>
            <a:spLocks noGrp="1"/>
          </p:cNvSpPr>
          <p:nvPr>
            <p:ph type="body" sz="quarter" idx="23" hasCustomPrompt="1"/>
          </p:nvPr>
        </p:nvSpPr>
        <p:spPr>
          <a:xfrm>
            <a:off x="1646240" y="1345396"/>
            <a:ext cx="1280583" cy="230832"/>
          </a:xfrm>
          <a:prstGeom prst="rect">
            <a:avLst/>
          </a:prstGeom>
        </p:spPr>
        <p:txBody>
          <a:bodyPr lIns="0" tIns="0" rIns="0" bIns="0" anchor="b">
            <a:noAutofit/>
          </a:bodyPr>
          <a:lstStyle>
            <a:lvl1pPr marL="0" indent="0" algn="l">
              <a:lnSpc>
                <a:spcPct val="70000"/>
              </a:lnSpc>
              <a:spcBef>
                <a:spcPts val="0"/>
              </a:spcBef>
              <a:buNone/>
              <a:defRPr sz="900">
                <a:solidFill>
                  <a:schemeClr val="accent3"/>
                </a:solidFill>
                <a:latin typeface="+mj-lt"/>
              </a:defRPr>
            </a:lvl1pPr>
          </a:lstStyle>
          <a:p>
            <a:pPr lvl="0"/>
            <a:r>
              <a:rPr lang="en-US"/>
              <a:t>TITLE</a:t>
            </a:r>
          </a:p>
        </p:txBody>
      </p:sp>
      <p:sp>
        <p:nvSpPr>
          <p:cNvPr id="5" name="Text Placeholder 5">
            <a:extLst>
              <a:ext uri="{FF2B5EF4-FFF2-40B4-BE49-F238E27FC236}">
                <a16:creationId xmlns:a16="http://schemas.microsoft.com/office/drawing/2014/main" id="{C7E8E799-A615-B023-5491-1DD3FF5E431B}"/>
              </a:ext>
            </a:extLst>
          </p:cNvPr>
          <p:cNvSpPr>
            <a:spLocks noGrp="1"/>
          </p:cNvSpPr>
          <p:nvPr>
            <p:ph type="body" sz="quarter" idx="24" hasCustomPrompt="1"/>
          </p:nvPr>
        </p:nvSpPr>
        <p:spPr>
          <a:xfrm>
            <a:off x="1646240" y="1716900"/>
            <a:ext cx="5976491" cy="1850373"/>
          </a:xfrm>
        </p:spPr>
        <p:txBody>
          <a:bodyPr lIns="0" tIns="0" rIns="0" bIns="0" anchor="t">
            <a:noAutofit/>
          </a:bodyPr>
          <a:lstStyle>
            <a:lvl1pPr marL="0" indent="0" algn="l">
              <a:lnSpc>
                <a:spcPct val="100000"/>
              </a:lnSpc>
              <a:spcBef>
                <a:spcPts val="0"/>
              </a:spcBef>
              <a:buNone/>
              <a:defRPr sz="2100">
                <a:solidFill>
                  <a:schemeClr val="bg1"/>
                </a:solidFill>
              </a:defRPr>
            </a:lvl1pPr>
          </a:lstStyle>
          <a:p>
            <a:pPr lvl="0"/>
            <a:r>
              <a:rPr lang="en-US"/>
              <a:t>Text</a:t>
            </a:r>
          </a:p>
        </p:txBody>
      </p:sp>
    </p:spTree>
    <p:extLst>
      <p:ext uri="{BB962C8B-B14F-4D97-AF65-F5344CB8AC3E}">
        <p14:creationId xmlns:p14="http://schemas.microsoft.com/office/powerpoint/2010/main" val="1893204144"/>
      </p:ext>
    </p:extLst>
  </p:cSld>
  <p:clrMapOvr>
    <a:masterClrMapping/>
  </p:clrMapOvr>
  <p:transition spd="med"/>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Testimonial 3">
    <p:bg>
      <p:bgPr>
        <a:solidFill>
          <a:srgbClr val="0F2240"/>
        </a:solidFill>
        <a:effectLst/>
      </p:bgPr>
    </p:bg>
    <p:spTree>
      <p:nvGrpSpPr>
        <p:cNvPr id="1" name=""/>
        <p:cNvGrpSpPr/>
        <p:nvPr/>
      </p:nvGrpSpPr>
      <p:grpSpPr>
        <a:xfrm>
          <a:off x="0" y="0"/>
          <a:ext cx="0" cy="0"/>
          <a:chOff x="0" y="0"/>
          <a:chExt cx="0" cy="0"/>
        </a:xfrm>
      </p:grpSpPr>
      <p:pic>
        <p:nvPicPr>
          <p:cNvPr id="3" name="Rectangle.svg" descr="Rectangle.svg">
            <a:extLst>
              <a:ext uri="{FF2B5EF4-FFF2-40B4-BE49-F238E27FC236}">
                <a16:creationId xmlns:a16="http://schemas.microsoft.com/office/drawing/2014/main" id="{24B403D1-A34F-3DD7-F3A1-54D5BA5F53A2}"/>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a:xfrm>
            <a:off x="70353" y="1"/>
            <a:ext cx="9003295" cy="5143500"/>
          </a:xfrm>
          <a:prstGeom prst="rect">
            <a:avLst/>
          </a:prstGeom>
          <a:ln w="12700">
            <a:miter lim="400000"/>
          </a:ln>
        </p:spPr>
      </p:pic>
      <p:pic>
        <p:nvPicPr>
          <p:cNvPr id="4" name="CGC logo white.png" descr="CGC logo white.png">
            <a:extLst>
              <a:ext uri="{FF2B5EF4-FFF2-40B4-BE49-F238E27FC236}">
                <a16:creationId xmlns:a16="http://schemas.microsoft.com/office/drawing/2014/main" id="{10F7AA0E-544A-B751-F56E-AACB2AB930BF}"/>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285750" y="285750"/>
            <a:ext cx="1152091" cy="199818"/>
          </a:xfrm>
          <a:prstGeom prst="rect">
            <a:avLst/>
          </a:prstGeom>
          <a:ln w="12700">
            <a:miter lim="400000"/>
          </a:ln>
        </p:spPr>
      </p:pic>
      <p:sp>
        <p:nvSpPr>
          <p:cNvPr id="2" name="Text Placeholder 6">
            <a:extLst>
              <a:ext uri="{FF2B5EF4-FFF2-40B4-BE49-F238E27FC236}">
                <a16:creationId xmlns:a16="http://schemas.microsoft.com/office/drawing/2014/main" id="{F9E02667-CEAD-D50C-EF7F-001011FA616B}"/>
              </a:ext>
            </a:extLst>
          </p:cNvPr>
          <p:cNvSpPr>
            <a:spLocks noGrp="1"/>
          </p:cNvSpPr>
          <p:nvPr>
            <p:ph type="body" sz="quarter" idx="23" hasCustomPrompt="1"/>
          </p:nvPr>
        </p:nvSpPr>
        <p:spPr>
          <a:xfrm>
            <a:off x="2326960" y="1586933"/>
            <a:ext cx="1280583" cy="230832"/>
          </a:xfrm>
          <a:prstGeom prst="rect">
            <a:avLst/>
          </a:prstGeom>
        </p:spPr>
        <p:txBody>
          <a:bodyPr lIns="0" tIns="0" rIns="0" bIns="0" anchor="b">
            <a:noAutofit/>
          </a:bodyPr>
          <a:lstStyle>
            <a:lvl1pPr marL="0" indent="0" algn="l">
              <a:lnSpc>
                <a:spcPct val="70000"/>
              </a:lnSpc>
              <a:spcBef>
                <a:spcPts val="0"/>
              </a:spcBef>
              <a:buNone/>
              <a:defRPr sz="900">
                <a:solidFill>
                  <a:schemeClr val="accent3"/>
                </a:solidFill>
                <a:latin typeface="+mj-lt"/>
              </a:defRPr>
            </a:lvl1pPr>
          </a:lstStyle>
          <a:p>
            <a:pPr lvl="0"/>
            <a:r>
              <a:rPr lang="en-US"/>
              <a:t>TITLE</a:t>
            </a:r>
          </a:p>
        </p:txBody>
      </p:sp>
      <p:sp>
        <p:nvSpPr>
          <p:cNvPr id="5" name="Text Placeholder 5">
            <a:extLst>
              <a:ext uri="{FF2B5EF4-FFF2-40B4-BE49-F238E27FC236}">
                <a16:creationId xmlns:a16="http://schemas.microsoft.com/office/drawing/2014/main" id="{02F691D0-AEC2-58EC-2237-730A2C9F206F}"/>
              </a:ext>
            </a:extLst>
          </p:cNvPr>
          <p:cNvSpPr>
            <a:spLocks noGrp="1"/>
          </p:cNvSpPr>
          <p:nvPr>
            <p:ph type="body" sz="quarter" idx="24" hasCustomPrompt="1"/>
          </p:nvPr>
        </p:nvSpPr>
        <p:spPr>
          <a:xfrm>
            <a:off x="2326960" y="1958437"/>
            <a:ext cx="5976491" cy="1850373"/>
          </a:xfrm>
        </p:spPr>
        <p:txBody>
          <a:bodyPr lIns="0" tIns="0" rIns="0" bIns="0" anchor="t">
            <a:noAutofit/>
          </a:bodyPr>
          <a:lstStyle>
            <a:lvl1pPr marL="0" indent="0" algn="l">
              <a:lnSpc>
                <a:spcPct val="100000"/>
              </a:lnSpc>
              <a:spcBef>
                <a:spcPts val="0"/>
              </a:spcBef>
              <a:buNone/>
              <a:defRPr sz="2100">
                <a:solidFill>
                  <a:schemeClr val="bg1"/>
                </a:solidFill>
              </a:defRPr>
            </a:lvl1pPr>
          </a:lstStyle>
          <a:p>
            <a:pPr lvl="0"/>
            <a:r>
              <a:rPr lang="en-US"/>
              <a:t>Text</a:t>
            </a:r>
          </a:p>
        </p:txBody>
      </p:sp>
    </p:spTree>
    <p:extLst>
      <p:ext uri="{BB962C8B-B14F-4D97-AF65-F5344CB8AC3E}">
        <p14:creationId xmlns:p14="http://schemas.microsoft.com/office/powerpoint/2010/main" val="2430402747"/>
      </p:ext>
    </p:extLst>
  </p:cSld>
  <p:clrMapOvr>
    <a:masterClrMapping/>
  </p:clrMapOvr>
  <p:transition spd="med"/>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Testimonial 4">
    <p:bg>
      <p:bgPr>
        <a:solidFill>
          <a:srgbClr val="E7E696"/>
        </a:solidFill>
        <a:effectLst/>
      </p:bgPr>
    </p:bg>
    <p:spTree>
      <p:nvGrpSpPr>
        <p:cNvPr id="1" name=""/>
        <p:cNvGrpSpPr/>
        <p:nvPr/>
      </p:nvGrpSpPr>
      <p:grpSpPr>
        <a:xfrm>
          <a:off x="0" y="0"/>
          <a:ext cx="0" cy="0"/>
          <a:chOff x="0" y="0"/>
          <a:chExt cx="0" cy="0"/>
        </a:xfrm>
      </p:grpSpPr>
      <p:pic>
        <p:nvPicPr>
          <p:cNvPr id="2" name="Rectangle burgundy.svg" descr="Rectangle burgundy.svg">
            <a:extLst>
              <a:ext uri="{FF2B5EF4-FFF2-40B4-BE49-F238E27FC236}">
                <a16:creationId xmlns:a16="http://schemas.microsoft.com/office/drawing/2014/main" id="{D81EC08E-8443-EACC-494E-E187FBF4315C}"/>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a:xfrm>
            <a:off x="58396" y="0"/>
            <a:ext cx="9027209" cy="5143500"/>
          </a:xfrm>
          <a:prstGeom prst="rect">
            <a:avLst/>
          </a:prstGeom>
          <a:ln w="12700">
            <a:miter lim="400000"/>
          </a:ln>
        </p:spPr>
      </p:pic>
      <p:pic>
        <p:nvPicPr>
          <p:cNvPr id="5" name="CGC logo black.png" descr="CGC logo black.png">
            <a:extLst>
              <a:ext uri="{FF2B5EF4-FFF2-40B4-BE49-F238E27FC236}">
                <a16:creationId xmlns:a16="http://schemas.microsoft.com/office/drawing/2014/main" id="{EA45B09D-1421-C352-87FF-981337DAB838}"/>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285750" y="285750"/>
            <a:ext cx="1152525" cy="199894"/>
          </a:xfrm>
          <a:prstGeom prst="rect">
            <a:avLst/>
          </a:prstGeom>
          <a:ln w="12700">
            <a:miter lim="400000"/>
          </a:ln>
        </p:spPr>
      </p:pic>
      <p:sp>
        <p:nvSpPr>
          <p:cNvPr id="6" name="Text Placeholder 6">
            <a:extLst>
              <a:ext uri="{FF2B5EF4-FFF2-40B4-BE49-F238E27FC236}">
                <a16:creationId xmlns:a16="http://schemas.microsoft.com/office/drawing/2014/main" id="{760D58B7-7422-E24C-1B5A-259855E63374}"/>
              </a:ext>
            </a:extLst>
          </p:cNvPr>
          <p:cNvSpPr>
            <a:spLocks noGrp="1"/>
          </p:cNvSpPr>
          <p:nvPr>
            <p:ph type="body" sz="quarter" idx="23" hasCustomPrompt="1"/>
          </p:nvPr>
        </p:nvSpPr>
        <p:spPr>
          <a:xfrm>
            <a:off x="2326960" y="1586933"/>
            <a:ext cx="1280583" cy="230832"/>
          </a:xfrm>
          <a:prstGeom prst="rect">
            <a:avLst/>
          </a:prstGeom>
        </p:spPr>
        <p:txBody>
          <a:bodyPr lIns="0" tIns="0" rIns="0" bIns="0" anchor="b">
            <a:noAutofit/>
          </a:bodyPr>
          <a:lstStyle>
            <a:lvl1pPr marL="0" indent="0" algn="l">
              <a:lnSpc>
                <a:spcPct val="70000"/>
              </a:lnSpc>
              <a:spcBef>
                <a:spcPts val="0"/>
              </a:spcBef>
              <a:buNone/>
              <a:defRPr sz="900">
                <a:solidFill>
                  <a:schemeClr val="accent3"/>
                </a:solidFill>
                <a:latin typeface="+mj-lt"/>
              </a:defRPr>
            </a:lvl1pPr>
          </a:lstStyle>
          <a:p>
            <a:pPr lvl="0"/>
            <a:r>
              <a:rPr lang="en-US"/>
              <a:t>TITLE</a:t>
            </a:r>
          </a:p>
        </p:txBody>
      </p:sp>
      <p:sp>
        <p:nvSpPr>
          <p:cNvPr id="7" name="Text Placeholder 5">
            <a:extLst>
              <a:ext uri="{FF2B5EF4-FFF2-40B4-BE49-F238E27FC236}">
                <a16:creationId xmlns:a16="http://schemas.microsoft.com/office/drawing/2014/main" id="{61023CA4-67FB-2931-C81D-C13BCE178528}"/>
              </a:ext>
            </a:extLst>
          </p:cNvPr>
          <p:cNvSpPr>
            <a:spLocks noGrp="1"/>
          </p:cNvSpPr>
          <p:nvPr>
            <p:ph type="body" sz="quarter" idx="24" hasCustomPrompt="1"/>
          </p:nvPr>
        </p:nvSpPr>
        <p:spPr>
          <a:xfrm>
            <a:off x="2326960" y="1958437"/>
            <a:ext cx="5976491" cy="1850373"/>
          </a:xfrm>
        </p:spPr>
        <p:txBody>
          <a:bodyPr lIns="0" tIns="0" rIns="0" bIns="0" anchor="t">
            <a:noAutofit/>
          </a:bodyPr>
          <a:lstStyle>
            <a:lvl1pPr marL="0" indent="0" algn="l">
              <a:lnSpc>
                <a:spcPct val="100000"/>
              </a:lnSpc>
              <a:spcBef>
                <a:spcPts val="0"/>
              </a:spcBef>
              <a:buNone/>
              <a:defRPr sz="2100">
                <a:solidFill>
                  <a:schemeClr val="bg1"/>
                </a:solidFill>
              </a:defRPr>
            </a:lvl1pPr>
          </a:lstStyle>
          <a:p>
            <a:pPr lvl="0"/>
            <a:r>
              <a:rPr lang="en-US"/>
              <a:t>Text</a:t>
            </a:r>
          </a:p>
        </p:txBody>
      </p:sp>
    </p:spTree>
    <p:extLst>
      <p:ext uri="{BB962C8B-B14F-4D97-AF65-F5344CB8AC3E}">
        <p14:creationId xmlns:p14="http://schemas.microsoft.com/office/powerpoint/2010/main" val="3314441574"/>
      </p:ext>
    </p:extLst>
  </p:cSld>
  <p:clrMapOvr>
    <a:masterClrMapping/>
  </p:clrMapOvr>
  <p:transition spd="med"/>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userDrawn="1">
  <p:cSld name="Logos">
    <p:bg>
      <p:bgPr>
        <a:solidFill>
          <a:srgbClr val="FDFAF2"/>
        </a:solidFill>
        <a:effectLst/>
      </p:bgPr>
    </p:bg>
    <p:spTree>
      <p:nvGrpSpPr>
        <p:cNvPr id="1" name=""/>
        <p:cNvGrpSpPr/>
        <p:nvPr/>
      </p:nvGrpSpPr>
      <p:grpSpPr>
        <a:xfrm>
          <a:off x="0" y="0"/>
          <a:ext cx="0" cy="0"/>
          <a:chOff x="0" y="0"/>
          <a:chExt cx="0" cy="0"/>
        </a:xfrm>
      </p:grpSpPr>
      <p:pic>
        <p:nvPicPr>
          <p:cNvPr id="65" name="CGC logo.png" descr="CGC logo.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85750" y="285750"/>
            <a:ext cx="1152525" cy="199894"/>
          </a:xfrm>
          <a:prstGeom prst="rect">
            <a:avLst/>
          </a:prstGeom>
          <a:ln w="12700">
            <a:miter lim="400000"/>
          </a:ln>
        </p:spPr>
      </p:pic>
      <p:sp>
        <p:nvSpPr>
          <p:cNvPr id="20" name="Picture Placeholder 19">
            <a:extLst>
              <a:ext uri="{FF2B5EF4-FFF2-40B4-BE49-F238E27FC236}">
                <a16:creationId xmlns:a16="http://schemas.microsoft.com/office/drawing/2014/main" id="{785DCE37-0BCB-9182-F159-0463D333E326}"/>
              </a:ext>
            </a:extLst>
          </p:cNvPr>
          <p:cNvSpPr>
            <a:spLocks noGrp="1"/>
          </p:cNvSpPr>
          <p:nvPr>
            <p:ph type="pic" sz="quarter" idx="10"/>
          </p:nvPr>
        </p:nvSpPr>
        <p:spPr>
          <a:xfrm>
            <a:off x="4891088" y="1679575"/>
            <a:ext cx="1190625" cy="649288"/>
          </a:xfrm>
        </p:spPr>
        <p:txBody>
          <a:bodyPr/>
          <a:lstStyle/>
          <a:p>
            <a:endParaRPr lang="en-US"/>
          </a:p>
        </p:txBody>
      </p:sp>
      <p:sp>
        <p:nvSpPr>
          <p:cNvPr id="21" name="Picture Placeholder 19">
            <a:extLst>
              <a:ext uri="{FF2B5EF4-FFF2-40B4-BE49-F238E27FC236}">
                <a16:creationId xmlns:a16="http://schemas.microsoft.com/office/drawing/2014/main" id="{F76044E9-3824-A5F3-FDA1-1210E97D11D9}"/>
              </a:ext>
            </a:extLst>
          </p:cNvPr>
          <p:cNvSpPr>
            <a:spLocks noGrp="1"/>
          </p:cNvSpPr>
          <p:nvPr>
            <p:ph type="pic" sz="quarter" idx="11"/>
          </p:nvPr>
        </p:nvSpPr>
        <p:spPr>
          <a:xfrm>
            <a:off x="3469792" y="1679575"/>
            <a:ext cx="1190625" cy="649288"/>
          </a:xfrm>
        </p:spPr>
        <p:txBody>
          <a:bodyPr/>
          <a:lstStyle/>
          <a:p>
            <a:endParaRPr lang="en-US"/>
          </a:p>
        </p:txBody>
      </p:sp>
      <p:sp>
        <p:nvSpPr>
          <p:cNvPr id="22" name="Picture Placeholder 19">
            <a:extLst>
              <a:ext uri="{FF2B5EF4-FFF2-40B4-BE49-F238E27FC236}">
                <a16:creationId xmlns:a16="http://schemas.microsoft.com/office/drawing/2014/main" id="{F0245EAD-79CA-323C-69D6-B3C719D1E9B5}"/>
              </a:ext>
            </a:extLst>
          </p:cNvPr>
          <p:cNvSpPr>
            <a:spLocks noGrp="1"/>
          </p:cNvSpPr>
          <p:nvPr>
            <p:ph type="pic" sz="quarter" idx="12"/>
          </p:nvPr>
        </p:nvSpPr>
        <p:spPr>
          <a:xfrm>
            <a:off x="6312383" y="1679575"/>
            <a:ext cx="1190625" cy="649288"/>
          </a:xfrm>
        </p:spPr>
        <p:txBody>
          <a:bodyPr/>
          <a:lstStyle/>
          <a:p>
            <a:endParaRPr lang="en-US"/>
          </a:p>
        </p:txBody>
      </p:sp>
      <p:sp>
        <p:nvSpPr>
          <p:cNvPr id="23" name="Picture Placeholder 19">
            <a:extLst>
              <a:ext uri="{FF2B5EF4-FFF2-40B4-BE49-F238E27FC236}">
                <a16:creationId xmlns:a16="http://schemas.microsoft.com/office/drawing/2014/main" id="{5AC4E815-19A3-2109-2C3F-AE55E8404653}"/>
              </a:ext>
            </a:extLst>
          </p:cNvPr>
          <p:cNvSpPr>
            <a:spLocks noGrp="1"/>
          </p:cNvSpPr>
          <p:nvPr>
            <p:ph type="pic" sz="quarter" idx="13"/>
          </p:nvPr>
        </p:nvSpPr>
        <p:spPr>
          <a:xfrm>
            <a:off x="7733679" y="1679575"/>
            <a:ext cx="1190625" cy="649288"/>
          </a:xfrm>
        </p:spPr>
        <p:txBody>
          <a:bodyPr/>
          <a:lstStyle/>
          <a:p>
            <a:endParaRPr lang="en-US"/>
          </a:p>
        </p:txBody>
      </p:sp>
      <p:sp>
        <p:nvSpPr>
          <p:cNvPr id="24" name="Picture Placeholder 19">
            <a:extLst>
              <a:ext uri="{FF2B5EF4-FFF2-40B4-BE49-F238E27FC236}">
                <a16:creationId xmlns:a16="http://schemas.microsoft.com/office/drawing/2014/main" id="{9FC720B7-6428-DC62-A38D-DD4FE7941388}"/>
              </a:ext>
            </a:extLst>
          </p:cNvPr>
          <p:cNvSpPr>
            <a:spLocks noGrp="1"/>
          </p:cNvSpPr>
          <p:nvPr>
            <p:ph type="pic" sz="quarter" idx="14"/>
          </p:nvPr>
        </p:nvSpPr>
        <p:spPr>
          <a:xfrm>
            <a:off x="3469792" y="2540812"/>
            <a:ext cx="1190625" cy="649288"/>
          </a:xfrm>
        </p:spPr>
        <p:txBody>
          <a:bodyPr/>
          <a:lstStyle/>
          <a:p>
            <a:endParaRPr lang="en-US"/>
          </a:p>
        </p:txBody>
      </p:sp>
      <p:sp>
        <p:nvSpPr>
          <p:cNvPr id="25" name="Picture Placeholder 19">
            <a:extLst>
              <a:ext uri="{FF2B5EF4-FFF2-40B4-BE49-F238E27FC236}">
                <a16:creationId xmlns:a16="http://schemas.microsoft.com/office/drawing/2014/main" id="{CCE54A04-E574-85DD-262D-A74D56235E58}"/>
              </a:ext>
            </a:extLst>
          </p:cNvPr>
          <p:cNvSpPr>
            <a:spLocks noGrp="1"/>
          </p:cNvSpPr>
          <p:nvPr>
            <p:ph type="pic" sz="quarter" idx="15"/>
          </p:nvPr>
        </p:nvSpPr>
        <p:spPr>
          <a:xfrm>
            <a:off x="3469792" y="3402049"/>
            <a:ext cx="1190625" cy="649288"/>
          </a:xfrm>
        </p:spPr>
        <p:txBody>
          <a:bodyPr/>
          <a:lstStyle/>
          <a:p>
            <a:endParaRPr lang="en-US"/>
          </a:p>
        </p:txBody>
      </p:sp>
      <p:sp>
        <p:nvSpPr>
          <p:cNvPr id="26" name="Picture Placeholder 19">
            <a:extLst>
              <a:ext uri="{FF2B5EF4-FFF2-40B4-BE49-F238E27FC236}">
                <a16:creationId xmlns:a16="http://schemas.microsoft.com/office/drawing/2014/main" id="{81679606-32AC-A84F-318D-9D8C44FE91A9}"/>
              </a:ext>
            </a:extLst>
          </p:cNvPr>
          <p:cNvSpPr>
            <a:spLocks noGrp="1"/>
          </p:cNvSpPr>
          <p:nvPr>
            <p:ph type="pic" sz="quarter" idx="16"/>
          </p:nvPr>
        </p:nvSpPr>
        <p:spPr>
          <a:xfrm>
            <a:off x="3469792" y="4263287"/>
            <a:ext cx="1190625" cy="649288"/>
          </a:xfrm>
        </p:spPr>
        <p:txBody>
          <a:bodyPr/>
          <a:lstStyle/>
          <a:p>
            <a:endParaRPr lang="en-US"/>
          </a:p>
        </p:txBody>
      </p:sp>
      <p:sp>
        <p:nvSpPr>
          <p:cNvPr id="27" name="Picture Placeholder 19">
            <a:extLst>
              <a:ext uri="{FF2B5EF4-FFF2-40B4-BE49-F238E27FC236}">
                <a16:creationId xmlns:a16="http://schemas.microsoft.com/office/drawing/2014/main" id="{53606A87-3E59-D00B-C3CB-9030D6C6B271}"/>
              </a:ext>
            </a:extLst>
          </p:cNvPr>
          <p:cNvSpPr>
            <a:spLocks noGrp="1"/>
          </p:cNvSpPr>
          <p:nvPr>
            <p:ph type="pic" sz="quarter" idx="17"/>
          </p:nvPr>
        </p:nvSpPr>
        <p:spPr>
          <a:xfrm>
            <a:off x="4894555" y="2540812"/>
            <a:ext cx="1190625" cy="649288"/>
          </a:xfrm>
        </p:spPr>
        <p:txBody>
          <a:bodyPr/>
          <a:lstStyle/>
          <a:p>
            <a:endParaRPr lang="en-US"/>
          </a:p>
        </p:txBody>
      </p:sp>
      <p:sp>
        <p:nvSpPr>
          <p:cNvPr id="28" name="Picture Placeholder 19">
            <a:extLst>
              <a:ext uri="{FF2B5EF4-FFF2-40B4-BE49-F238E27FC236}">
                <a16:creationId xmlns:a16="http://schemas.microsoft.com/office/drawing/2014/main" id="{09BD6731-476D-9F48-087B-192B7DBBBD99}"/>
              </a:ext>
            </a:extLst>
          </p:cNvPr>
          <p:cNvSpPr>
            <a:spLocks noGrp="1"/>
          </p:cNvSpPr>
          <p:nvPr>
            <p:ph type="pic" sz="quarter" idx="18"/>
          </p:nvPr>
        </p:nvSpPr>
        <p:spPr>
          <a:xfrm>
            <a:off x="4894555" y="3402049"/>
            <a:ext cx="1190625" cy="649288"/>
          </a:xfrm>
        </p:spPr>
        <p:txBody>
          <a:bodyPr/>
          <a:lstStyle/>
          <a:p>
            <a:endParaRPr lang="en-US"/>
          </a:p>
        </p:txBody>
      </p:sp>
      <p:sp>
        <p:nvSpPr>
          <p:cNvPr id="29" name="Picture Placeholder 19">
            <a:extLst>
              <a:ext uri="{FF2B5EF4-FFF2-40B4-BE49-F238E27FC236}">
                <a16:creationId xmlns:a16="http://schemas.microsoft.com/office/drawing/2014/main" id="{E3B818E6-3132-F86C-9124-3982EDC55004}"/>
              </a:ext>
            </a:extLst>
          </p:cNvPr>
          <p:cNvSpPr>
            <a:spLocks noGrp="1"/>
          </p:cNvSpPr>
          <p:nvPr>
            <p:ph type="pic" sz="quarter" idx="19"/>
          </p:nvPr>
        </p:nvSpPr>
        <p:spPr>
          <a:xfrm>
            <a:off x="4894555" y="4263287"/>
            <a:ext cx="1190625" cy="649288"/>
          </a:xfrm>
        </p:spPr>
        <p:txBody>
          <a:bodyPr/>
          <a:lstStyle/>
          <a:p>
            <a:endParaRPr lang="en-US"/>
          </a:p>
        </p:txBody>
      </p:sp>
      <p:sp>
        <p:nvSpPr>
          <p:cNvPr id="30" name="Picture Placeholder 19">
            <a:extLst>
              <a:ext uri="{FF2B5EF4-FFF2-40B4-BE49-F238E27FC236}">
                <a16:creationId xmlns:a16="http://schemas.microsoft.com/office/drawing/2014/main" id="{C9ACA723-B1F2-02C9-A175-4F5C325DF910}"/>
              </a:ext>
            </a:extLst>
          </p:cNvPr>
          <p:cNvSpPr>
            <a:spLocks noGrp="1"/>
          </p:cNvSpPr>
          <p:nvPr>
            <p:ph type="pic" sz="quarter" idx="20"/>
          </p:nvPr>
        </p:nvSpPr>
        <p:spPr>
          <a:xfrm>
            <a:off x="6308685" y="2540812"/>
            <a:ext cx="1190625" cy="649288"/>
          </a:xfrm>
        </p:spPr>
        <p:txBody>
          <a:bodyPr/>
          <a:lstStyle/>
          <a:p>
            <a:endParaRPr lang="en-US"/>
          </a:p>
        </p:txBody>
      </p:sp>
      <p:sp>
        <p:nvSpPr>
          <p:cNvPr id="31" name="Picture Placeholder 19">
            <a:extLst>
              <a:ext uri="{FF2B5EF4-FFF2-40B4-BE49-F238E27FC236}">
                <a16:creationId xmlns:a16="http://schemas.microsoft.com/office/drawing/2014/main" id="{B1019316-C757-E4EB-C384-B562086CE866}"/>
              </a:ext>
            </a:extLst>
          </p:cNvPr>
          <p:cNvSpPr>
            <a:spLocks noGrp="1"/>
          </p:cNvSpPr>
          <p:nvPr>
            <p:ph type="pic" sz="quarter" idx="21"/>
          </p:nvPr>
        </p:nvSpPr>
        <p:spPr>
          <a:xfrm>
            <a:off x="6308685" y="3402049"/>
            <a:ext cx="1190625" cy="649288"/>
          </a:xfrm>
        </p:spPr>
        <p:txBody>
          <a:bodyPr/>
          <a:lstStyle/>
          <a:p>
            <a:endParaRPr lang="en-US"/>
          </a:p>
        </p:txBody>
      </p:sp>
      <p:sp>
        <p:nvSpPr>
          <p:cNvPr id="32" name="Picture Placeholder 19">
            <a:extLst>
              <a:ext uri="{FF2B5EF4-FFF2-40B4-BE49-F238E27FC236}">
                <a16:creationId xmlns:a16="http://schemas.microsoft.com/office/drawing/2014/main" id="{D5C2538A-B874-B6B7-5C75-F021964C8ACD}"/>
              </a:ext>
            </a:extLst>
          </p:cNvPr>
          <p:cNvSpPr>
            <a:spLocks noGrp="1"/>
          </p:cNvSpPr>
          <p:nvPr>
            <p:ph type="pic" sz="quarter" idx="22"/>
          </p:nvPr>
        </p:nvSpPr>
        <p:spPr>
          <a:xfrm>
            <a:off x="6308685" y="4263287"/>
            <a:ext cx="1190625" cy="649288"/>
          </a:xfrm>
        </p:spPr>
        <p:txBody>
          <a:bodyPr/>
          <a:lstStyle/>
          <a:p>
            <a:endParaRPr lang="en-US"/>
          </a:p>
        </p:txBody>
      </p:sp>
      <p:sp>
        <p:nvSpPr>
          <p:cNvPr id="33" name="Picture Placeholder 19">
            <a:extLst>
              <a:ext uri="{FF2B5EF4-FFF2-40B4-BE49-F238E27FC236}">
                <a16:creationId xmlns:a16="http://schemas.microsoft.com/office/drawing/2014/main" id="{A3D6AE4C-6981-4E76-17C9-4C92D77577CB}"/>
              </a:ext>
            </a:extLst>
          </p:cNvPr>
          <p:cNvSpPr>
            <a:spLocks noGrp="1"/>
          </p:cNvSpPr>
          <p:nvPr>
            <p:ph type="pic" sz="quarter" idx="23"/>
          </p:nvPr>
        </p:nvSpPr>
        <p:spPr>
          <a:xfrm>
            <a:off x="7722815" y="2540812"/>
            <a:ext cx="1190625" cy="649288"/>
          </a:xfrm>
        </p:spPr>
        <p:txBody>
          <a:bodyPr/>
          <a:lstStyle/>
          <a:p>
            <a:endParaRPr lang="en-US"/>
          </a:p>
        </p:txBody>
      </p:sp>
      <p:sp>
        <p:nvSpPr>
          <p:cNvPr id="34" name="Picture Placeholder 19">
            <a:extLst>
              <a:ext uri="{FF2B5EF4-FFF2-40B4-BE49-F238E27FC236}">
                <a16:creationId xmlns:a16="http://schemas.microsoft.com/office/drawing/2014/main" id="{0D51540A-0D84-AF86-DD69-74D6FA8506B1}"/>
              </a:ext>
            </a:extLst>
          </p:cNvPr>
          <p:cNvSpPr>
            <a:spLocks noGrp="1"/>
          </p:cNvSpPr>
          <p:nvPr>
            <p:ph type="pic" sz="quarter" idx="24"/>
          </p:nvPr>
        </p:nvSpPr>
        <p:spPr>
          <a:xfrm>
            <a:off x="7722815" y="3402049"/>
            <a:ext cx="1190625" cy="649288"/>
          </a:xfrm>
        </p:spPr>
        <p:txBody>
          <a:bodyPr/>
          <a:lstStyle/>
          <a:p>
            <a:endParaRPr lang="en-US"/>
          </a:p>
        </p:txBody>
      </p:sp>
      <p:sp>
        <p:nvSpPr>
          <p:cNvPr id="35" name="Picture Placeholder 19">
            <a:extLst>
              <a:ext uri="{FF2B5EF4-FFF2-40B4-BE49-F238E27FC236}">
                <a16:creationId xmlns:a16="http://schemas.microsoft.com/office/drawing/2014/main" id="{A95B353C-046E-4960-0901-00D950482810}"/>
              </a:ext>
            </a:extLst>
          </p:cNvPr>
          <p:cNvSpPr>
            <a:spLocks noGrp="1"/>
          </p:cNvSpPr>
          <p:nvPr>
            <p:ph type="pic" sz="quarter" idx="25"/>
          </p:nvPr>
        </p:nvSpPr>
        <p:spPr>
          <a:xfrm>
            <a:off x="7722815" y="4263287"/>
            <a:ext cx="1190625" cy="649288"/>
          </a:xfrm>
        </p:spPr>
        <p:txBody>
          <a:bodyPr/>
          <a:lstStyle/>
          <a:p>
            <a:endParaRPr lang="en-US"/>
          </a:p>
        </p:txBody>
      </p:sp>
      <p:sp>
        <p:nvSpPr>
          <p:cNvPr id="36" name="Text Placeholder 14">
            <a:extLst>
              <a:ext uri="{FF2B5EF4-FFF2-40B4-BE49-F238E27FC236}">
                <a16:creationId xmlns:a16="http://schemas.microsoft.com/office/drawing/2014/main" id="{F81802B9-01C2-5334-57B6-EA3D281FD78B}"/>
              </a:ext>
            </a:extLst>
          </p:cNvPr>
          <p:cNvSpPr>
            <a:spLocks noGrp="1"/>
          </p:cNvSpPr>
          <p:nvPr>
            <p:ph type="body" sz="quarter" idx="26" hasCustomPrompt="1"/>
          </p:nvPr>
        </p:nvSpPr>
        <p:spPr>
          <a:xfrm>
            <a:off x="277276" y="4200242"/>
            <a:ext cx="2649480" cy="649288"/>
          </a:xfrm>
          <a:prstGeom prst="rect">
            <a:avLst/>
          </a:prstGeom>
        </p:spPr>
        <p:txBody>
          <a:bodyPr lIns="0" tIns="0" rIns="0" bIns="0" anchor="b">
            <a:noAutofit/>
          </a:bodyPr>
          <a:lstStyle>
            <a:lvl1pPr marL="0" marR="0" indent="0" algn="l" defTabSz="219075" rtl="0" eaLnBrk="1" fontAlgn="auto" latinLnBrk="0" hangingPunct="1">
              <a:lnSpc>
                <a:spcPct val="80000"/>
              </a:lnSpc>
              <a:spcBef>
                <a:spcPts val="0"/>
              </a:spcBef>
              <a:spcAft>
                <a:spcPts val="0"/>
              </a:spcAft>
              <a:buClr>
                <a:srgbClr val="57BEF0"/>
              </a:buClr>
              <a:buSzPct val="250000"/>
              <a:buFontTx/>
              <a:buNone/>
              <a:tabLst/>
              <a:defRPr sz="2400">
                <a:solidFill>
                  <a:schemeClr val="tx1"/>
                </a:solidFill>
                <a:latin typeface="+mj-lt"/>
              </a:defRPr>
            </a:lvl1pPr>
          </a:lstStyle>
          <a:p>
            <a:pPr marL="0" marR="0" lvl="0" indent="0" algn="l" defTabSz="219075" rtl="0" eaLnBrk="1" fontAlgn="auto" latinLnBrk="0" hangingPunct="1">
              <a:lnSpc>
                <a:spcPct val="100000"/>
              </a:lnSpc>
              <a:spcBef>
                <a:spcPts val="900"/>
              </a:spcBef>
              <a:spcAft>
                <a:spcPts val="0"/>
              </a:spcAft>
              <a:buClr>
                <a:srgbClr val="57BEF0"/>
              </a:buClr>
              <a:buSzPct val="250000"/>
              <a:buFontTx/>
              <a:buNone/>
              <a:tabLst/>
              <a:defRPr/>
            </a:pPr>
            <a:r>
              <a:rPr lang="en-US"/>
              <a:t>TITLE</a:t>
            </a:r>
          </a:p>
        </p:txBody>
      </p:sp>
    </p:spTree>
    <p:extLst>
      <p:ext uri="{BB962C8B-B14F-4D97-AF65-F5344CB8AC3E}">
        <p14:creationId xmlns:p14="http://schemas.microsoft.com/office/powerpoint/2010/main" val="4223003166"/>
      </p:ext>
    </p:extLst>
  </p:cSld>
  <p:clrMapOvr>
    <a:masterClrMapping/>
  </p:clrMapOvr>
  <p:transition spd="med"/>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userDrawn="1">
  <p:cSld name="Process 1">
    <p:bg>
      <p:bgPr>
        <a:solidFill>
          <a:srgbClr val="730B39"/>
        </a:solidFill>
        <a:effectLst/>
      </p:bgPr>
    </p:bg>
    <p:spTree>
      <p:nvGrpSpPr>
        <p:cNvPr id="1" name=""/>
        <p:cNvGrpSpPr/>
        <p:nvPr/>
      </p:nvGrpSpPr>
      <p:grpSpPr>
        <a:xfrm>
          <a:off x="0" y="0"/>
          <a:ext cx="0" cy="0"/>
          <a:chOff x="0" y="0"/>
          <a:chExt cx="0" cy="0"/>
        </a:xfrm>
      </p:grpSpPr>
      <p:cxnSp>
        <p:nvCxnSpPr>
          <p:cNvPr id="20" name="Straight Connector 19">
            <a:extLst>
              <a:ext uri="{FF2B5EF4-FFF2-40B4-BE49-F238E27FC236}">
                <a16:creationId xmlns:a16="http://schemas.microsoft.com/office/drawing/2014/main" id="{A833D396-110F-C624-97CE-9A00852FB61A}"/>
              </a:ext>
            </a:extLst>
          </p:cNvPr>
          <p:cNvCxnSpPr>
            <a:cxnSpLocks/>
            <a:endCxn id="28" idx="2"/>
          </p:cNvCxnSpPr>
          <p:nvPr userDrawn="1"/>
        </p:nvCxnSpPr>
        <p:spPr>
          <a:xfrm>
            <a:off x="314654" y="2476572"/>
            <a:ext cx="6753373" cy="1952"/>
          </a:xfrm>
          <a:prstGeom prst="line">
            <a:avLst/>
          </a:prstGeom>
          <a:noFill/>
          <a:ln w="12700" cap="flat">
            <a:solidFill>
              <a:srgbClr val="E7E696"/>
            </a:solidFill>
            <a:prstDash val="solid"/>
            <a:miter lim="400000"/>
          </a:ln>
          <a:effectLst/>
          <a:sp3d/>
        </p:spPr>
        <p:style>
          <a:lnRef idx="0">
            <a:scrgbClr r="0" g="0" b="0"/>
          </a:lnRef>
          <a:fillRef idx="0">
            <a:scrgbClr r="0" g="0" b="0"/>
          </a:fillRef>
          <a:effectRef idx="0">
            <a:scrgbClr r="0" g="0" b="0"/>
          </a:effectRef>
          <a:fontRef idx="none"/>
        </p:style>
      </p:cxnSp>
      <p:sp>
        <p:nvSpPr>
          <p:cNvPr id="66" name="Slide Number"/>
          <p:cNvSpPr txBox="1">
            <a:spLocks noGrp="1"/>
          </p:cNvSpPr>
          <p:nvPr>
            <p:ph type="sldNum" sz="quarter" idx="2"/>
          </p:nvPr>
        </p:nvSpPr>
        <p:spPr>
          <a:prstGeom prst="rect">
            <a:avLst/>
          </a:prstGeom>
        </p:spPr>
        <p:txBody>
          <a:bodyPr/>
          <a:lstStyle>
            <a:lvl1pPr>
              <a:defRPr>
                <a:solidFill>
                  <a:schemeClr val="bg1"/>
                </a:solidFill>
              </a:defRPr>
            </a:lvl1pPr>
          </a:lstStyle>
          <a:p>
            <a:fld id="{86CB4B4D-7CA3-9044-876B-883B54F8677D}" type="slidenum">
              <a:rPr lang="en-GB" smtClean="0"/>
              <a:pPr/>
              <a:t>‹#›</a:t>
            </a:fld>
            <a:endParaRPr lang="en-GB"/>
          </a:p>
        </p:txBody>
      </p:sp>
      <p:pic>
        <p:nvPicPr>
          <p:cNvPr id="15" name="CGC logo white.png" descr="CGC logo white.png">
            <a:extLst>
              <a:ext uri="{FF2B5EF4-FFF2-40B4-BE49-F238E27FC236}">
                <a16:creationId xmlns:a16="http://schemas.microsoft.com/office/drawing/2014/main" id="{D935F029-D9A4-B9A6-51F4-12FA11B2A4EA}"/>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85750" y="285750"/>
            <a:ext cx="1152091" cy="199818"/>
          </a:xfrm>
          <a:prstGeom prst="rect">
            <a:avLst/>
          </a:prstGeom>
          <a:ln w="12700">
            <a:miter lim="400000"/>
          </a:ln>
        </p:spPr>
      </p:pic>
      <p:sp>
        <p:nvSpPr>
          <p:cNvPr id="16" name="Text Placeholder 6">
            <a:extLst>
              <a:ext uri="{FF2B5EF4-FFF2-40B4-BE49-F238E27FC236}">
                <a16:creationId xmlns:a16="http://schemas.microsoft.com/office/drawing/2014/main" id="{87986872-5E71-94DF-D70B-60CD3F3069DA}"/>
              </a:ext>
            </a:extLst>
          </p:cNvPr>
          <p:cNvSpPr>
            <a:spLocks noGrp="1"/>
          </p:cNvSpPr>
          <p:nvPr>
            <p:ph type="body" sz="quarter" idx="22" hasCustomPrompt="1"/>
          </p:nvPr>
        </p:nvSpPr>
        <p:spPr>
          <a:xfrm>
            <a:off x="305751" y="2550177"/>
            <a:ext cx="1468489" cy="230832"/>
          </a:xfrm>
          <a:prstGeom prst="rect">
            <a:avLst/>
          </a:prstGeom>
        </p:spPr>
        <p:txBody>
          <a:bodyPr lIns="0" tIns="0" rIns="0" bIns="0" anchor="b">
            <a:noAutofit/>
          </a:bodyPr>
          <a:lstStyle>
            <a:lvl1pPr marL="0" indent="0">
              <a:lnSpc>
                <a:spcPct val="70000"/>
              </a:lnSpc>
              <a:spcBef>
                <a:spcPts val="0"/>
              </a:spcBef>
              <a:buNone/>
              <a:defRPr sz="900">
                <a:solidFill>
                  <a:schemeClr val="bg1"/>
                </a:solidFill>
                <a:latin typeface="+mj-lt"/>
              </a:defRPr>
            </a:lvl1pPr>
          </a:lstStyle>
          <a:p>
            <a:pPr lvl="0"/>
            <a:r>
              <a:rPr lang="en-US"/>
              <a:t>TITLE</a:t>
            </a:r>
          </a:p>
        </p:txBody>
      </p:sp>
      <p:sp>
        <p:nvSpPr>
          <p:cNvPr id="26" name="Text Placeholder 6">
            <a:extLst>
              <a:ext uri="{FF2B5EF4-FFF2-40B4-BE49-F238E27FC236}">
                <a16:creationId xmlns:a16="http://schemas.microsoft.com/office/drawing/2014/main" id="{8DF4AE7B-64B6-ACB4-9CB3-142545F74983}"/>
              </a:ext>
            </a:extLst>
          </p:cNvPr>
          <p:cNvSpPr>
            <a:spLocks noGrp="1"/>
          </p:cNvSpPr>
          <p:nvPr>
            <p:ph type="body" sz="quarter" idx="27" hasCustomPrompt="1"/>
          </p:nvPr>
        </p:nvSpPr>
        <p:spPr>
          <a:xfrm>
            <a:off x="2408433" y="2115689"/>
            <a:ext cx="366122" cy="230832"/>
          </a:xfrm>
          <a:prstGeom prst="rect">
            <a:avLst/>
          </a:prstGeom>
        </p:spPr>
        <p:txBody>
          <a:bodyPr lIns="0" tIns="0" rIns="0" bIns="0" anchor="ctr">
            <a:noAutofit/>
          </a:bodyPr>
          <a:lstStyle>
            <a:lvl1pPr marL="0" indent="0" algn="ctr">
              <a:lnSpc>
                <a:spcPct val="70000"/>
              </a:lnSpc>
              <a:spcBef>
                <a:spcPts val="0"/>
              </a:spcBef>
              <a:buNone/>
              <a:defRPr sz="1500">
                <a:solidFill>
                  <a:schemeClr val="accent3"/>
                </a:solidFill>
                <a:latin typeface="+mj-lt"/>
              </a:defRPr>
            </a:lvl1pPr>
          </a:lstStyle>
          <a:p>
            <a:pPr lvl="0"/>
            <a:r>
              <a:rPr lang="en-US"/>
              <a:t>02</a:t>
            </a:r>
          </a:p>
        </p:txBody>
      </p:sp>
      <p:sp>
        <p:nvSpPr>
          <p:cNvPr id="31" name="Text Placeholder 6">
            <a:extLst>
              <a:ext uri="{FF2B5EF4-FFF2-40B4-BE49-F238E27FC236}">
                <a16:creationId xmlns:a16="http://schemas.microsoft.com/office/drawing/2014/main" id="{6A9ACD58-BDFB-8076-3C6A-E099C54C16AB}"/>
              </a:ext>
            </a:extLst>
          </p:cNvPr>
          <p:cNvSpPr>
            <a:spLocks noGrp="1"/>
          </p:cNvSpPr>
          <p:nvPr>
            <p:ph type="body" sz="quarter" idx="30" hasCustomPrompt="1"/>
          </p:nvPr>
        </p:nvSpPr>
        <p:spPr>
          <a:xfrm>
            <a:off x="4680490" y="2115689"/>
            <a:ext cx="366122" cy="230832"/>
          </a:xfrm>
          <a:prstGeom prst="rect">
            <a:avLst/>
          </a:prstGeom>
        </p:spPr>
        <p:txBody>
          <a:bodyPr lIns="0" tIns="0" rIns="0" bIns="0" anchor="ctr">
            <a:noAutofit/>
          </a:bodyPr>
          <a:lstStyle>
            <a:lvl1pPr marL="0" indent="0" algn="ctr">
              <a:lnSpc>
                <a:spcPct val="70000"/>
              </a:lnSpc>
              <a:spcBef>
                <a:spcPts val="0"/>
              </a:spcBef>
              <a:buNone/>
              <a:defRPr sz="1500">
                <a:solidFill>
                  <a:schemeClr val="accent3"/>
                </a:solidFill>
                <a:latin typeface="+mj-lt"/>
              </a:defRPr>
            </a:lvl1pPr>
          </a:lstStyle>
          <a:p>
            <a:pPr lvl="0"/>
            <a:r>
              <a:rPr lang="en-US"/>
              <a:t>03</a:t>
            </a:r>
          </a:p>
        </p:txBody>
      </p:sp>
      <p:sp>
        <p:nvSpPr>
          <p:cNvPr id="32" name="Oval 31">
            <a:extLst>
              <a:ext uri="{FF2B5EF4-FFF2-40B4-BE49-F238E27FC236}">
                <a16:creationId xmlns:a16="http://schemas.microsoft.com/office/drawing/2014/main" id="{BF95C90B-9340-BA27-A3CF-3ACA2019BDAD}"/>
              </a:ext>
            </a:extLst>
          </p:cNvPr>
          <p:cNvSpPr/>
          <p:nvPr userDrawn="1"/>
        </p:nvSpPr>
        <p:spPr>
          <a:xfrm>
            <a:off x="4824557" y="2431229"/>
            <a:ext cx="94589" cy="94589"/>
          </a:xfrm>
          <a:prstGeom prst="ellipse">
            <a:avLst/>
          </a:prstGeom>
          <a:solidFill>
            <a:srgbClr val="E7E696"/>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20000"/>
              </a:lnSpc>
              <a:spcBef>
                <a:spcPts val="0"/>
              </a:spcBef>
              <a:spcAft>
                <a:spcPts val="0"/>
              </a:spcAft>
              <a:buClrTx/>
              <a:buSzTx/>
              <a:buFontTx/>
              <a:buNone/>
              <a:tabLst/>
            </a:pPr>
            <a:endParaRPr kumimoji="0" lang="en-US" sz="3000" b="0" i="0" u="none" strike="noStrike" cap="all" spc="0" normalizeH="0" baseline="0">
              <a:ln>
                <a:noFill/>
              </a:ln>
              <a:solidFill>
                <a:srgbClr val="FFFFFF"/>
              </a:solidFill>
              <a:effectLst/>
              <a:uFillTx/>
              <a:latin typeface="Proxima Nova Extrabold"/>
              <a:ea typeface="Proxima Nova Extrabold"/>
              <a:cs typeface="Proxima Nova Extrabold"/>
              <a:sym typeface="Proxima Nova Extrabold"/>
            </a:endParaRPr>
          </a:p>
        </p:txBody>
      </p:sp>
      <p:sp>
        <p:nvSpPr>
          <p:cNvPr id="33" name="Text Placeholder 6">
            <a:extLst>
              <a:ext uri="{FF2B5EF4-FFF2-40B4-BE49-F238E27FC236}">
                <a16:creationId xmlns:a16="http://schemas.microsoft.com/office/drawing/2014/main" id="{4C3F98EA-FC7F-FDF6-F8B5-A6811F08B48E}"/>
              </a:ext>
            </a:extLst>
          </p:cNvPr>
          <p:cNvSpPr>
            <a:spLocks noGrp="1"/>
          </p:cNvSpPr>
          <p:nvPr>
            <p:ph type="body" sz="quarter" idx="24" hasCustomPrompt="1"/>
          </p:nvPr>
        </p:nvSpPr>
        <p:spPr>
          <a:xfrm>
            <a:off x="174235" y="2115689"/>
            <a:ext cx="366122" cy="230832"/>
          </a:xfrm>
          <a:prstGeom prst="rect">
            <a:avLst/>
          </a:prstGeom>
        </p:spPr>
        <p:txBody>
          <a:bodyPr lIns="0" tIns="0" rIns="0" bIns="0" anchor="ctr">
            <a:noAutofit/>
          </a:bodyPr>
          <a:lstStyle>
            <a:lvl1pPr marL="0" indent="0" algn="ctr">
              <a:lnSpc>
                <a:spcPct val="70000"/>
              </a:lnSpc>
              <a:spcBef>
                <a:spcPts val="0"/>
              </a:spcBef>
              <a:buNone/>
              <a:defRPr sz="1500">
                <a:solidFill>
                  <a:schemeClr val="accent3"/>
                </a:solidFill>
                <a:latin typeface="+mj-lt"/>
              </a:defRPr>
            </a:lvl1pPr>
          </a:lstStyle>
          <a:p>
            <a:pPr lvl="0"/>
            <a:r>
              <a:rPr lang="en-US"/>
              <a:t>01</a:t>
            </a:r>
          </a:p>
        </p:txBody>
      </p:sp>
      <p:sp>
        <p:nvSpPr>
          <p:cNvPr id="34" name="Oval 33">
            <a:extLst>
              <a:ext uri="{FF2B5EF4-FFF2-40B4-BE49-F238E27FC236}">
                <a16:creationId xmlns:a16="http://schemas.microsoft.com/office/drawing/2014/main" id="{216906E9-1415-2759-7BF7-E709F5C9E1AB}"/>
              </a:ext>
            </a:extLst>
          </p:cNvPr>
          <p:cNvSpPr/>
          <p:nvPr userDrawn="1"/>
        </p:nvSpPr>
        <p:spPr>
          <a:xfrm>
            <a:off x="314654" y="2431229"/>
            <a:ext cx="94589" cy="94589"/>
          </a:xfrm>
          <a:prstGeom prst="ellipse">
            <a:avLst/>
          </a:prstGeom>
          <a:solidFill>
            <a:srgbClr val="E7E696"/>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20000"/>
              </a:lnSpc>
              <a:spcBef>
                <a:spcPts val="0"/>
              </a:spcBef>
              <a:spcAft>
                <a:spcPts val="0"/>
              </a:spcAft>
              <a:buClrTx/>
              <a:buSzTx/>
              <a:buFontTx/>
              <a:buNone/>
              <a:tabLst/>
            </a:pPr>
            <a:endParaRPr kumimoji="0" lang="en-US" sz="3000" b="0" i="0" u="none" strike="noStrike" cap="all" spc="0" normalizeH="0" baseline="0">
              <a:ln>
                <a:noFill/>
              </a:ln>
              <a:solidFill>
                <a:srgbClr val="FFFFFF"/>
              </a:solidFill>
              <a:effectLst/>
              <a:uFillTx/>
              <a:latin typeface="Proxima Nova Extrabold"/>
              <a:ea typeface="Proxima Nova Extrabold"/>
              <a:cs typeface="Proxima Nova Extrabold"/>
              <a:sym typeface="Proxima Nova Extrabold"/>
            </a:endParaRPr>
          </a:p>
        </p:txBody>
      </p:sp>
      <p:sp>
        <p:nvSpPr>
          <p:cNvPr id="35" name="Oval 34">
            <a:extLst>
              <a:ext uri="{FF2B5EF4-FFF2-40B4-BE49-F238E27FC236}">
                <a16:creationId xmlns:a16="http://schemas.microsoft.com/office/drawing/2014/main" id="{F4EED99B-3E66-7B1D-4DDB-4EDB10CB1745}"/>
              </a:ext>
            </a:extLst>
          </p:cNvPr>
          <p:cNvSpPr/>
          <p:nvPr userDrawn="1"/>
        </p:nvSpPr>
        <p:spPr>
          <a:xfrm>
            <a:off x="2548852" y="2431229"/>
            <a:ext cx="94589" cy="94589"/>
          </a:xfrm>
          <a:prstGeom prst="ellipse">
            <a:avLst/>
          </a:prstGeom>
          <a:solidFill>
            <a:srgbClr val="E7E696"/>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20000"/>
              </a:lnSpc>
              <a:spcBef>
                <a:spcPts val="0"/>
              </a:spcBef>
              <a:spcAft>
                <a:spcPts val="0"/>
              </a:spcAft>
              <a:buClrTx/>
              <a:buSzTx/>
              <a:buFontTx/>
              <a:buNone/>
              <a:tabLst/>
            </a:pPr>
            <a:endParaRPr kumimoji="0" lang="en-US" sz="3000" b="0" i="0" u="none" strike="noStrike" cap="all" spc="0" normalizeH="0" baseline="0">
              <a:ln>
                <a:noFill/>
              </a:ln>
              <a:solidFill>
                <a:srgbClr val="FFFFFF"/>
              </a:solidFill>
              <a:effectLst/>
              <a:uFillTx/>
              <a:latin typeface="Proxima Nova Extrabold"/>
              <a:ea typeface="Proxima Nova Extrabold"/>
              <a:cs typeface="Proxima Nova Extrabold"/>
              <a:sym typeface="Proxima Nova Extrabold"/>
            </a:endParaRPr>
          </a:p>
        </p:txBody>
      </p:sp>
      <p:sp>
        <p:nvSpPr>
          <p:cNvPr id="22" name="Text Placeholder 6">
            <a:extLst>
              <a:ext uri="{FF2B5EF4-FFF2-40B4-BE49-F238E27FC236}">
                <a16:creationId xmlns:a16="http://schemas.microsoft.com/office/drawing/2014/main" id="{085CF382-B86F-CB49-F37C-6B9C2C9FB4B5}"/>
              </a:ext>
            </a:extLst>
          </p:cNvPr>
          <p:cNvSpPr>
            <a:spLocks noGrp="1"/>
          </p:cNvSpPr>
          <p:nvPr>
            <p:ph type="body" sz="quarter" idx="31" hasCustomPrompt="1"/>
          </p:nvPr>
        </p:nvSpPr>
        <p:spPr>
          <a:xfrm>
            <a:off x="7021927" y="2558490"/>
            <a:ext cx="1475566" cy="230832"/>
          </a:xfrm>
          <a:prstGeom prst="rect">
            <a:avLst/>
          </a:prstGeom>
        </p:spPr>
        <p:txBody>
          <a:bodyPr lIns="0" tIns="0" rIns="0" bIns="0" anchor="b">
            <a:noAutofit/>
          </a:bodyPr>
          <a:lstStyle>
            <a:lvl1pPr marL="0" indent="0">
              <a:lnSpc>
                <a:spcPct val="70000"/>
              </a:lnSpc>
              <a:spcBef>
                <a:spcPts val="0"/>
              </a:spcBef>
              <a:buNone/>
              <a:defRPr sz="900">
                <a:solidFill>
                  <a:schemeClr val="bg1"/>
                </a:solidFill>
                <a:latin typeface="+mj-lt"/>
              </a:defRPr>
            </a:lvl1pPr>
          </a:lstStyle>
          <a:p>
            <a:pPr lvl="0"/>
            <a:r>
              <a:rPr lang="en-US"/>
              <a:t>TITLE</a:t>
            </a:r>
          </a:p>
        </p:txBody>
      </p:sp>
      <p:sp>
        <p:nvSpPr>
          <p:cNvPr id="23" name="Text Placeholder 14">
            <a:extLst>
              <a:ext uri="{FF2B5EF4-FFF2-40B4-BE49-F238E27FC236}">
                <a16:creationId xmlns:a16="http://schemas.microsoft.com/office/drawing/2014/main" id="{2CF143D9-DFAA-8397-428F-40E03C892369}"/>
              </a:ext>
            </a:extLst>
          </p:cNvPr>
          <p:cNvSpPr>
            <a:spLocks noGrp="1"/>
          </p:cNvSpPr>
          <p:nvPr>
            <p:ph type="body" sz="quarter" idx="32" hasCustomPrompt="1"/>
          </p:nvPr>
        </p:nvSpPr>
        <p:spPr>
          <a:xfrm>
            <a:off x="7024122" y="2858726"/>
            <a:ext cx="1475567" cy="689261"/>
          </a:xfrm>
        </p:spPr>
        <p:txBody>
          <a:bodyPr lIns="0" tIns="0" rIns="0" bIns="0">
            <a:noAutofit/>
          </a:bodyPr>
          <a:lstStyle>
            <a:lvl1pPr marL="0" indent="0">
              <a:lnSpc>
                <a:spcPct val="90000"/>
              </a:lnSpc>
              <a:spcBef>
                <a:spcPts val="0"/>
              </a:spcBef>
              <a:buNone/>
              <a:defRPr sz="750">
                <a:solidFill>
                  <a:schemeClr val="bg1"/>
                </a:solidFill>
              </a:defRPr>
            </a:lvl1pPr>
          </a:lstStyle>
          <a:p>
            <a:pPr lvl="0"/>
            <a:r>
              <a:rPr lang="en-US"/>
              <a:t>Text</a:t>
            </a:r>
          </a:p>
        </p:txBody>
      </p:sp>
      <p:sp>
        <p:nvSpPr>
          <p:cNvPr id="27" name="Text Placeholder 6">
            <a:extLst>
              <a:ext uri="{FF2B5EF4-FFF2-40B4-BE49-F238E27FC236}">
                <a16:creationId xmlns:a16="http://schemas.microsoft.com/office/drawing/2014/main" id="{24E2EC6F-DEB8-8525-B911-8FC656E89E1A}"/>
              </a:ext>
            </a:extLst>
          </p:cNvPr>
          <p:cNvSpPr>
            <a:spLocks noGrp="1"/>
          </p:cNvSpPr>
          <p:nvPr>
            <p:ph type="body" sz="quarter" idx="33" hasCustomPrompt="1"/>
          </p:nvPr>
        </p:nvSpPr>
        <p:spPr>
          <a:xfrm>
            <a:off x="6932350" y="2115689"/>
            <a:ext cx="366122" cy="230832"/>
          </a:xfrm>
          <a:prstGeom prst="rect">
            <a:avLst/>
          </a:prstGeom>
        </p:spPr>
        <p:txBody>
          <a:bodyPr lIns="0" tIns="0" rIns="0" bIns="0" anchor="ctr">
            <a:noAutofit/>
          </a:bodyPr>
          <a:lstStyle>
            <a:lvl1pPr marL="0" indent="0" algn="ctr">
              <a:lnSpc>
                <a:spcPct val="70000"/>
              </a:lnSpc>
              <a:spcBef>
                <a:spcPts val="0"/>
              </a:spcBef>
              <a:buNone/>
              <a:defRPr sz="1500">
                <a:solidFill>
                  <a:schemeClr val="accent3"/>
                </a:solidFill>
                <a:latin typeface="+mj-lt"/>
              </a:defRPr>
            </a:lvl1pPr>
          </a:lstStyle>
          <a:p>
            <a:pPr lvl="0"/>
            <a:r>
              <a:rPr lang="en-US"/>
              <a:t>04</a:t>
            </a:r>
          </a:p>
        </p:txBody>
      </p:sp>
      <p:sp>
        <p:nvSpPr>
          <p:cNvPr id="28" name="Oval 27">
            <a:extLst>
              <a:ext uri="{FF2B5EF4-FFF2-40B4-BE49-F238E27FC236}">
                <a16:creationId xmlns:a16="http://schemas.microsoft.com/office/drawing/2014/main" id="{9F1DF6A0-D1FE-0002-B2BB-6B713B8B937B}"/>
              </a:ext>
            </a:extLst>
          </p:cNvPr>
          <p:cNvSpPr/>
          <p:nvPr userDrawn="1"/>
        </p:nvSpPr>
        <p:spPr>
          <a:xfrm>
            <a:off x="7068027" y="2431229"/>
            <a:ext cx="94589" cy="94589"/>
          </a:xfrm>
          <a:prstGeom prst="ellipse">
            <a:avLst/>
          </a:prstGeom>
          <a:solidFill>
            <a:srgbClr val="E7E696"/>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20000"/>
              </a:lnSpc>
              <a:spcBef>
                <a:spcPts val="0"/>
              </a:spcBef>
              <a:spcAft>
                <a:spcPts val="0"/>
              </a:spcAft>
              <a:buClrTx/>
              <a:buSzTx/>
              <a:buFontTx/>
              <a:buNone/>
              <a:tabLst/>
            </a:pPr>
            <a:endParaRPr kumimoji="0" lang="en-US" sz="3000" b="0" i="0" u="none" strike="noStrike" cap="all" spc="0" normalizeH="0" baseline="0">
              <a:ln>
                <a:noFill/>
              </a:ln>
              <a:solidFill>
                <a:srgbClr val="FFFFFF"/>
              </a:solidFill>
              <a:effectLst/>
              <a:uFillTx/>
              <a:latin typeface="Proxima Nova Extrabold"/>
              <a:ea typeface="Proxima Nova Extrabold"/>
              <a:cs typeface="Proxima Nova Extrabold"/>
              <a:sym typeface="Proxima Nova Extrabold"/>
            </a:endParaRPr>
          </a:p>
        </p:txBody>
      </p:sp>
      <p:sp>
        <p:nvSpPr>
          <p:cNvPr id="2" name="01">
            <a:extLst>
              <a:ext uri="{FF2B5EF4-FFF2-40B4-BE49-F238E27FC236}">
                <a16:creationId xmlns:a16="http://schemas.microsoft.com/office/drawing/2014/main" id="{F07B8953-C207-AED7-AC81-0193AAB703B9}"/>
              </a:ext>
            </a:extLst>
          </p:cNvPr>
          <p:cNvSpPr txBox="1"/>
          <p:nvPr userDrawn="1"/>
        </p:nvSpPr>
        <p:spPr>
          <a:xfrm>
            <a:off x="291417" y="2083066"/>
            <a:ext cx="141065" cy="23083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nchor="ctr">
            <a:spAutoFit/>
          </a:bodyPr>
          <a:lstStyle>
            <a:lvl1pPr algn="ctr">
              <a:spcBef>
                <a:spcPts val="0"/>
              </a:spcBef>
              <a:defRPr sz="4000" cap="all">
                <a:solidFill>
                  <a:srgbClr val="E7E696"/>
                </a:solidFill>
                <a:latin typeface="+mj-lt"/>
                <a:ea typeface="+mj-ea"/>
                <a:cs typeface="+mj-cs"/>
                <a:sym typeface="Barlow Condensed Bold"/>
              </a:defRPr>
            </a:lvl1pPr>
          </a:lstStyle>
          <a:p>
            <a:r>
              <a:rPr sz="1500">
                <a:solidFill>
                  <a:schemeClr val="accent3"/>
                </a:solidFill>
              </a:rPr>
              <a:t>01</a:t>
            </a:r>
          </a:p>
        </p:txBody>
      </p:sp>
      <p:sp>
        <p:nvSpPr>
          <p:cNvPr id="4" name="02">
            <a:extLst>
              <a:ext uri="{FF2B5EF4-FFF2-40B4-BE49-F238E27FC236}">
                <a16:creationId xmlns:a16="http://schemas.microsoft.com/office/drawing/2014/main" id="{A9D78AA8-D39F-7146-22AE-A8F27A40A3CF}"/>
              </a:ext>
            </a:extLst>
          </p:cNvPr>
          <p:cNvSpPr txBox="1"/>
          <p:nvPr userDrawn="1"/>
        </p:nvSpPr>
        <p:spPr>
          <a:xfrm>
            <a:off x="2508836" y="2083066"/>
            <a:ext cx="171522" cy="23083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nchor="ctr">
            <a:spAutoFit/>
          </a:bodyPr>
          <a:lstStyle>
            <a:lvl1pPr algn="ctr">
              <a:spcBef>
                <a:spcPts val="0"/>
              </a:spcBef>
              <a:defRPr sz="4000" cap="all">
                <a:solidFill>
                  <a:srgbClr val="E7E696"/>
                </a:solidFill>
                <a:latin typeface="+mj-lt"/>
                <a:ea typeface="+mj-ea"/>
                <a:cs typeface="+mj-cs"/>
                <a:sym typeface="Barlow Condensed Bold"/>
              </a:defRPr>
            </a:lvl1pPr>
          </a:lstStyle>
          <a:p>
            <a:r>
              <a:rPr sz="1500">
                <a:solidFill>
                  <a:schemeClr val="accent3"/>
                </a:solidFill>
              </a:rPr>
              <a:t>02</a:t>
            </a:r>
          </a:p>
        </p:txBody>
      </p:sp>
      <p:sp>
        <p:nvSpPr>
          <p:cNvPr id="14" name="Text Placeholder 14">
            <a:extLst>
              <a:ext uri="{FF2B5EF4-FFF2-40B4-BE49-F238E27FC236}">
                <a16:creationId xmlns:a16="http://schemas.microsoft.com/office/drawing/2014/main" id="{E190687B-1F01-DB8D-4DA2-7C976BB05320}"/>
              </a:ext>
            </a:extLst>
          </p:cNvPr>
          <p:cNvSpPr>
            <a:spLocks noGrp="1"/>
          </p:cNvSpPr>
          <p:nvPr>
            <p:ph type="body" sz="quarter" idx="34" hasCustomPrompt="1"/>
          </p:nvPr>
        </p:nvSpPr>
        <p:spPr>
          <a:xfrm>
            <a:off x="305751" y="2858726"/>
            <a:ext cx="1475567" cy="689261"/>
          </a:xfrm>
        </p:spPr>
        <p:txBody>
          <a:bodyPr lIns="0" tIns="0" rIns="0" bIns="0">
            <a:noAutofit/>
          </a:bodyPr>
          <a:lstStyle>
            <a:lvl1pPr marL="0" indent="0">
              <a:lnSpc>
                <a:spcPct val="90000"/>
              </a:lnSpc>
              <a:spcBef>
                <a:spcPts val="0"/>
              </a:spcBef>
              <a:buNone/>
              <a:defRPr sz="750">
                <a:solidFill>
                  <a:schemeClr val="bg1"/>
                </a:solidFill>
              </a:defRPr>
            </a:lvl1pPr>
          </a:lstStyle>
          <a:p>
            <a:pPr lvl="0"/>
            <a:r>
              <a:rPr lang="en-US"/>
              <a:t>Text</a:t>
            </a:r>
          </a:p>
        </p:txBody>
      </p:sp>
      <p:sp>
        <p:nvSpPr>
          <p:cNvPr id="18" name="Text Placeholder 6">
            <a:extLst>
              <a:ext uri="{FF2B5EF4-FFF2-40B4-BE49-F238E27FC236}">
                <a16:creationId xmlns:a16="http://schemas.microsoft.com/office/drawing/2014/main" id="{149DE059-AFD1-5994-32BE-3C65A447354F}"/>
              </a:ext>
            </a:extLst>
          </p:cNvPr>
          <p:cNvSpPr>
            <a:spLocks noGrp="1"/>
          </p:cNvSpPr>
          <p:nvPr>
            <p:ph type="body" sz="quarter" idx="35" hasCustomPrompt="1"/>
          </p:nvPr>
        </p:nvSpPr>
        <p:spPr>
          <a:xfrm>
            <a:off x="2500313" y="2550177"/>
            <a:ext cx="1468489" cy="230832"/>
          </a:xfrm>
          <a:prstGeom prst="rect">
            <a:avLst/>
          </a:prstGeom>
        </p:spPr>
        <p:txBody>
          <a:bodyPr lIns="0" tIns="0" rIns="0" bIns="0" anchor="b">
            <a:noAutofit/>
          </a:bodyPr>
          <a:lstStyle>
            <a:lvl1pPr marL="0" indent="0">
              <a:lnSpc>
                <a:spcPct val="70000"/>
              </a:lnSpc>
              <a:spcBef>
                <a:spcPts val="0"/>
              </a:spcBef>
              <a:buNone/>
              <a:defRPr sz="900">
                <a:solidFill>
                  <a:schemeClr val="bg1"/>
                </a:solidFill>
                <a:latin typeface="+mj-lt"/>
              </a:defRPr>
            </a:lvl1pPr>
          </a:lstStyle>
          <a:p>
            <a:pPr lvl="0"/>
            <a:r>
              <a:rPr lang="en-US"/>
              <a:t>TITLE</a:t>
            </a:r>
          </a:p>
        </p:txBody>
      </p:sp>
      <p:sp>
        <p:nvSpPr>
          <p:cNvPr id="19" name="Text Placeholder 14">
            <a:extLst>
              <a:ext uri="{FF2B5EF4-FFF2-40B4-BE49-F238E27FC236}">
                <a16:creationId xmlns:a16="http://schemas.microsoft.com/office/drawing/2014/main" id="{7EDDD56F-76F7-4040-C85B-A353F26DAB32}"/>
              </a:ext>
            </a:extLst>
          </p:cNvPr>
          <p:cNvSpPr>
            <a:spLocks noGrp="1"/>
          </p:cNvSpPr>
          <p:nvPr>
            <p:ph type="body" sz="quarter" idx="36" hasCustomPrompt="1"/>
          </p:nvPr>
        </p:nvSpPr>
        <p:spPr>
          <a:xfrm>
            <a:off x="2493235" y="2858726"/>
            <a:ext cx="1475567" cy="689261"/>
          </a:xfrm>
        </p:spPr>
        <p:txBody>
          <a:bodyPr lIns="0" tIns="0" rIns="0" bIns="0">
            <a:noAutofit/>
          </a:bodyPr>
          <a:lstStyle>
            <a:lvl1pPr marL="0" indent="0">
              <a:lnSpc>
                <a:spcPct val="90000"/>
              </a:lnSpc>
              <a:spcBef>
                <a:spcPts val="0"/>
              </a:spcBef>
              <a:buNone/>
              <a:defRPr sz="750">
                <a:solidFill>
                  <a:schemeClr val="bg1"/>
                </a:solidFill>
              </a:defRPr>
            </a:lvl1pPr>
          </a:lstStyle>
          <a:p>
            <a:pPr lvl="0"/>
            <a:r>
              <a:rPr lang="en-US"/>
              <a:t>Text</a:t>
            </a:r>
          </a:p>
        </p:txBody>
      </p:sp>
      <p:sp>
        <p:nvSpPr>
          <p:cNvPr id="21" name="Text Placeholder 6">
            <a:extLst>
              <a:ext uri="{FF2B5EF4-FFF2-40B4-BE49-F238E27FC236}">
                <a16:creationId xmlns:a16="http://schemas.microsoft.com/office/drawing/2014/main" id="{BEB0378A-F404-A542-D2CE-0A4EEE3A7732}"/>
              </a:ext>
            </a:extLst>
          </p:cNvPr>
          <p:cNvSpPr>
            <a:spLocks noGrp="1"/>
          </p:cNvSpPr>
          <p:nvPr>
            <p:ph type="body" sz="quarter" idx="37" hasCustomPrompt="1"/>
          </p:nvPr>
        </p:nvSpPr>
        <p:spPr>
          <a:xfrm>
            <a:off x="4773592" y="2550177"/>
            <a:ext cx="1468489" cy="230832"/>
          </a:xfrm>
          <a:prstGeom prst="rect">
            <a:avLst/>
          </a:prstGeom>
        </p:spPr>
        <p:txBody>
          <a:bodyPr lIns="0" tIns="0" rIns="0" bIns="0" anchor="b">
            <a:noAutofit/>
          </a:bodyPr>
          <a:lstStyle>
            <a:lvl1pPr marL="0" indent="0">
              <a:lnSpc>
                <a:spcPct val="70000"/>
              </a:lnSpc>
              <a:spcBef>
                <a:spcPts val="0"/>
              </a:spcBef>
              <a:buNone/>
              <a:defRPr sz="900">
                <a:solidFill>
                  <a:schemeClr val="bg1"/>
                </a:solidFill>
                <a:latin typeface="+mj-lt"/>
              </a:defRPr>
            </a:lvl1pPr>
          </a:lstStyle>
          <a:p>
            <a:pPr lvl="0"/>
            <a:r>
              <a:rPr lang="en-US"/>
              <a:t>TITLE</a:t>
            </a:r>
          </a:p>
        </p:txBody>
      </p:sp>
      <p:sp>
        <p:nvSpPr>
          <p:cNvPr id="36" name="Text Placeholder 14">
            <a:extLst>
              <a:ext uri="{FF2B5EF4-FFF2-40B4-BE49-F238E27FC236}">
                <a16:creationId xmlns:a16="http://schemas.microsoft.com/office/drawing/2014/main" id="{171EF118-7DCA-F167-6E85-2BEB6A553FD9}"/>
              </a:ext>
            </a:extLst>
          </p:cNvPr>
          <p:cNvSpPr>
            <a:spLocks noGrp="1"/>
          </p:cNvSpPr>
          <p:nvPr>
            <p:ph type="body" sz="quarter" idx="38" hasCustomPrompt="1"/>
          </p:nvPr>
        </p:nvSpPr>
        <p:spPr>
          <a:xfrm>
            <a:off x="4766514" y="2858726"/>
            <a:ext cx="1475567" cy="689261"/>
          </a:xfrm>
        </p:spPr>
        <p:txBody>
          <a:bodyPr lIns="0" tIns="0" rIns="0" bIns="0">
            <a:noAutofit/>
          </a:bodyPr>
          <a:lstStyle>
            <a:lvl1pPr marL="0" indent="0">
              <a:lnSpc>
                <a:spcPct val="90000"/>
              </a:lnSpc>
              <a:spcBef>
                <a:spcPts val="0"/>
              </a:spcBef>
              <a:buNone/>
              <a:defRPr sz="750">
                <a:solidFill>
                  <a:schemeClr val="bg1"/>
                </a:solidFill>
              </a:defRPr>
            </a:lvl1pPr>
          </a:lstStyle>
          <a:p>
            <a:pPr lvl="0"/>
            <a:r>
              <a:rPr lang="en-US"/>
              <a:t>Text</a:t>
            </a:r>
          </a:p>
        </p:txBody>
      </p:sp>
    </p:spTree>
    <p:extLst>
      <p:ext uri="{BB962C8B-B14F-4D97-AF65-F5344CB8AC3E}">
        <p14:creationId xmlns:p14="http://schemas.microsoft.com/office/powerpoint/2010/main" val="1816264201"/>
      </p:ext>
    </p:extLst>
  </p:cSld>
  <p:clrMapOvr>
    <a:masterClrMapping/>
  </p:clrMapOvr>
  <p:transition spd="med"/>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Process 2">
    <p:bg>
      <p:bgPr>
        <a:solidFill>
          <a:srgbClr val="730B39"/>
        </a:solidFill>
        <a:effectLst/>
      </p:bgPr>
    </p:bg>
    <p:spTree>
      <p:nvGrpSpPr>
        <p:cNvPr id="1" name=""/>
        <p:cNvGrpSpPr/>
        <p:nvPr/>
      </p:nvGrpSpPr>
      <p:grpSpPr>
        <a:xfrm>
          <a:off x="0" y="0"/>
          <a:ext cx="0" cy="0"/>
          <a:chOff x="0" y="0"/>
          <a:chExt cx="0" cy="0"/>
        </a:xfrm>
      </p:grpSpPr>
      <p:sp>
        <p:nvSpPr>
          <p:cNvPr id="66" name="Slide Number"/>
          <p:cNvSpPr txBox="1">
            <a:spLocks noGrp="1"/>
          </p:cNvSpPr>
          <p:nvPr>
            <p:ph type="sldNum" sz="quarter" idx="2"/>
          </p:nvPr>
        </p:nvSpPr>
        <p:spPr>
          <a:prstGeom prst="rect">
            <a:avLst/>
          </a:prstGeom>
        </p:spPr>
        <p:txBody>
          <a:bodyPr/>
          <a:lstStyle>
            <a:lvl1pPr>
              <a:defRPr>
                <a:solidFill>
                  <a:schemeClr val="bg1"/>
                </a:solidFill>
              </a:defRPr>
            </a:lvl1pPr>
          </a:lstStyle>
          <a:p>
            <a:fld id="{86CB4B4D-7CA3-9044-876B-883B54F8677D}" type="slidenum">
              <a:rPr lang="en-GB" smtClean="0"/>
              <a:pPr/>
              <a:t>‹#›</a:t>
            </a:fld>
            <a:endParaRPr lang="en-GB"/>
          </a:p>
        </p:txBody>
      </p:sp>
      <p:pic>
        <p:nvPicPr>
          <p:cNvPr id="15" name="CGC logo white.png" descr="CGC logo white.png">
            <a:extLst>
              <a:ext uri="{FF2B5EF4-FFF2-40B4-BE49-F238E27FC236}">
                <a16:creationId xmlns:a16="http://schemas.microsoft.com/office/drawing/2014/main" id="{D935F029-D9A4-B9A6-51F4-12FA11B2A4EA}"/>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85750" y="285750"/>
            <a:ext cx="1152091" cy="199818"/>
          </a:xfrm>
          <a:prstGeom prst="rect">
            <a:avLst/>
          </a:prstGeom>
          <a:ln w="12700">
            <a:miter lim="400000"/>
          </a:ln>
        </p:spPr>
      </p:pic>
      <p:sp>
        <p:nvSpPr>
          <p:cNvPr id="13" name="Text Placeholder 6">
            <a:extLst>
              <a:ext uri="{FF2B5EF4-FFF2-40B4-BE49-F238E27FC236}">
                <a16:creationId xmlns:a16="http://schemas.microsoft.com/office/drawing/2014/main" id="{07715A5E-1780-4BBA-855B-DF0756C0AFF8}"/>
              </a:ext>
            </a:extLst>
          </p:cNvPr>
          <p:cNvSpPr>
            <a:spLocks noGrp="1"/>
          </p:cNvSpPr>
          <p:nvPr>
            <p:ph type="body" sz="quarter" idx="22" hasCustomPrompt="1"/>
          </p:nvPr>
        </p:nvSpPr>
        <p:spPr>
          <a:xfrm>
            <a:off x="4599434" y="2054781"/>
            <a:ext cx="1468489" cy="230832"/>
          </a:xfrm>
          <a:prstGeom prst="rect">
            <a:avLst/>
          </a:prstGeom>
        </p:spPr>
        <p:txBody>
          <a:bodyPr lIns="0" tIns="0" rIns="0" bIns="0" anchor="b">
            <a:noAutofit/>
          </a:bodyPr>
          <a:lstStyle>
            <a:lvl1pPr marL="0" indent="0">
              <a:lnSpc>
                <a:spcPct val="70000"/>
              </a:lnSpc>
              <a:spcBef>
                <a:spcPts val="0"/>
              </a:spcBef>
              <a:buNone/>
              <a:defRPr sz="900">
                <a:solidFill>
                  <a:schemeClr val="bg1"/>
                </a:solidFill>
                <a:latin typeface="+mj-lt"/>
              </a:defRPr>
            </a:lvl1pPr>
          </a:lstStyle>
          <a:p>
            <a:pPr lvl="0"/>
            <a:r>
              <a:rPr lang="en-US"/>
              <a:t>TITLE</a:t>
            </a:r>
          </a:p>
        </p:txBody>
      </p:sp>
      <p:sp>
        <p:nvSpPr>
          <p:cNvPr id="14" name="Text Placeholder 14">
            <a:extLst>
              <a:ext uri="{FF2B5EF4-FFF2-40B4-BE49-F238E27FC236}">
                <a16:creationId xmlns:a16="http://schemas.microsoft.com/office/drawing/2014/main" id="{BAC5CEC9-0196-95DA-BABC-391F81DB3F30}"/>
              </a:ext>
            </a:extLst>
          </p:cNvPr>
          <p:cNvSpPr>
            <a:spLocks noGrp="1"/>
          </p:cNvSpPr>
          <p:nvPr>
            <p:ph type="body" sz="quarter" idx="23" hasCustomPrompt="1"/>
          </p:nvPr>
        </p:nvSpPr>
        <p:spPr>
          <a:xfrm>
            <a:off x="4596960" y="2355017"/>
            <a:ext cx="1468490" cy="689261"/>
          </a:xfrm>
        </p:spPr>
        <p:txBody>
          <a:bodyPr lIns="0" tIns="0" rIns="0" bIns="0">
            <a:noAutofit/>
          </a:bodyPr>
          <a:lstStyle>
            <a:lvl1pPr marL="0" indent="0">
              <a:lnSpc>
                <a:spcPct val="90000"/>
              </a:lnSpc>
              <a:spcBef>
                <a:spcPts val="0"/>
              </a:spcBef>
              <a:buNone/>
              <a:defRPr sz="750">
                <a:solidFill>
                  <a:schemeClr val="bg1"/>
                </a:solidFill>
              </a:defRPr>
            </a:lvl1pPr>
          </a:lstStyle>
          <a:p>
            <a:pPr lvl="0"/>
            <a:r>
              <a:rPr lang="en-US"/>
              <a:t>Text</a:t>
            </a:r>
          </a:p>
        </p:txBody>
      </p:sp>
      <p:sp>
        <p:nvSpPr>
          <p:cNvPr id="18" name="Text Placeholder 6">
            <a:extLst>
              <a:ext uri="{FF2B5EF4-FFF2-40B4-BE49-F238E27FC236}">
                <a16:creationId xmlns:a16="http://schemas.microsoft.com/office/drawing/2014/main" id="{B16CBDB4-B107-FFDA-0E0B-555BC976D3CC}"/>
              </a:ext>
            </a:extLst>
          </p:cNvPr>
          <p:cNvSpPr>
            <a:spLocks noGrp="1"/>
          </p:cNvSpPr>
          <p:nvPr>
            <p:ph type="body" sz="quarter" idx="24" hasCustomPrompt="1"/>
          </p:nvPr>
        </p:nvSpPr>
        <p:spPr>
          <a:xfrm>
            <a:off x="4597330" y="874788"/>
            <a:ext cx="1262296" cy="1330399"/>
          </a:xfrm>
          <a:prstGeom prst="rect">
            <a:avLst/>
          </a:prstGeom>
        </p:spPr>
        <p:txBody>
          <a:bodyPr lIns="0" tIns="0" rIns="0" bIns="0" anchor="b">
            <a:noAutofit/>
          </a:bodyPr>
          <a:lstStyle>
            <a:lvl1pPr marL="0" indent="0">
              <a:lnSpc>
                <a:spcPct val="70000"/>
              </a:lnSpc>
              <a:spcBef>
                <a:spcPts val="0"/>
              </a:spcBef>
              <a:buNone/>
              <a:defRPr sz="9000">
                <a:solidFill>
                  <a:schemeClr val="accent3"/>
                </a:solidFill>
                <a:latin typeface="+mj-lt"/>
              </a:defRPr>
            </a:lvl1pPr>
          </a:lstStyle>
          <a:p>
            <a:pPr lvl="0"/>
            <a:r>
              <a:rPr lang="en-US"/>
              <a:t>01</a:t>
            </a:r>
          </a:p>
        </p:txBody>
      </p:sp>
      <p:sp>
        <p:nvSpPr>
          <p:cNvPr id="19" name="Text Placeholder 6">
            <a:extLst>
              <a:ext uri="{FF2B5EF4-FFF2-40B4-BE49-F238E27FC236}">
                <a16:creationId xmlns:a16="http://schemas.microsoft.com/office/drawing/2014/main" id="{A8895A87-1CCF-68DE-69D9-56F62DAF4E7F}"/>
              </a:ext>
            </a:extLst>
          </p:cNvPr>
          <p:cNvSpPr>
            <a:spLocks noGrp="1"/>
          </p:cNvSpPr>
          <p:nvPr>
            <p:ph type="body" sz="quarter" idx="25" hasCustomPrompt="1"/>
          </p:nvPr>
        </p:nvSpPr>
        <p:spPr>
          <a:xfrm>
            <a:off x="6819317" y="2054781"/>
            <a:ext cx="1468489" cy="230832"/>
          </a:xfrm>
          <a:prstGeom prst="rect">
            <a:avLst/>
          </a:prstGeom>
        </p:spPr>
        <p:txBody>
          <a:bodyPr lIns="0" tIns="0" rIns="0" bIns="0" anchor="b">
            <a:noAutofit/>
          </a:bodyPr>
          <a:lstStyle>
            <a:lvl1pPr marL="0" indent="0">
              <a:lnSpc>
                <a:spcPct val="70000"/>
              </a:lnSpc>
              <a:spcBef>
                <a:spcPts val="0"/>
              </a:spcBef>
              <a:buNone/>
              <a:defRPr sz="900">
                <a:solidFill>
                  <a:schemeClr val="bg1"/>
                </a:solidFill>
                <a:latin typeface="+mj-lt"/>
              </a:defRPr>
            </a:lvl1pPr>
          </a:lstStyle>
          <a:p>
            <a:pPr lvl="0"/>
            <a:r>
              <a:rPr lang="en-US"/>
              <a:t>TITLE</a:t>
            </a:r>
          </a:p>
        </p:txBody>
      </p:sp>
      <p:sp>
        <p:nvSpPr>
          <p:cNvPr id="21" name="Text Placeholder 14">
            <a:extLst>
              <a:ext uri="{FF2B5EF4-FFF2-40B4-BE49-F238E27FC236}">
                <a16:creationId xmlns:a16="http://schemas.microsoft.com/office/drawing/2014/main" id="{42257BB8-15EB-2909-3A00-0CD2A28FEBBE}"/>
              </a:ext>
            </a:extLst>
          </p:cNvPr>
          <p:cNvSpPr>
            <a:spLocks noGrp="1"/>
          </p:cNvSpPr>
          <p:nvPr>
            <p:ph type="body" sz="quarter" idx="26" hasCustomPrompt="1"/>
          </p:nvPr>
        </p:nvSpPr>
        <p:spPr>
          <a:xfrm>
            <a:off x="6822292" y="2355017"/>
            <a:ext cx="1468490" cy="689261"/>
          </a:xfrm>
        </p:spPr>
        <p:txBody>
          <a:bodyPr lIns="0" tIns="0" rIns="0" bIns="0">
            <a:noAutofit/>
          </a:bodyPr>
          <a:lstStyle>
            <a:lvl1pPr marL="0" indent="0">
              <a:lnSpc>
                <a:spcPct val="90000"/>
              </a:lnSpc>
              <a:spcBef>
                <a:spcPts val="0"/>
              </a:spcBef>
              <a:buNone/>
              <a:defRPr sz="750">
                <a:solidFill>
                  <a:schemeClr val="bg1"/>
                </a:solidFill>
              </a:defRPr>
            </a:lvl1pPr>
          </a:lstStyle>
          <a:p>
            <a:pPr lvl="0"/>
            <a:r>
              <a:rPr lang="en-US"/>
              <a:t>Text</a:t>
            </a:r>
          </a:p>
        </p:txBody>
      </p:sp>
      <p:sp>
        <p:nvSpPr>
          <p:cNvPr id="36" name="Text Placeholder 6">
            <a:extLst>
              <a:ext uri="{FF2B5EF4-FFF2-40B4-BE49-F238E27FC236}">
                <a16:creationId xmlns:a16="http://schemas.microsoft.com/office/drawing/2014/main" id="{D0818EC9-1543-3A7B-FB71-2BD74A4567C6}"/>
              </a:ext>
            </a:extLst>
          </p:cNvPr>
          <p:cNvSpPr>
            <a:spLocks noGrp="1"/>
          </p:cNvSpPr>
          <p:nvPr>
            <p:ph type="body" sz="quarter" idx="27" hasCustomPrompt="1"/>
          </p:nvPr>
        </p:nvSpPr>
        <p:spPr>
          <a:xfrm>
            <a:off x="6817215" y="874788"/>
            <a:ext cx="1262297" cy="1330399"/>
          </a:xfrm>
          <a:prstGeom prst="rect">
            <a:avLst/>
          </a:prstGeom>
        </p:spPr>
        <p:txBody>
          <a:bodyPr lIns="0" tIns="0" rIns="0" bIns="0" anchor="b">
            <a:noAutofit/>
          </a:bodyPr>
          <a:lstStyle>
            <a:lvl1pPr marL="0" indent="0">
              <a:lnSpc>
                <a:spcPct val="70000"/>
              </a:lnSpc>
              <a:spcBef>
                <a:spcPts val="0"/>
              </a:spcBef>
              <a:buNone/>
              <a:defRPr sz="9000">
                <a:solidFill>
                  <a:schemeClr val="accent3"/>
                </a:solidFill>
                <a:latin typeface="+mj-lt"/>
              </a:defRPr>
            </a:lvl1pPr>
          </a:lstStyle>
          <a:p>
            <a:pPr lvl="0"/>
            <a:r>
              <a:rPr lang="en-US"/>
              <a:t>02</a:t>
            </a:r>
          </a:p>
        </p:txBody>
      </p:sp>
      <p:sp>
        <p:nvSpPr>
          <p:cNvPr id="2" name="Text Placeholder 6">
            <a:extLst>
              <a:ext uri="{FF2B5EF4-FFF2-40B4-BE49-F238E27FC236}">
                <a16:creationId xmlns:a16="http://schemas.microsoft.com/office/drawing/2014/main" id="{B7D510DF-812A-B1FF-C28C-86FA924328BA}"/>
              </a:ext>
            </a:extLst>
          </p:cNvPr>
          <p:cNvSpPr>
            <a:spLocks noGrp="1"/>
          </p:cNvSpPr>
          <p:nvPr>
            <p:ph type="body" sz="quarter" idx="28" hasCustomPrompt="1"/>
          </p:nvPr>
        </p:nvSpPr>
        <p:spPr>
          <a:xfrm>
            <a:off x="4599434" y="3945056"/>
            <a:ext cx="1468489" cy="230832"/>
          </a:xfrm>
          <a:prstGeom prst="rect">
            <a:avLst/>
          </a:prstGeom>
        </p:spPr>
        <p:txBody>
          <a:bodyPr lIns="0" tIns="0" rIns="0" bIns="0" anchor="b">
            <a:noAutofit/>
          </a:bodyPr>
          <a:lstStyle>
            <a:lvl1pPr marL="0" indent="0">
              <a:lnSpc>
                <a:spcPct val="70000"/>
              </a:lnSpc>
              <a:spcBef>
                <a:spcPts val="0"/>
              </a:spcBef>
              <a:buNone/>
              <a:defRPr sz="900">
                <a:solidFill>
                  <a:schemeClr val="bg1"/>
                </a:solidFill>
                <a:latin typeface="+mj-lt"/>
              </a:defRPr>
            </a:lvl1pPr>
          </a:lstStyle>
          <a:p>
            <a:pPr lvl="0"/>
            <a:r>
              <a:rPr lang="en-US"/>
              <a:t>TITLE</a:t>
            </a:r>
          </a:p>
        </p:txBody>
      </p:sp>
      <p:sp>
        <p:nvSpPr>
          <p:cNvPr id="3" name="Text Placeholder 14">
            <a:extLst>
              <a:ext uri="{FF2B5EF4-FFF2-40B4-BE49-F238E27FC236}">
                <a16:creationId xmlns:a16="http://schemas.microsoft.com/office/drawing/2014/main" id="{65CF8744-4BF9-207F-65DC-7E76EC954ACF}"/>
              </a:ext>
            </a:extLst>
          </p:cNvPr>
          <p:cNvSpPr>
            <a:spLocks noGrp="1"/>
          </p:cNvSpPr>
          <p:nvPr>
            <p:ph type="body" sz="quarter" idx="29" hasCustomPrompt="1"/>
          </p:nvPr>
        </p:nvSpPr>
        <p:spPr>
          <a:xfrm>
            <a:off x="4601630" y="4253604"/>
            <a:ext cx="1468490" cy="689261"/>
          </a:xfrm>
        </p:spPr>
        <p:txBody>
          <a:bodyPr lIns="0" tIns="0" rIns="0" bIns="0">
            <a:noAutofit/>
          </a:bodyPr>
          <a:lstStyle>
            <a:lvl1pPr marL="0" indent="0">
              <a:lnSpc>
                <a:spcPct val="90000"/>
              </a:lnSpc>
              <a:spcBef>
                <a:spcPts val="0"/>
              </a:spcBef>
              <a:buNone/>
              <a:defRPr sz="750">
                <a:solidFill>
                  <a:schemeClr val="bg1"/>
                </a:solidFill>
              </a:defRPr>
            </a:lvl1pPr>
          </a:lstStyle>
          <a:p>
            <a:pPr lvl="0"/>
            <a:r>
              <a:rPr lang="en-US"/>
              <a:t>Text</a:t>
            </a:r>
          </a:p>
        </p:txBody>
      </p:sp>
      <p:sp>
        <p:nvSpPr>
          <p:cNvPr id="4" name="Text Placeholder 6">
            <a:extLst>
              <a:ext uri="{FF2B5EF4-FFF2-40B4-BE49-F238E27FC236}">
                <a16:creationId xmlns:a16="http://schemas.microsoft.com/office/drawing/2014/main" id="{8FC9CA70-2DB8-E3E6-F75F-3F2E3F7E2B14}"/>
              </a:ext>
            </a:extLst>
          </p:cNvPr>
          <p:cNvSpPr>
            <a:spLocks noGrp="1"/>
          </p:cNvSpPr>
          <p:nvPr>
            <p:ph type="body" sz="quarter" idx="30" hasCustomPrompt="1"/>
          </p:nvPr>
        </p:nvSpPr>
        <p:spPr>
          <a:xfrm>
            <a:off x="4597330" y="2765063"/>
            <a:ext cx="1262296" cy="1330399"/>
          </a:xfrm>
          <a:prstGeom prst="rect">
            <a:avLst/>
          </a:prstGeom>
        </p:spPr>
        <p:txBody>
          <a:bodyPr lIns="0" tIns="0" rIns="0" bIns="0" anchor="b">
            <a:noAutofit/>
          </a:bodyPr>
          <a:lstStyle>
            <a:lvl1pPr marL="0" indent="0">
              <a:lnSpc>
                <a:spcPct val="70000"/>
              </a:lnSpc>
              <a:spcBef>
                <a:spcPts val="0"/>
              </a:spcBef>
              <a:buNone/>
              <a:defRPr sz="9000">
                <a:solidFill>
                  <a:schemeClr val="accent3"/>
                </a:solidFill>
                <a:latin typeface="+mj-lt"/>
              </a:defRPr>
            </a:lvl1pPr>
          </a:lstStyle>
          <a:p>
            <a:pPr lvl="0"/>
            <a:r>
              <a:rPr lang="en-US"/>
              <a:t>03</a:t>
            </a:r>
          </a:p>
        </p:txBody>
      </p:sp>
      <p:sp>
        <p:nvSpPr>
          <p:cNvPr id="6" name="Text Placeholder 6">
            <a:extLst>
              <a:ext uri="{FF2B5EF4-FFF2-40B4-BE49-F238E27FC236}">
                <a16:creationId xmlns:a16="http://schemas.microsoft.com/office/drawing/2014/main" id="{E60331E3-AE72-7DFB-D280-927B3C6E2CC5}"/>
              </a:ext>
            </a:extLst>
          </p:cNvPr>
          <p:cNvSpPr>
            <a:spLocks noGrp="1"/>
          </p:cNvSpPr>
          <p:nvPr>
            <p:ph type="body" sz="quarter" idx="31" hasCustomPrompt="1"/>
          </p:nvPr>
        </p:nvSpPr>
        <p:spPr>
          <a:xfrm>
            <a:off x="6835945" y="3945056"/>
            <a:ext cx="1468489" cy="230832"/>
          </a:xfrm>
          <a:prstGeom prst="rect">
            <a:avLst/>
          </a:prstGeom>
        </p:spPr>
        <p:txBody>
          <a:bodyPr lIns="0" tIns="0" rIns="0" bIns="0" anchor="b">
            <a:noAutofit/>
          </a:bodyPr>
          <a:lstStyle>
            <a:lvl1pPr marL="0" indent="0">
              <a:lnSpc>
                <a:spcPct val="70000"/>
              </a:lnSpc>
              <a:spcBef>
                <a:spcPts val="0"/>
              </a:spcBef>
              <a:buNone/>
              <a:defRPr sz="900">
                <a:solidFill>
                  <a:schemeClr val="bg1"/>
                </a:solidFill>
                <a:latin typeface="+mj-lt"/>
              </a:defRPr>
            </a:lvl1pPr>
          </a:lstStyle>
          <a:p>
            <a:pPr lvl="0"/>
            <a:r>
              <a:rPr lang="en-US"/>
              <a:t>TITLE</a:t>
            </a:r>
          </a:p>
        </p:txBody>
      </p:sp>
      <p:sp>
        <p:nvSpPr>
          <p:cNvPr id="7" name="Text Placeholder 14">
            <a:extLst>
              <a:ext uri="{FF2B5EF4-FFF2-40B4-BE49-F238E27FC236}">
                <a16:creationId xmlns:a16="http://schemas.microsoft.com/office/drawing/2014/main" id="{901C35B0-9D94-5E65-B784-C8F5724F9B94}"/>
              </a:ext>
            </a:extLst>
          </p:cNvPr>
          <p:cNvSpPr>
            <a:spLocks noGrp="1"/>
          </p:cNvSpPr>
          <p:nvPr>
            <p:ph type="body" sz="quarter" idx="32" hasCustomPrompt="1"/>
          </p:nvPr>
        </p:nvSpPr>
        <p:spPr>
          <a:xfrm>
            <a:off x="6838141" y="4253603"/>
            <a:ext cx="1468490" cy="689261"/>
          </a:xfrm>
        </p:spPr>
        <p:txBody>
          <a:bodyPr lIns="0" tIns="0" rIns="0" bIns="0">
            <a:noAutofit/>
          </a:bodyPr>
          <a:lstStyle>
            <a:lvl1pPr marL="0" indent="0">
              <a:lnSpc>
                <a:spcPct val="90000"/>
              </a:lnSpc>
              <a:spcBef>
                <a:spcPts val="0"/>
              </a:spcBef>
              <a:buNone/>
              <a:defRPr sz="750">
                <a:solidFill>
                  <a:schemeClr val="bg1"/>
                </a:solidFill>
              </a:defRPr>
            </a:lvl1pPr>
          </a:lstStyle>
          <a:p>
            <a:pPr lvl="0"/>
            <a:r>
              <a:rPr lang="en-US"/>
              <a:t>Text</a:t>
            </a:r>
          </a:p>
        </p:txBody>
      </p:sp>
      <p:sp>
        <p:nvSpPr>
          <p:cNvPr id="16" name="Text Placeholder 6">
            <a:extLst>
              <a:ext uri="{FF2B5EF4-FFF2-40B4-BE49-F238E27FC236}">
                <a16:creationId xmlns:a16="http://schemas.microsoft.com/office/drawing/2014/main" id="{FB68F396-3E7E-9826-C566-46CF532D4663}"/>
              </a:ext>
            </a:extLst>
          </p:cNvPr>
          <p:cNvSpPr>
            <a:spLocks noGrp="1"/>
          </p:cNvSpPr>
          <p:nvPr>
            <p:ph type="body" sz="quarter" idx="33" hasCustomPrompt="1"/>
          </p:nvPr>
        </p:nvSpPr>
        <p:spPr>
          <a:xfrm>
            <a:off x="6833841" y="2765063"/>
            <a:ext cx="1262297" cy="1330399"/>
          </a:xfrm>
          <a:prstGeom prst="rect">
            <a:avLst/>
          </a:prstGeom>
        </p:spPr>
        <p:txBody>
          <a:bodyPr lIns="0" tIns="0" rIns="0" bIns="0" anchor="b">
            <a:noAutofit/>
          </a:bodyPr>
          <a:lstStyle>
            <a:lvl1pPr marL="0" indent="0">
              <a:lnSpc>
                <a:spcPct val="70000"/>
              </a:lnSpc>
              <a:spcBef>
                <a:spcPts val="0"/>
              </a:spcBef>
              <a:buNone/>
              <a:defRPr sz="9000">
                <a:solidFill>
                  <a:schemeClr val="accent3"/>
                </a:solidFill>
                <a:latin typeface="+mj-lt"/>
              </a:defRPr>
            </a:lvl1pPr>
          </a:lstStyle>
          <a:p>
            <a:pPr lvl="0"/>
            <a:r>
              <a:rPr lang="en-US"/>
              <a:t>04</a:t>
            </a:r>
          </a:p>
        </p:txBody>
      </p:sp>
    </p:spTree>
    <p:extLst>
      <p:ext uri="{BB962C8B-B14F-4D97-AF65-F5344CB8AC3E}">
        <p14:creationId xmlns:p14="http://schemas.microsoft.com/office/powerpoint/2010/main" val="4156788497"/>
      </p:ext>
    </p:extLst>
  </p:cSld>
  <p:clrMapOvr>
    <a:masterClrMapping/>
  </p:clrMapOvr>
  <p:transition spd="med"/>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Process 3">
    <p:bg>
      <p:bgPr>
        <a:solidFill>
          <a:srgbClr val="0143FD"/>
        </a:solidFill>
        <a:effectLst/>
      </p:bgPr>
    </p:bg>
    <p:spTree>
      <p:nvGrpSpPr>
        <p:cNvPr id="1" name=""/>
        <p:cNvGrpSpPr/>
        <p:nvPr/>
      </p:nvGrpSpPr>
      <p:grpSpPr>
        <a:xfrm>
          <a:off x="0" y="0"/>
          <a:ext cx="0" cy="0"/>
          <a:chOff x="0" y="0"/>
          <a:chExt cx="0" cy="0"/>
        </a:xfrm>
      </p:grpSpPr>
      <p:sp>
        <p:nvSpPr>
          <p:cNvPr id="66" name="Slide Number"/>
          <p:cNvSpPr txBox="1">
            <a:spLocks noGrp="1"/>
          </p:cNvSpPr>
          <p:nvPr>
            <p:ph type="sldNum" sz="quarter" idx="2"/>
          </p:nvPr>
        </p:nvSpPr>
        <p:spPr>
          <a:prstGeom prst="rect">
            <a:avLst/>
          </a:prstGeom>
        </p:spPr>
        <p:txBody>
          <a:bodyPr/>
          <a:lstStyle>
            <a:lvl1pPr>
              <a:defRPr>
                <a:solidFill>
                  <a:schemeClr val="bg1"/>
                </a:solidFill>
              </a:defRPr>
            </a:lvl1pPr>
          </a:lstStyle>
          <a:p>
            <a:fld id="{86CB4B4D-7CA3-9044-876B-883B54F8677D}" type="slidenum">
              <a:rPr lang="en-GB" smtClean="0"/>
              <a:pPr/>
              <a:t>‹#›</a:t>
            </a:fld>
            <a:endParaRPr lang="en-GB"/>
          </a:p>
        </p:txBody>
      </p:sp>
      <p:pic>
        <p:nvPicPr>
          <p:cNvPr id="15" name="CGC logo white.png" descr="CGC logo white.png">
            <a:extLst>
              <a:ext uri="{FF2B5EF4-FFF2-40B4-BE49-F238E27FC236}">
                <a16:creationId xmlns:a16="http://schemas.microsoft.com/office/drawing/2014/main" id="{D935F029-D9A4-B9A6-51F4-12FA11B2A4EA}"/>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85750" y="285750"/>
            <a:ext cx="1152091" cy="199818"/>
          </a:xfrm>
          <a:prstGeom prst="rect">
            <a:avLst/>
          </a:prstGeom>
          <a:ln w="12700">
            <a:miter lim="400000"/>
          </a:ln>
        </p:spPr>
      </p:pic>
      <p:sp>
        <p:nvSpPr>
          <p:cNvPr id="5" name="Text Placeholder 6">
            <a:extLst>
              <a:ext uri="{FF2B5EF4-FFF2-40B4-BE49-F238E27FC236}">
                <a16:creationId xmlns:a16="http://schemas.microsoft.com/office/drawing/2014/main" id="{1407F0DD-36AD-AD11-7001-EAB97F8F3C46}"/>
              </a:ext>
            </a:extLst>
          </p:cNvPr>
          <p:cNvSpPr>
            <a:spLocks noGrp="1"/>
          </p:cNvSpPr>
          <p:nvPr>
            <p:ph type="body" sz="quarter" idx="22" hasCustomPrompt="1"/>
          </p:nvPr>
        </p:nvSpPr>
        <p:spPr>
          <a:xfrm>
            <a:off x="4599434" y="2054781"/>
            <a:ext cx="1468489" cy="230832"/>
          </a:xfrm>
          <a:prstGeom prst="rect">
            <a:avLst/>
          </a:prstGeom>
        </p:spPr>
        <p:txBody>
          <a:bodyPr lIns="0" tIns="0" rIns="0" bIns="0" anchor="b">
            <a:noAutofit/>
          </a:bodyPr>
          <a:lstStyle>
            <a:lvl1pPr marL="0" indent="0">
              <a:lnSpc>
                <a:spcPct val="70000"/>
              </a:lnSpc>
              <a:spcBef>
                <a:spcPts val="0"/>
              </a:spcBef>
              <a:buNone/>
              <a:defRPr sz="900">
                <a:solidFill>
                  <a:schemeClr val="bg1"/>
                </a:solidFill>
                <a:latin typeface="+mj-lt"/>
              </a:defRPr>
            </a:lvl1pPr>
          </a:lstStyle>
          <a:p>
            <a:pPr lvl="0"/>
            <a:r>
              <a:rPr lang="en-US"/>
              <a:t>TITLE</a:t>
            </a:r>
          </a:p>
        </p:txBody>
      </p:sp>
      <p:sp>
        <p:nvSpPr>
          <p:cNvPr id="8" name="Text Placeholder 14">
            <a:extLst>
              <a:ext uri="{FF2B5EF4-FFF2-40B4-BE49-F238E27FC236}">
                <a16:creationId xmlns:a16="http://schemas.microsoft.com/office/drawing/2014/main" id="{06D4F725-90A0-29AD-ADCA-969A95F59E1D}"/>
              </a:ext>
            </a:extLst>
          </p:cNvPr>
          <p:cNvSpPr>
            <a:spLocks noGrp="1"/>
          </p:cNvSpPr>
          <p:nvPr>
            <p:ph type="body" sz="quarter" idx="23" hasCustomPrompt="1"/>
          </p:nvPr>
        </p:nvSpPr>
        <p:spPr>
          <a:xfrm>
            <a:off x="4596960" y="2355017"/>
            <a:ext cx="1468490" cy="689261"/>
          </a:xfrm>
        </p:spPr>
        <p:txBody>
          <a:bodyPr lIns="0" tIns="0" rIns="0" bIns="0">
            <a:noAutofit/>
          </a:bodyPr>
          <a:lstStyle>
            <a:lvl1pPr marL="0" indent="0">
              <a:lnSpc>
                <a:spcPct val="90000"/>
              </a:lnSpc>
              <a:spcBef>
                <a:spcPts val="0"/>
              </a:spcBef>
              <a:buNone/>
              <a:defRPr sz="750">
                <a:solidFill>
                  <a:schemeClr val="bg1"/>
                </a:solidFill>
              </a:defRPr>
            </a:lvl1pPr>
          </a:lstStyle>
          <a:p>
            <a:pPr lvl="0"/>
            <a:r>
              <a:rPr lang="en-US"/>
              <a:t>Text</a:t>
            </a:r>
          </a:p>
        </p:txBody>
      </p:sp>
      <p:sp>
        <p:nvSpPr>
          <p:cNvPr id="9" name="Text Placeholder 6">
            <a:extLst>
              <a:ext uri="{FF2B5EF4-FFF2-40B4-BE49-F238E27FC236}">
                <a16:creationId xmlns:a16="http://schemas.microsoft.com/office/drawing/2014/main" id="{AB0DDDFF-19BB-C201-2690-A7AF23D84DDC}"/>
              </a:ext>
            </a:extLst>
          </p:cNvPr>
          <p:cNvSpPr>
            <a:spLocks noGrp="1"/>
          </p:cNvSpPr>
          <p:nvPr>
            <p:ph type="body" sz="quarter" idx="24" hasCustomPrompt="1"/>
          </p:nvPr>
        </p:nvSpPr>
        <p:spPr>
          <a:xfrm>
            <a:off x="4597330" y="874788"/>
            <a:ext cx="1262296" cy="1330399"/>
          </a:xfrm>
          <a:prstGeom prst="rect">
            <a:avLst/>
          </a:prstGeom>
        </p:spPr>
        <p:txBody>
          <a:bodyPr lIns="0" tIns="0" rIns="0" bIns="0" anchor="b">
            <a:noAutofit/>
          </a:bodyPr>
          <a:lstStyle>
            <a:lvl1pPr marL="0" indent="0">
              <a:lnSpc>
                <a:spcPct val="70000"/>
              </a:lnSpc>
              <a:spcBef>
                <a:spcPts val="0"/>
              </a:spcBef>
              <a:buNone/>
              <a:defRPr sz="9000">
                <a:solidFill>
                  <a:schemeClr val="accent3"/>
                </a:solidFill>
                <a:latin typeface="+mj-lt"/>
              </a:defRPr>
            </a:lvl1pPr>
          </a:lstStyle>
          <a:p>
            <a:pPr lvl="0"/>
            <a:r>
              <a:rPr lang="en-US"/>
              <a:t>01</a:t>
            </a:r>
          </a:p>
        </p:txBody>
      </p:sp>
      <p:sp>
        <p:nvSpPr>
          <p:cNvPr id="10" name="Text Placeholder 6">
            <a:extLst>
              <a:ext uri="{FF2B5EF4-FFF2-40B4-BE49-F238E27FC236}">
                <a16:creationId xmlns:a16="http://schemas.microsoft.com/office/drawing/2014/main" id="{AD532279-4DC2-784D-A9E7-6DCAC7E19B76}"/>
              </a:ext>
            </a:extLst>
          </p:cNvPr>
          <p:cNvSpPr>
            <a:spLocks noGrp="1"/>
          </p:cNvSpPr>
          <p:nvPr>
            <p:ph type="body" sz="quarter" idx="25" hasCustomPrompt="1"/>
          </p:nvPr>
        </p:nvSpPr>
        <p:spPr>
          <a:xfrm>
            <a:off x="6819317" y="2054781"/>
            <a:ext cx="1468489" cy="230832"/>
          </a:xfrm>
          <a:prstGeom prst="rect">
            <a:avLst/>
          </a:prstGeom>
        </p:spPr>
        <p:txBody>
          <a:bodyPr lIns="0" tIns="0" rIns="0" bIns="0" anchor="b">
            <a:noAutofit/>
          </a:bodyPr>
          <a:lstStyle>
            <a:lvl1pPr marL="0" indent="0">
              <a:lnSpc>
                <a:spcPct val="70000"/>
              </a:lnSpc>
              <a:spcBef>
                <a:spcPts val="0"/>
              </a:spcBef>
              <a:buNone/>
              <a:defRPr sz="900">
                <a:solidFill>
                  <a:schemeClr val="bg1"/>
                </a:solidFill>
                <a:latin typeface="+mj-lt"/>
              </a:defRPr>
            </a:lvl1pPr>
          </a:lstStyle>
          <a:p>
            <a:pPr lvl="0"/>
            <a:r>
              <a:rPr lang="en-US"/>
              <a:t>TITLE</a:t>
            </a:r>
          </a:p>
        </p:txBody>
      </p:sp>
      <p:sp>
        <p:nvSpPr>
          <p:cNvPr id="11" name="Text Placeholder 14">
            <a:extLst>
              <a:ext uri="{FF2B5EF4-FFF2-40B4-BE49-F238E27FC236}">
                <a16:creationId xmlns:a16="http://schemas.microsoft.com/office/drawing/2014/main" id="{9E3C1C27-B1EE-FDF6-D92A-E295F15F47C9}"/>
              </a:ext>
            </a:extLst>
          </p:cNvPr>
          <p:cNvSpPr>
            <a:spLocks noGrp="1"/>
          </p:cNvSpPr>
          <p:nvPr>
            <p:ph type="body" sz="quarter" idx="26" hasCustomPrompt="1"/>
          </p:nvPr>
        </p:nvSpPr>
        <p:spPr>
          <a:xfrm>
            <a:off x="6822292" y="2355017"/>
            <a:ext cx="1468490" cy="689261"/>
          </a:xfrm>
        </p:spPr>
        <p:txBody>
          <a:bodyPr lIns="0" tIns="0" rIns="0" bIns="0">
            <a:noAutofit/>
          </a:bodyPr>
          <a:lstStyle>
            <a:lvl1pPr marL="0" indent="0">
              <a:lnSpc>
                <a:spcPct val="90000"/>
              </a:lnSpc>
              <a:spcBef>
                <a:spcPts val="0"/>
              </a:spcBef>
              <a:buNone/>
              <a:defRPr sz="750">
                <a:solidFill>
                  <a:schemeClr val="bg1"/>
                </a:solidFill>
              </a:defRPr>
            </a:lvl1pPr>
          </a:lstStyle>
          <a:p>
            <a:pPr lvl="0"/>
            <a:r>
              <a:rPr lang="en-US"/>
              <a:t>Text</a:t>
            </a:r>
          </a:p>
        </p:txBody>
      </p:sp>
      <p:sp>
        <p:nvSpPr>
          <p:cNvPr id="12" name="Text Placeholder 6">
            <a:extLst>
              <a:ext uri="{FF2B5EF4-FFF2-40B4-BE49-F238E27FC236}">
                <a16:creationId xmlns:a16="http://schemas.microsoft.com/office/drawing/2014/main" id="{CEC7CEBD-C85F-2663-1CFE-B103CE5F31A2}"/>
              </a:ext>
            </a:extLst>
          </p:cNvPr>
          <p:cNvSpPr>
            <a:spLocks noGrp="1"/>
          </p:cNvSpPr>
          <p:nvPr>
            <p:ph type="body" sz="quarter" idx="27" hasCustomPrompt="1"/>
          </p:nvPr>
        </p:nvSpPr>
        <p:spPr>
          <a:xfrm>
            <a:off x="6817215" y="874788"/>
            <a:ext cx="1262297" cy="1330399"/>
          </a:xfrm>
          <a:prstGeom prst="rect">
            <a:avLst/>
          </a:prstGeom>
        </p:spPr>
        <p:txBody>
          <a:bodyPr lIns="0" tIns="0" rIns="0" bIns="0" anchor="b">
            <a:noAutofit/>
          </a:bodyPr>
          <a:lstStyle>
            <a:lvl1pPr marL="0" indent="0">
              <a:lnSpc>
                <a:spcPct val="70000"/>
              </a:lnSpc>
              <a:spcBef>
                <a:spcPts val="0"/>
              </a:spcBef>
              <a:buNone/>
              <a:defRPr sz="9000">
                <a:solidFill>
                  <a:schemeClr val="accent3"/>
                </a:solidFill>
                <a:latin typeface="+mj-lt"/>
              </a:defRPr>
            </a:lvl1pPr>
          </a:lstStyle>
          <a:p>
            <a:pPr lvl="0"/>
            <a:r>
              <a:rPr lang="en-US"/>
              <a:t>02</a:t>
            </a:r>
          </a:p>
        </p:txBody>
      </p:sp>
      <p:sp>
        <p:nvSpPr>
          <p:cNvPr id="17" name="Text Placeholder 6">
            <a:extLst>
              <a:ext uri="{FF2B5EF4-FFF2-40B4-BE49-F238E27FC236}">
                <a16:creationId xmlns:a16="http://schemas.microsoft.com/office/drawing/2014/main" id="{AC785521-9340-9842-E0ED-983162C9D050}"/>
              </a:ext>
            </a:extLst>
          </p:cNvPr>
          <p:cNvSpPr>
            <a:spLocks noGrp="1"/>
          </p:cNvSpPr>
          <p:nvPr>
            <p:ph type="body" sz="quarter" idx="28" hasCustomPrompt="1"/>
          </p:nvPr>
        </p:nvSpPr>
        <p:spPr>
          <a:xfrm>
            <a:off x="4599434" y="3945056"/>
            <a:ext cx="1468489" cy="230832"/>
          </a:xfrm>
          <a:prstGeom prst="rect">
            <a:avLst/>
          </a:prstGeom>
        </p:spPr>
        <p:txBody>
          <a:bodyPr lIns="0" tIns="0" rIns="0" bIns="0" anchor="b">
            <a:noAutofit/>
          </a:bodyPr>
          <a:lstStyle>
            <a:lvl1pPr marL="0" indent="0">
              <a:lnSpc>
                <a:spcPct val="70000"/>
              </a:lnSpc>
              <a:spcBef>
                <a:spcPts val="0"/>
              </a:spcBef>
              <a:buNone/>
              <a:defRPr sz="900">
                <a:solidFill>
                  <a:schemeClr val="bg1"/>
                </a:solidFill>
                <a:latin typeface="+mj-lt"/>
              </a:defRPr>
            </a:lvl1pPr>
          </a:lstStyle>
          <a:p>
            <a:pPr lvl="0"/>
            <a:r>
              <a:rPr lang="en-US"/>
              <a:t>TITLE</a:t>
            </a:r>
          </a:p>
        </p:txBody>
      </p:sp>
      <p:sp>
        <p:nvSpPr>
          <p:cNvPr id="20" name="Text Placeholder 14">
            <a:extLst>
              <a:ext uri="{FF2B5EF4-FFF2-40B4-BE49-F238E27FC236}">
                <a16:creationId xmlns:a16="http://schemas.microsoft.com/office/drawing/2014/main" id="{A0BC584F-42D1-C890-8731-7BE6FB6CCCAE}"/>
              </a:ext>
            </a:extLst>
          </p:cNvPr>
          <p:cNvSpPr>
            <a:spLocks noGrp="1"/>
          </p:cNvSpPr>
          <p:nvPr>
            <p:ph type="body" sz="quarter" idx="29" hasCustomPrompt="1"/>
          </p:nvPr>
        </p:nvSpPr>
        <p:spPr>
          <a:xfrm>
            <a:off x="4601630" y="4253604"/>
            <a:ext cx="1468490" cy="689261"/>
          </a:xfrm>
        </p:spPr>
        <p:txBody>
          <a:bodyPr lIns="0" tIns="0" rIns="0" bIns="0">
            <a:noAutofit/>
          </a:bodyPr>
          <a:lstStyle>
            <a:lvl1pPr marL="0" indent="0">
              <a:lnSpc>
                <a:spcPct val="90000"/>
              </a:lnSpc>
              <a:spcBef>
                <a:spcPts val="0"/>
              </a:spcBef>
              <a:buNone/>
              <a:defRPr sz="750">
                <a:solidFill>
                  <a:schemeClr val="bg1"/>
                </a:solidFill>
              </a:defRPr>
            </a:lvl1pPr>
          </a:lstStyle>
          <a:p>
            <a:pPr lvl="0"/>
            <a:r>
              <a:rPr lang="en-US"/>
              <a:t>Text</a:t>
            </a:r>
          </a:p>
        </p:txBody>
      </p:sp>
      <p:sp>
        <p:nvSpPr>
          <p:cNvPr id="22" name="Text Placeholder 6">
            <a:extLst>
              <a:ext uri="{FF2B5EF4-FFF2-40B4-BE49-F238E27FC236}">
                <a16:creationId xmlns:a16="http://schemas.microsoft.com/office/drawing/2014/main" id="{0F9C90B7-B8DC-9D0D-EF8F-6B54A98B77FC}"/>
              </a:ext>
            </a:extLst>
          </p:cNvPr>
          <p:cNvSpPr>
            <a:spLocks noGrp="1"/>
          </p:cNvSpPr>
          <p:nvPr>
            <p:ph type="body" sz="quarter" idx="30" hasCustomPrompt="1"/>
          </p:nvPr>
        </p:nvSpPr>
        <p:spPr>
          <a:xfrm>
            <a:off x="4597330" y="2765063"/>
            <a:ext cx="1262296" cy="1330399"/>
          </a:xfrm>
          <a:prstGeom prst="rect">
            <a:avLst/>
          </a:prstGeom>
        </p:spPr>
        <p:txBody>
          <a:bodyPr lIns="0" tIns="0" rIns="0" bIns="0" anchor="b">
            <a:noAutofit/>
          </a:bodyPr>
          <a:lstStyle>
            <a:lvl1pPr marL="0" indent="0">
              <a:lnSpc>
                <a:spcPct val="70000"/>
              </a:lnSpc>
              <a:spcBef>
                <a:spcPts val="0"/>
              </a:spcBef>
              <a:buNone/>
              <a:defRPr sz="9000">
                <a:solidFill>
                  <a:schemeClr val="accent3"/>
                </a:solidFill>
                <a:latin typeface="+mj-lt"/>
              </a:defRPr>
            </a:lvl1pPr>
          </a:lstStyle>
          <a:p>
            <a:pPr lvl="0"/>
            <a:r>
              <a:rPr lang="en-US"/>
              <a:t>03</a:t>
            </a:r>
          </a:p>
        </p:txBody>
      </p:sp>
      <p:sp>
        <p:nvSpPr>
          <p:cNvPr id="23" name="Text Placeholder 6">
            <a:extLst>
              <a:ext uri="{FF2B5EF4-FFF2-40B4-BE49-F238E27FC236}">
                <a16:creationId xmlns:a16="http://schemas.microsoft.com/office/drawing/2014/main" id="{A6F1643E-5C94-EE57-9797-1C12F08C2795}"/>
              </a:ext>
            </a:extLst>
          </p:cNvPr>
          <p:cNvSpPr>
            <a:spLocks noGrp="1"/>
          </p:cNvSpPr>
          <p:nvPr>
            <p:ph type="body" sz="quarter" idx="31" hasCustomPrompt="1"/>
          </p:nvPr>
        </p:nvSpPr>
        <p:spPr>
          <a:xfrm>
            <a:off x="6835945" y="3945056"/>
            <a:ext cx="1468489" cy="230832"/>
          </a:xfrm>
          <a:prstGeom prst="rect">
            <a:avLst/>
          </a:prstGeom>
        </p:spPr>
        <p:txBody>
          <a:bodyPr lIns="0" tIns="0" rIns="0" bIns="0" anchor="b">
            <a:noAutofit/>
          </a:bodyPr>
          <a:lstStyle>
            <a:lvl1pPr marL="0" indent="0">
              <a:lnSpc>
                <a:spcPct val="70000"/>
              </a:lnSpc>
              <a:spcBef>
                <a:spcPts val="0"/>
              </a:spcBef>
              <a:buNone/>
              <a:defRPr sz="900">
                <a:solidFill>
                  <a:schemeClr val="bg1"/>
                </a:solidFill>
                <a:latin typeface="+mj-lt"/>
              </a:defRPr>
            </a:lvl1pPr>
          </a:lstStyle>
          <a:p>
            <a:pPr lvl="0"/>
            <a:r>
              <a:rPr lang="en-US"/>
              <a:t>TITLE</a:t>
            </a:r>
          </a:p>
        </p:txBody>
      </p:sp>
      <p:sp>
        <p:nvSpPr>
          <p:cNvPr id="24" name="Text Placeholder 14">
            <a:extLst>
              <a:ext uri="{FF2B5EF4-FFF2-40B4-BE49-F238E27FC236}">
                <a16:creationId xmlns:a16="http://schemas.microsoft.com/office/drawing/2014/main" id="{A5B5ABE5-90E7-9DB8-927C-3C1A3C111DD1}"/>
              </a:ext>
            </a:extLst>
          </p:cNvPr>
          <p:cNvSpPr>
            <a:spLocks noGrp="1"/>
          </p:cNvSpPr>
          <p:nvPr>
            <p:ph type="body" sz="quarter" idx="32" hasCustomPrompt="1"/>
          </p:nvPr>
        </p:nvSpPr>
        <p:spPr>
          <a:xfrm>
            <a:off x="6838141" y="4253603"/>
            <a:ext cx="1468490" cy="689261"/>
          </a:xfrm>
        </p:spPr>
        <p:txBody>
          <a:bodyPr lIns="0" tIns="0" rIns="0" bIns="0">
            <a:noAutofit/>
          </a:bodyPr>
          <a:lstStyle>
            <a:lvl1pPr marL="0" indent="0">
              <a:lnSpc>
                <a:spcPct val="90000"/>
              </a:lnSpc>
              <a:spcBef>
                <a:spcPts val="0"/>
              </a:spcBef>
              <a:buNone/>
              <a:defRPr sz="750">
                <a:solidFill>
                  <a:schemeClr val="bg1"/>
                </a:solidFill>
              </a:defRPr>
            </a:lvl1pPr>
          </a:lstStyle>
          <a:p>
            <a:pPr lvl="0"/>
            <a:r>
              <a:rPr lang="en-US"/>
              <a:t>Text</a:t>
            </a:r>
          </a:p>
        </p:txBody>
      </p:sp>
      <p:sp>
        <p:nvSpPr>
          <p:cNvPr id="25" name="Text Placeholder 6">
            <a:extLst>
              <a:ext uri="{FF2B5EF4-FFF2-40B4-BE49-F238E27FC236}">
                <a16:creationId xmlns:a16="http://schemas.microsoft.com/office/drawing/2014/main" id="{C868C739-1C23-B3EB-1194-AD28F0B24A01}"/>
              </a:ext>
            </a:extLst>
          </p:cNvPr>
          <p:cNvSpPr>
            <a:spLocks noGrp="1"/>
          </p:cNvSpPr>
          <p:nvPr>
            <p:ph type="body" sz="quarter" idx="33" hasCustomPrompt="1"/>
          </p:nvPr>
        </p:nvSpPr>
        <p:spPr>
          <a:xfrm>
            <a:off x="6833841" y="2765063"/>
            <a:ext cx="1262297" cy="1330399"/>
          </a:xfrm>
          <a:prstGeom prst="rect">
            <a:avLst/>
          </a:prstGeom>
        </p:spPr>
        <p:txBody>
          <a:bodyPr lIns="0" tIns="0" rIns="0" bIns="0" anchor="b">
            <a:noAutofit/>
          </a:bodyPr>
          <a:lstStyle>
            <a:lvl1pPr marL="0" indent="0">
              <a:lnSpc>
                <a:spcPct val="70000"/>
              </a:lnSpc>
              <a:spcBef>
                <a:spcPts val="0"/>
              </a:spcBef>
              <a:buNone/>
              <a:defRPr sz="9000">
                <a:solidFill>
                  <a:schemeClr val="accent3"/>
                </a:solidFill>
                <a:latin typeface="+mj-lt"/>
              </a:defRPr>
            </a:lvl1pPr>
          </a:lstStyle>
          <a:p>
            <a:pPr lvl="0"/>
            <a:r>
              <a:rPr lang="en-US"/>
              <a:t>04</a:t>
            </a:r>
          </a:p>
        </p:txBody>
      </p:sp>
    </p:spTree>
    <p:extLst>
      <p:ext uri="{BB962C8B-B14F-4D97-AF65-F5344CB8AC3E}">
        <p14:creationId xmlns:p14="http://schemas.microsoft.com/office/powerpoint/2010/main" val="1691949060"/>
      </p:ext>
    </p:extLst>
  </p:cSld>
  <p:clrMapOvr>
    <a:masterClrMapping/>
  </p:clrMapOvr>
  <p:transition spd="med"/>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Thank you 1">
    <p:bg>
      <p:bgPr>
        <a:solidFill>
          <a:srgbClr val="0143FD"/>
        </a:solidFill>
        <a:effectLst/>
      </p:bgPr>
    </p:bg>
    <p:spTree>
      <p:nvGrpSpPr>
        <p:cNvPr id="1" name=""/>
        <p:cNvGrpSpPr/>
        <p:nvPr/>
      </p:nvGrpSpPr>
      <p:grpSpPr>
        <a:xfrm>
          <a:off x="0" y="0"/>
          <a:ext cx="0" cy="0"/>
          <a:chOff x="0" y="0"/>
          <a:chExt cx="0" cy="0"/>
        </a:xfrm>
      </p:grpSpPr>
      <p:pic>
        <p:nvPicPr>
          <p:cNvPr id="15" name="CGC logo white.png" descr="CGC logo white.png">
            <a:extLst>
              <a:ext uri="{FF2B5EF4-FFF2-40B4-BE49-F238E27FC236}">
                <a16:creationId xmlns:a16="http://schemas.microsoft.com/office/drawing/2014/main" id="{D935F029-D9A4-B9A6-51F4-12FA11B2A4EA}"/>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85750" y="285750"/>
            <a:ext cx="1152091" cy="199818"/>
          </a:xfrm>
          <a:prstGeom prst="rect">
            <a:avLst/>
          </a:prstGeom>
          <a:ln w="12700">
            <a:miter lim="400000"/>
          </a:ln>
        </p:spPr>
      </p:pic>
      <p:pic>
        <p:nvPicPr>
          <p:cNvPr id="5" name="Rectangle 355-3.svg" descr="Rectangle 355-3.svg">
            <a:extLst>
              <a:ext uri="{FF2B5EF4-FFF2-40B4-BE49-F238E27FC236}">
                <a16:creationId xmlns:a16="http://schemas.microsoft.com/office/drawing/2014/main" id="{A7F0D8F7-C1DC-43B7-5926-E35782C12C88}"/>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a:fillRect/>
          </a:stretch>
        </p:blipFill>
        <p:spPr>
          <a:xfrm>
            <a:off x="1088401" y="1"/>
            <a:ext cx="6967199" cy="5143500"/>
          </a:xfrm>
          <a:prstGeom prst="rect">
            <a:avLst/>
          </a:prstGeom>
          <a:ln w="12700">
            <a:miter lim="400000"/>
          </a:ln>
        </p:spPr>
      </p:pic>
      <p:sp>
        <p:nvSpPr>
          <p:cNvPr id="17" name="Text Placeholder 11">
            <a:extLst>
              <a:ext uri="{FF2B5EF4-FFF2-40B4-BE49-F238E27FC236}">
                <a16:creationId xmlns:a16="http://schemas.microsoft.com/office/drawing/2014/main" id="{4323C4EF-AB2D-1DAE-5ACA-2A6C3FC4E9C9}"/>
              </a:ext>
            </a:extLst>
          </p:cNvPr>
          <p:cNvSpPr>
            <a:spLocks noGrp="1"/>
          </p:cNvSpPr>
          <p:nvPr>
            <p:ph type="body" sz="quarter" idx="27" hasCustomPrompt="1"/>
          </p:nvPr>
        </p:nvSpPr>
        <p:spPr>
          <a:xfrm>
            <a:off x="3370695" y="2150756"/>
            <a:ext cx="2416332" cy="642937"/>
          </a:xfrm>
        </p:spPr>
        <p:txBody>
          <a:bodyPr anchor="ctr">
            <a:noAutofit/>
          </a:bodyPr>
          <a:lstStyle>
            <a:lvl1pPr marL="0" indent="0" algn="ctr">
              <a:buNone/>
              <a:defRPr sz="4130">
                <a:solidFill>
                  <a:schemeClr val="tx1"/>
                </a:solidFill>
                <a:latin typeface="+mj-lt"/>
              </a:defRPr>
            </a:lvl1pPr>
          </a:lstStyle>
          <a:p>
            <a:pPr lvl="0"/>
            <a:r>
              <a:rPr lang="en-US"/>
              <a:t>THANK YOU</a:t>
            </a:r>
          </a:p>
        </p:txBody>
      </p:sp>
    </p:spTree>
    <p:extLst>
      <p:ext uri="{BB962C8B-B14F-4D97-AF65-F5344CB8AC3E}">
        <p14:creationId xmlns:p14="http://schemas.microsoft.com/office/powerpoint/2010/main" val="3389304572"/>
      </p:ext>
    </p:extLst>
  </p:cSld>
  <p:clrMapOvr>
    <a:masterClrMapping/>
  </p:clrMapOvr>
  <p:transition spd="med"/>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Thank you 2">
    <p:bg>
      <p:bgPr>
        <a:solidFill>
          <a:srgbClr val="E7E696"/>
        </a:solidFill>
        <a:effectLst/>
      </p:bgPr>
    </p:bg>
    <p:spTree>
      <p:nvGrpSpPr>
        <p:cNvPr id="1" name=""/>
        <p:cNvGrpSpPr/>
        <p:nvPr/>
      </p:nvGrpSpPr>
      <p:grpSpPr>
        <a:xfrm>
          <a:off x="0" y="0"/>
          <a:ext cx="0" cy="0"/>
          <a:chOff x="0" y="0"/>
          <a:chExt cx="0" cy="0"/>
        </a:xfrm>
      </p:grpSpPr>
      <p:pic>
        <p:nvPicPr>
          <p:cNvPr id="2" name="Rectangle burgundy.svg" descr="Rectangle burgundy.svg">
            <a:extLst>
              <a:ext uri="{FF2B5EF4-FFF2-40B4-BE49-F238E27FC236}">
                <a16:creationId xmlns:a16="http://schemas.microsoft.com/office/drawing/2014/main" id="{73502FA9-3C7B-4AB7-881D-B1A3967EBC11}"/>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a:xfrm>
            <a:off x="393933" y="-1"/>
            <a:ext cx="8356135" cy="5143501"/>
          </a:xfrm>
          <a:prstGeom prst="rect">
            <a:avLst/>
          </a:prstGeom>
          <a:ln w="12700">
            <a:miter lim="400000"/>
          </a:ln>
        </p:spPr>
      </p:pic>
      <p:sp>
        <p:nvSpPr>
          <p:cNvPr id="3" name="Text Placeholder 11">
            <a:extLst>
              <a:ext uri="{FF2B5EF4-FFF2-40B4-BE49-F238E27FC236}">
                <a16:creationId xmlns:a16="http://schemas.microsoft.com/office/drawing/2014/main" id="{EAFAD823-70A2-309E-8A85-77AC5D10C2C5}"/>
              </a:ext>
            </a:extLst>
          </p:cNvPr>
          <p:cNvSpPr>
            <a:spLocks noGrp="1"/>
          </p:cNvSpPr>
          <p:nvPr>
            <p:ph type="body" sz="quarter" idx="27" hasCustomPrompt="1"/>
          </p:nvPr>
        </p:nvSpPr>
        <p:spPr>
          <a:xfrm>
            <a:off x="3370695" y="2150756"/>
            <a:ext cx="2416332" cy="642937"/>
          </a:xfrm>
        </p:spPr>
        <p:txBody>
          <a:bodyPr anchor="ctr">
            <a:noAutofit/>
          </a:bodyPr>
          <a:lstStyle>
            <a:lvl1pPr marL="0" indent="0" algn="ctr">
              <a:buNone/>
              <a:defRPr sz="4130">
                <a:solidFill>
                  <a:schemeClr val="bg1"/>
                </a:solidFill>
                <a:latin typeface="+mj-lt"/>
              </a:defRPr>
            </a:lvl1pPr>
          </a:lstStyle>
          <a:p>
            <a:pPr lvl="0"/>
            <a:r>
              <a:rPr lang="en-US"/>
              <a:t>THANK YOU</a:t>
            </a:r>
          </a:p>
        </p:txBody>
      </p:sp>
      <p:pic>
        <p:nvPicPr>
          <p:cNvPr id="4" name="CGC logo black.png" descr="CGC logo black.png">
            <a:extLst>
              <a:ext uri="{FF2B5EF4-FFF2-40B4-BE49-F238E27FC236}">
                <a16:creationId xmlns:a16="http://schemas.microsoft.com/office/drawing/2014/main" id="{49C2493A-D5FF-58FB-DAB6-A3D165D2473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285750" y="285750"/>
            <a:ext cx="1152525" cy="199894"/>
          </a:xfrm>
          <a:prstGeom prst="rect">
            <a:avLst/>
          </a:prstGeom>
          <a:ln w="12700">
            <a:miter lim="400000"/>
          </a:ln>
        </p:spPr>
      </p:pic>
    </p:spTree>
    <p:extLst>
      <p:ext uri="{BB962C8B-B14F-4D97-AF65-F5344CB8AC3E}">
        <p14:creationId xmlns:p14="http://schemas.microsoft.com/office/powerpoint/2010/main" val="2157615378"/>
      </p:ext>
    </p:extLst>
  </p:cSld>
  <p:clrMapOvr>
    <a:masterClrMapping/>
  </p:clrMapOvr>
  <p:transition spd="med"/>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userDrawn="1">
  <p:cSld name="Thank you 3">
    <p:bg>
      <p:bgPr>
        <a:solidFill>
          <a:srgbClr val="730B39"/>
        </a:solidFill>
        <a:effectLst/>
      </p:bgPr>
    </p:bg>
    <p:spTree>
      <p:nvGrpSpPr>
        <p:cNvPr id="1" name=""/>
        <p:cNvGrpSpPr/>
        <p:nvPr/>
      </p:nvGrpSpPr>
      <p:grpSpPr>
        <a:xfrm>
          <a:off x="0" y="0"/>
          <a:ext cx="0" cy="0"/>
          <a:chOff x="0" y="0"/>
          <a:chExt cx="0" cy="0"/>
        </a:xfrm>
      </p:grpSpPr>
      <p:pic>
        <p:nvPicPr>
          <p:cNvPr id="5" name="Ellipse 2-3.svg" descr="Ellipse 2-3.svg">
            <a:extLst>
              <a:ext uri="{FF2B5EF4-FFF2-40B4-BE49-F238E27FC236}">
                <a16:creationId xmlns:a16="http://schemas.microsoft.com/office/drawing/2014/main" id="{02245F57-A8D7-7A04-748F-0E453F792728}"/>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a:xfrm>
            <a:off x="0" y="1456554"/>
            <a:ext cx="9144000" cy="3686946"/>
          </a:xfrm>
          <a:prstGeom prst="rect">
            <a:avLst/>
          </a:prstGeom>
          <a:ln w="12700">
            <a:miter lim="400000"/>
          </a:ln>
        </p:spPr>
      </p:pic>
      <p:pic>
        <p:nvPicPr>
          <p:cNvPr id="9" name="CGC logo white.png" descr="CGC logo white.png">
            <a:extLst>
              <a:ext uri="{FF2B5EF4-FFF2-40B4-BE49-F238E27FC236}">
                <a16:creationId xmlns:a16="http://schemas.microsoft.com/office/drawing/2014/main" id="{AF7CD472-F33B-C076-6E76-A527E77FE7EA}"/>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285750" y="285750"/>
            <a:ext cx="1152091" cy="199818"/>
          </a:xfrm>
          <a:prstGeom prst="rect">
            <a:avLst/>
          </a:prstGeom>
          <a:ln w="12700">
            <a:miter lim="400000"/>
          </a:ln>
        </p:spPr>
      </p:pic>
      <p:sp>
        <p:nvSpPr>
          <p:cNvPr id="10" name="Text Placeholder 6">
            <a:extLst>
              <a:ext uri="{FF2B5EF4-FFF2-40B4-BE49-F238E27FC236}">
                <a16:creationId xmlns:a16="http://schemas.microsoft.com/office/drawing/2014/main" id="{E695A627-582D-0F1F-9F90-2C55DBB40939}"/>
              </a:ext>
            </a:extLst>
          </p:cNvPr>
          <p:cNvSpPr>
            <a:spLocks noGrp="1"/>
          </p:cNvSpPr>
          <p:nvPr>
            <p:ph type="body" sz="quarter" idx="22" hasCustomPrompt="1"/>
          </p:nvPr>
        </p:nvSpPr>
        <p:spPr>
          <a:xfrm>
            <a:off x="287803" y="4223980"/>
            <a:ext cx="1468489" cy="230832"/>
          </a:xfrm>
          <a:prstGeom prst="rect">
            <a:avLst/>
          </a:prstGeom>
        </p:spPr>
        <p:txBody>
          <a:bodyPr lIns="0" tIns="0" rIns="0" bIns="0" anchor="b">
            <a:noAutofit/>
          </a:bodyPr>
          <a:lstStyle>
            <a:lvl1pPr marL="0" indent="0">
              <a:lnSpc>
                <a:spcPct val="70000"/>
              </a:lnSpc>
              <a:spcBef>
                <a:spcPts val="0"/>
              </a:spcBef>
              <a:buNone/>
              <a:defRPr sz="1200">
                <a:solidFill>
                  <a:schemeClr val="tx1"/>
                </a:solidFill>
                <a:latin typeface="+mj-lt"/>
              </a:defRPr>
            </a:lvl1pPr>
          </a:lstStyle>
          <a:p>
            <a:pPr lvl="0"/>
            <a:r>
              <a:rPr lang="en-US"/>
              <a:t>TITLE</a:t>
            </a:r>
          </a:p>
        </p:txBody>
      </p:sp>
      <p:sp>
        <p:nvSpPr>
          <p:cNvPr id="13" name="Text Placeholder 6">
            <a:extLst>
              <a:ext uri="{FF2B5EF4-FFF2-40B4-BE49-F238E27FC236}">
                <a16:creationId xmlns:a16="http://schemas.microsoft.com/office/drawing/2014/main" id="{5D253C01-D4EA-A768-10F5-07CA229CF42D}"/>
              </a:ext>
            </a:extLst>
          </p:cNvPr>
          <p:cNvSpPr>
            <a:spLocks noGrp="1"/>
          </p:cNvSpPr>
          <p:nvPr>
            <p:ph type="body" sz="quarter" idx="24" hasCustomPrompt="1"/>
          </p:nvPr>
        </p:nvSpPr>
        <p:spPr>
          <a:xfrm>
            <a:off x="290621" y="4060761"/>
            <a:ext cx="1468489" cy="230832"/>
          </a:xfrm>
          <a:prstGeom prst="rect">
            <a:avLst/>
          </a:prstGeom>
        </p:spPr>
        <p:txBody>
          <a:bodyPr lIns="0" tIns="0" rIns="0" bIns="0" anchor="b">
            <a:noAutofit/>
          </a:bodyPr>
          <a:lstStyle>
            <a:lvl1pPr marL="0" indent="0">
              <a:lnSpc>
                <a:spcPct val="70000"/>
              </a:lnSpc>
              <a:spcBef>
                <a:spcPts val="0"/>
              </a:spcBef>
              <a:buNone/>
              <a:defRPr sz="1200">
                <a:solidFill>
                  <a:schemeClr val="accent2"/>
                </a:solidFill>
                <a:latin typeface="+mj-lt"/>
              </a:defRPr>
            </a:lvl1pPr>
          </a:lstStyle>
          <a:p>
            <a:pPr lvl="0"/>
            <a:r>
              <a:rPr lang="en-US"/>
              <a:t>TITLE</a:t>
            </a:r>
          </a:p>
        </p:txBody>
      </p:sp>
      <p:sp>
        <p:nvSpPr>
          <p:cNvPr id="14" name="Text Placeholder 14">
            <a:extLst>
              <a:ext uri="{FF2B5EF4-FFF2-40B4-BE49-F238E27FC236}">
                <a16:creationId xmlns:a16="http://schemas.microsoft.com/office/drawing/2014/main" id="{2E99DB92-486B-48CA-461F-22C31CD259E4}"/>
              </a:ext>
            </a:extLst>
          </p:cNvPr>
          <p:cNvSpPr>
            <a:spLocks noGrp="1"/>
          </p:cNvSpPr>
          <p:nvPr>
            <p:ph type="body" sz="quarter" idx="23" hasCustomPrompt="1"/>
          </p:nvPr>
        </p:nvSpPr>
        <p:spPr>
          <a:xfrm>
            <a:off x="284908" y="4543134"/>
            <a:ext cx="2195534" cy="323127"/>
          </a:xfrm>
        </p:spPr>
        <p:txBody>
          <a:bodyPr lIns="0" tIns="0" rIns="0" bIns="0">
            <a:noAutofit/>
          </a:bodyPr>
          <a:lstStyle>
            <a:lvl1pPr marL="0" indent="0">
              <a:lnSpc>
                <a:spcPct val="120000"/>
              </a:lnSpc>
              <a:spcBef>
                <a:spcPts val="0"/>
              </a:spcBef>
              <a:buNone/>
              <a:defRPr sz="900">
                <a:solidFill>
                  <a:schemeClr val="tx1"/>
                </a:solidFill>
              </a:defRPr>
            </a:lvl1pPr>
          </a:lstStyle>
          <a:p>
            <a:pPr lvl="0"/>
            <a:r>
              <a:rPr lang="en-US" err="1"/>
              <a:t>Name.surname@email.com</a:t>
            </a:r>
            <a:endParaRPr lang="en-US"/>
          </a:p>
          <a:p>
            <a:pPr lvl="0"/>
            <a:r>
              <a:rPr lang="en-US"/>
              <a:t>+1 000 0000000</a:t>
            </a:r>
          </a:p>
        </p:txBody>
      </p:sp>
    </p:spTree>
    <p:extLst>
      <p:ext uri="{BB962C8B-B14F-4D97-AF65-F5344CB8AC3E}">
        <p14:creationId xmlns:p14="http://schemas.microsoft.com/office/powerpoint/2010/main" val="3254415317"/>
      </p:ext>
    </p:extLst>
  </p:cSld>
  <p:clrMapOvr>
    <a:masterClrMapping/>
  </p:clrMapOvr>
  <p:transition spd="med"/>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Thank you 4">
    <p:bg>
      <p:bgPr>
        <a:solidFill>
          <a:srgbClr val="0143FD"/>
        </a:solidFill>
        <a:effectLst/>
      </p:bgPr>
    </p:bg>
    <p:spTree>
      <p:nvGrpSpPr>
        <p:cNvPr id="1" name=""/>
        <p:cNvGrpSpPr/>
        <p:nvPr/>
      </p:nvGrpSpPr>
      <p:grpSpPr>
        <a:xfrm>
          <a:off x="0" y="0"/>
          <a:ext cx="0" cy="0"/>
          <a:chOff x="0" y="0"/>
          <a:chExt cx="0" cy="0"/>
        </a:xfrm>
      </p:grpSpPr>
      <p:pic>
        <p:nvPicPr>
          <p:cNvPr id="9" name="CGC logo white.png" descr="CGC logo white.png">
            <a:extLst>
              <a:ext uri="{FF2B5EF4-FFF2-40B4-BE49-F238E27FC236}">
                <a16:creationId xmlns:a16="http://schemas.microsoft.com/office/drawing/2014/main" id="{AF7CD472-F33B-C076-6E76-A527E77FE7EA}"/>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85750" y="285750"/>
            <a:ext cx="1152091" cy="199818"/>
          </a:xfrm>
          <a:prstGeom prst="rect">
            <a:avLst/>
          </a:prstGeom>
          <a:ln w="12700">
            <a:miter lim="400000"/>
          </a:ln>
        </p:spPr>
      </p:pic>
      <p:sp>
        <p:nvSpPr>
          <p:cNvPr id="5" name="Text Placeholder 6">
            <a:extLst>
              <a:ext uri="{FF2B5EF4-FFF2-40B4-BE49-F238E27FC236}">
                <a16:creationId xmlns:a16="http://schemas.microsoft.com/office/drawing/2014/main" id="{949021D2-C9C0-BB2E-8B67-8B8D0D9CF7E5}"/>
              </a:ext>
            </a:extLst>
          </p:cNvPr>
          <p:cNvSpPr>
            <a:spLocks noGrp="1"/>
          </p:cNvSpPr>
          <p:nvPr>
            <p:ph type="body" sz="quarter" idx="28" hasCustomPrompt="1"/>
          </p:nvPr>
        </p:nvSpPr>
        <p:spPr>
          <a:xfrm>
            <a:off x="635792" y="3893139"/>
            <a:ext cx="1468489" cy="230832"/>
          </a:xfrm>
          <a:prstGeom prst="rect">
            <a:avLst/>
          </a:prstGeom>
        </p:spPr>
        <p:txBody>
          <a:bodyPr lIns="0" tIns="0" rIns="0" bIns="0" anchor="b">
            <a:noAutofit/>
          </a:bodyPr>
          <a:lstStyle>
            <a:lvl1pPr marL="0" indent="0">
              <a:lnSpc>
                <a:spcPct val="70000"/>
              </a:lnSpc>
              <a:spcBef>
                <a:spcPts val="0"/>
              </a:spcBef>
              <a:buNone/>
              <a:defRPr sz="1200">
                <a:solidFill>
                  <a:schemeClr val="bg1"/>
                </a:solidFill>
                <a:latin typeface="+mj-lt"/>
              </a:defRPr>
            </a:lvl1pPr>
          </a:lstStyle>
          <a:p>
            <a:pPr lvl="0"/>
            <a:r>
              <a:rPr lang="en-US"/>
              <a:t>TITLE</a:t>
            </a:r>
          </a:p>
        </p:txBody>
      </p:sp>
      <p:sp>
        <p:nvSpPr>
          <p:cNvPr id="6" name="Text Placeholder 6">
            <a:extLst>
              <a:ext uri="{FF2B5EF4-FFF2-40B4-BE49-F238E27FC236}">
                <a16:creationId xmlns:a16="http://schemas.microsoft.com/office/drawing/2014/main" id="{B3C32817-64B5-CB9D-3DC5-E06A2D26B62B}"/>
              </a:ext>
            </a:extLst>
          </p:cNvPr>
          <p:cNvSpPr>
            <a:spLocks noGrp="1"/>
          </p:cNvSpPr>
          <p:nvPr>
            <p:ph type="body" sz="quarter" idx="29" hasCustomPrompt="1"/>
          </p:nvPr>
        </p:nvSpPr>
        <p:spPr>
          <a:xfrm>
            <a:off x="638610" y="3729920"/>
            <a:ext cx="1468489" cy="230832"/>
          </a:xfrm>
          <a:prstGeom prst="rect">
            <a:avLst/>
          </a:prstGeom>
        </p:spPr>
        <p:txBody>
          <a:bodyPr lIns="0" tIns="0" rIns="0" bIns="0" anchor="b">
            <a:noAutofit/>
          </a:bodyPr>
          <a:lstStyle>
            <a:lvl1pPr marL="0" indent="0">
              <a:lnSpc>
                <a:spcPct val="70000"/>
              </a:lnSpc>
              <a:spcBef>
                <a:spcPts val="0"/>
              </a:spcBef>
              <a:buNone/>
              <a:defRPr sz="1200">
                <a:solidFill>
                  <a:schemeClr val="accent3"/>
                </a:solidFill>
                <a:latin typeface="+mj-lt"/>
              </a:defRPr>
            </a:lvl1pPr>
          </a:lstStyle>
          <a:p>
            <a:pPr lvl="0"/>
            <a:r>
              <a:rPr lang="en-US"/>
              <a:t>TITLE</a:t>
            </a:r>
          </a:p>
        </p:txBody>
      </p:sp>
      <p:sp>
        <p:nvSpPr>
          <p:cNvPr id="8" name="Text Placeholder 14">
            <a:extLst>
              <a:ext uri="{FF2B5EF4-FFF2-40B4-BE49-F238E27FC236}">
                <a16:creationId xmlns:a16="http://schemas.microsoft.com/office/drawing/2014/main" id="{3EE0AB44-7464-D45C-2D27-BF5E906024B8}"/>
              </a:ext>
            </a:extLst>
          </p:cNvPr>
          <p:cNvSpPr>
            <a:spLocks noGrp="1"/>
          </p:cNvSpPr>
          <p:nvPr>
            <p:ph type="body" sz="quarter" idx="30" hasCustomPrompt="1"/>
          </p:nvPr>
        </p:nvSpPr>
        <p:spPr>
          <a:xfrm>
            <a:off x="632897" y="4212293"/>
            <a:ext cx="2195534" cy="323127"/>
          </a:xfrm>
        </p:spPr>
        <p:txBody>
          <a:bodyPr lIns="0" tIns="0" rIns="0" bIns="0">
            <a:noAutofit/>
          </a:bodyPr>
          <a:lstStyle>
            <a:lvl1pPr marL="0" indent="0">
              <a:lnSpc>
                <a:spcPct val="120000"/>
              </a:lnSpc>
              <a:spcBef>
                <a:spcPts val="0"/>
              </a:spcBef>
              <a:buNone/>
              <a:defRPr sz="900">
                <a:solidFill>
                  <a:schemeClr val="bg1"/>
                </a:solidFill>
              </a:defRPr>
            </a:lvl1pPr>
          </a:lstStyle>
          <a:p>
            <a:pPr lvl="0"/>
            <a:r>
              <a:rPr lang="en-US" err="1"/>
              <a:t>Name.surname@email.com</a:t>
            </a:r>
            <a:endParaRPr lang="en-US"/>
          </a:p>
          <a:p>
            <a:pPr lvl="0"/>
            <a:r>
              <a:rPr lang="en-US"/>
              <a:t>+1 000 0000000</a:t>
            </a:r>
          </a:p>
        </p:txBody>
      </p:sp>
      <p:sp>
        <p:nvSpPr>
          <p:cNvPr id="11" name="Text Placeholder 11">
            <a:extLst>
              <a:ext uri="{FF2B5EF4-FFF2-40B4-BE49-F238E27FC236}">
                <a16:creationId xmlns:a16="http://schemas.microsoft.com/office/drawing/2014/main" id="{6677FB7C-82F2-E294-C223-476723ACAB9A}"/>
              </a:ext>
            </a:extLst>
          </p:cNvPr>
          <p:cNvSpPr>
            <a:spLocks noGrp="1"/>
          </p:cNvSpPr>
          <p:nvPr>
            <p:ph type="body" sz="quarter" idx="31" hasCustomPrompt="1"/>
          </p:nvPr>
        </p:nvSpPr>
        <p:spPr>
          <a:xfrm>
            <a:off x="597037" y="2102323"/>
            <a:ext cx="3894263" cy="642937"/>
          </a:xfrm>
        </p:spPr>
        <p:txBody>
          <a:bodyPr lIns="0" tIns="0" rIns="0" bIns="0" anchor="ctr">
            <a:noAutofit/>
          </a:bodyPr>
          <a:lstStyle>
            <a:lvl1pPr marL="0" indent="0" algn="l">
              <a:buNone/>
              <a:defRPr sz="6750">
                <a:solidFill>
                  <a:schemeClr val="accent3"/>
                </a:solidFill>
                <a:latin typeface="+mj-lt"/>
              </a:defRPr>
            </a:lvl1pPr>
          </a:lstStyle>
          <a:p>
            <a:pPr lvl="0"/>
            <a:r>
              <a:rPr lang="en-US"/>
              <a:t>THANK YOU</a:t>
            </a:r>
          </a:p>
        </p:txBody>
      </p:sp>
    </p:spTree>
    <p:extLst>
      <p:ext uri="{BB962C8B-B14F-4D97-AF65-F5344CB8AC3E}">
        <p14:creationId xmlns:p14="http://schemas.microsoft.com/office/powerpoint/2010/main" val="3281318969"/>
      </p:ext>
    </p:extLst>
  </p:cSld>
  <p:clrMapOvr>
    <a:masterClrMapping/>
  </p:clrMapOvr>
  <p:transition spd="med"/>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userDrawn="1">
  <p:cSld name="Thank you 5">
    <p:bg>
      <p:bgPr>
        <a:solidFill>
          <a:srgbClr val="E7E696"/>
        </a:solidFill>
        <a:effectLst/>
      </p:bgPr>
    </p:bg>
    <p:spTree>
      <p:nvGrpSpPr>
        <p:cNvPr id="1" name=""/>
        <p:cNvGrpSpPr/>
        <p:nvPr/>
      </p:nvGrpSpPr>
      <p:grpSpPr>
        <a:xfrm>
          <a:off x="0" y="0"/>
          <a:ext cx="0" cy="0"/>
          <a:chOff x="0" y="0"/>
          <a:chExt cx="0" cy="0"/>
        </a:xfrm>
      </p:grpSpPr>
      <p:pic>
        <p:nvPicPr>
          <p:cNvPr id="2" name="Vector-1.svg" descr="Vector-1.svg">
            <a:extLst>
              <a:ext uri="{FF2B5EF4-FFF2-40B4-BE49-F238E27FC236}">
                <a16:creationId xmlns:a16="http://schemas.microsoft.com/office/drawing/2014/main" id="{CD1ABE10-8AAC-69F5-5F92-CFB025A44451}"/>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a:xfrm>
            <a:off x="0" y="0"/>
            <a:ext cx="6292142" cy="5143500"/>
          </a:xfrm>
          <a:prstGeom prst="rect">
            <a:avLst/>
          </a:prstGeom>
          <a:ln w="12700">
            <a:miter lim="400000"/>
          </a:ln>
        </p:spPr>
      </p:pic>
      <p:pic>
        <p:nvPicPr>
          <p:cNvPr id="9" name="CGC logo white.png" descr="CGC logo white.png">
            <a:extLst>
              <a:ext uri="{FF2B5EF4-FFF2-40B4-BE49-F238E27FC236}">
                <a16:creationId xmlns:a16="http://schemas.microsoft.com/office/drawing/2014/main" id="{AF7CD472-F33B-C076-6E76-A527E77FE7EA}"/>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285750" y="285750"/>
            <a:ext cx="1152091" cy="199818"/>
          </a:xfrm>
          <a:prstGeom prst="rect">
            <a:avLst/>
          </a:prstGeom>
          <a:ln w="12700">
            <a:miter lim="400000"/>
          </a:ln>
        </p:spPr>
      </p:pic>
      <p:sp>
        <p:nvSpPr>
          <p:cNvPr id="3" name="Text Placeholder 6">
            <a:extLst>
              <a:ext uri="{FF2B5EF4-FFF2-40B4-BE49-F238E27FC236}">
                <a16:creationId xmlns:a16="http://schemas.microsoft.com/office/drawing/2014/main" id="{CCA21A31-66D7-7280-58EC-FA18A47DBC63}"/>
              </a:ext>
            </a:extLst>
          </p:cNvPr>
          <p:cNvSpPr>
            <a:spLocks noGrp="1"/>
          </p:cNvSpPr>
          <p:nvPr>
            <p:ph type="body" sz="quarter" idx="28" hasCustomPrompt="1"/>
          </p:nvPr>
        </p:nvSpPr>
        <p:spPr>
          <a:xfrm>
            <a:off x="635792" y="3893139"/>
            <a:ext cx="1468489" cy="230832"/>
          </a:xfrm>
          <a:prstGeom prst="rect">
            <a:avLst/>
          </a:prstGeom>
        </p:spPr>
        <p:txBody>
          <a:bodyPr lIns="0" tIns="0" rIns="0" bIns="0" anchor="b">
            <a:noAutofit/>
          </a:bodyPr>
          <a:lstStyle>
            <a:lvl1pPr marL="0" indent="0">
              <a:lnSpc>
                <a:spcPct val="70000"/>
              </a:lnSpc>
              <a:spcBef>
                <a:spcPts val="0"/>
              </a:spcBef>
              <a:buNone/>
              <a:defRPr sz="1200">
                <a:solidFill>
                  <a:schemeClr val="bg1"/>
                </a:solidFill>
                <a:latin typeface="+mj-lt"/>
              </a:defRPr>
            </a:lvl1pPr>
          </a:lstStyle>
          <a:p>
            <a:pPr lvl="0"/>
            <a:r>
              <a:rPr lang="en-US"/>
              <a:t>TITLE</a:t>
            </a:r>
          </a:p>
        </p:txBody>
      </p:sp>
      <p:sp>
        <p:nvSpPr>
          <p:cNvPr id="4" name="Text Placeholder 6">
            <a:extLst>
              <a:ext uri="{FF2B5EF4-FFF2-40B4-BE49-F238E27FC236}">
                <a16:creationId xmlns:a16="http://schemas.microsoft.com/office/drawing/2014/main" id="{43312990-C76B-D2E9-AE03-30B5FBDD9B15}"/>
              </a:ext>
            </a:extLst>
          </p:cNvPr>
          <p:cNvSpPr>
            <a:spLocks noGrp="1"/>
          </p:cNvSpPr>
          <p:nvPr>
            <p:ph type="body" sz="quarter" idx="29" hasCustomPrompt="1"/>
          </p:nvPr>
        </p:nvSpPr>
        <p:spPr>
          <a:xfrm>
            <a:off x="638610" y="3729920"/>
            <a:ext cx="1468489" cy="230832"/>
          </a:xfrm>
          <a:prstGeom prst="rect">
            <a:avLst/>
          </a:prstGeom>
        </p:spPr>
        <p:txBody>
          <a:bodyPr lIns="0" tIns="0" rIns="0" bIns="0" anchor="b">
            <a:noAutofit/>
          </a:bodyPr>
          <a:lstStyle>
            <a:lvl1pPr marL="0" indent="0">
              <a:lnSpc>
                <a:spcPct val="70000"/>
              </a:lnSpc>
              <a:spcBef>
                <a:spcPts val="0"/>
              </a:spcBef>
              <a:buNone/>
              <a:defRPr sz="1200">
                <a:solidFill>
                  <a:schemeClr val="accent3"/>
                </a:solidFill>
                <a:latin typeface="+mj-lt"/>
              </a:defRPr>
            </a:lvl1pPr>
          </a:lstStyle>
          <a:p>
            <a:pPr lvl="0"/>
            <a:r>
              <a:rPr lang="en-US"/>
              <a:t>TITLE</a:t>
            </a:r>
          </a:p>
        </p:txBody>
      </p:sp>
      <p:sp>
        <p:nvSpPr>
          <p:cNvPr id="5" name="Text Placeholder 14">
            <a:extLst>
              <a:ext uri="{FF2B5EF4-FFF2-40B4-BE49-F238E27FC236}">
                <a16:creationId xmlns:a16="http://schemas.microsoft.com/office/drawing/2014/main" id="{A70A56E4-A1A8-054C-0EF5-736B60D23051}"/>
              </a:ext>
            </a:extLst>
          </p:cNvPr>
          <p:cNvSpPr>
            <a:spLocks noGrp="1"/>
          </p:cNvSpPr>
          <p:nvPr>
            <p:ph type="body" sz="quarter" idx="30" hasCustomPrompt="1"/>
          </p:nvPr>
        </p:nvSpPr>
        <p:spPr>
          <a:xfrm>
            <a:off x="632897" y="4212293"/>
            <a:ext cx="2195534" cy="323127"/>
          </a:xfrm>
        </p:spPr>
        <p:txBody>
          <a:bodyPr lIns="0" tIns="0" rIns="0" bIns="0">
            <a:noAutofit/>
          </a:bodyPr>
          <a:lstStyle>
            <a:lvl1pPr marL="0" indent="0">
              <a:lnSpc>
                <a:spcPct val="120000"/>
              </a:lnSpc>
              <a:spcBef>
                <a:spcPts val="0"/>
              </a:spcBef>
              <a:buNone/>
              <a:defRPr sz="900">
                <a:solidFill>
                  <a:schemeClr val="bg1"/>
                </a:solidFill>
              </a:defRPr>
            </a:lvl1pPr>
          </a:lstStyle>
          <a:p>
            <a:pPr lvl="0"/>
            <a:r>
              <a:rPr lang="en-US" err="1"/>
              <a:t>Name.surname@email.com</a:t>
            </a:r>
            <a:endParaRPr lang="en-US"/>
          </a:p>
          <a:p>
            <a:pPr lvl="0"/>
            <a:r>
              <a:rPr lang="en-US"/>
              <a:t>+1 000 0000000</a:t>
            </a:r>
          </a:p>
        </p:txBody>
      </p:sp>
      <p:sp>
        <p:nvSpPr>
          <p:cNvPr id="6" name="Text Placeholder 11">
            <a:extLst>
              <a:ext uri="{FF2B5EF4-FFF2-40B4-BE49-F238E27FC236}">
                <a16:creationId xmlns:a16="http://schemas.microsoft.com/office/drawing/2014/main" id="{870A636A-7FB8-2CDC-A371-B0BBFCADC6E3}"/>
              </a:ext>
            </a:extLst>
          </p:cNvPr>
          <p:cNvSpPr>
            <a:spLocks noGrp="1"/>
          </p:cNvSpPr>
          <p:nvPr>
            <p:ph type="body" sz="quarter" idx="31" hasCustomPrompt="1"/>
          </p:nvPr>
        </p:nvSpPr>
        <p:spPr>
          <a:xfrm>
            <a:off x="597037" y="2102323"/>
            <a:ext cx="3894263" cy="642937"/>
          </a:xfrm>
        </p:spPr>
        <p:txBody>
          <a:bodyPr lIns="0" tIns="0" rIns="0" bIns="0" anchor="ctr">
            <a:noAutofit/>
          </a:bodyPr>
          <a:lstStyle>
            <a:lvl1pPr marL="0" indent="0" algn="l">
              <a:buNone/>
              <a:defRPr sz="6750">
                <a:solidFill>
                  <a:schemeClr val="accent3"/>
                </a:solidFill>
                <a:latin typeface="+mj-lt"/>
              </a:defRPr>
            </a:lvl1pPr>
          </a:lstStyle>
          <a:p>
            <a:pPr lvl="0"/>
            <a:r>
              <a:rPr lang="en-US"/>
              <a:t>THANK YOU</a:t>
            </a:r>
          </a:p>
        </p:txBody>
      </p:sp>
    </p:spTree>
    <p:extLst>
      <p:ext uri="{BB962C8B-B14F-4D97-AF65-F5344CB8AC3E}">
        <p14:creationId xmlns:p14="http://schemas.microsoft.com/office/powerpoint/2010/main" val="2667026983"/>
      </p:ext>
    </p:extLst>
  </p:cSld>
  <p:clrMapOvr>
    <a:masterClrMapping/>
  </p:clrMapOvr>
  <p:transition spd="med"/>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Thank you 6">
    <p:bg>
      <p:bgPr>
        <a:solidFill>
          <a:srgbClr val="0F2240"/>
        </a:solidFill>
        <a:effectLst/>
      </p:bgPr>
    </p:bg>
    <p:spTree>
      <p:nvGrpSpPr>
        <p:cNvPr id="1" name=""/>
        <p:cNvGrpSpPr/>
        <p:nvPr/>
      </p:nvGrpSpPr>
      <p:grpSpPr>
        <a:xfrm>
          <a:off x="0" y="0"/>
          <a:ext cx="0" cy="0"/>
          <a:chOff x="0" y="0"/>
          <a:chExt cx="0" cy="0"/>
        </a:xfrm>
      </p:grpSpPr>
      <p:pic>
        <p:nvPicPr>
          <p:cNvPr id="9" name="CGC logo white.png" descr="CGC logo white.png">
            <a:extLst>
              <a:ext uri="{FF2B5EF4-FFF2-40B4-BE49-F238E27FC236}">
                <a16:creationId xmlns:a16="http://schemas.microsoft.com/office/drawing/2014/main" id="{AF7CD472-F33B-C076-6E76-A527E77FE7EA}"/>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85750" y="285750"/>
            <a:ext cx="1152091" cy="199818"/>
          </a:xfrm>
          <a:prstGeom prst="rect">
            <a:avLst/>
          </a:prstGeom>
          <a:ln w="12700">
            <a:miter lim="400000"/>
          </a:ln>
        </p:spPr>
      </p:pic>
      <p:sp>
        <p:nvSpPr>
          <p:cNvPr id="10" name="Text Placeholder 6">
            <a:extLst>
              <a:ext uri="{FF2B5EF4-FFF2-40B4-BE49-F238E27FC236}">
                <a16:creationId xmlns:a16="http://schemas.microsoft.com/office/drawing/2014/main" id="{E695A627-582D-0F1F-9F90-2C55DBB40939}"/>
              </a:ext>
            </a:extLst>
          </p:cNvPr>
          <p:cNvSpPr>
            <a:spLocks noGrp="1"/>
          </p:cNvSpPr>
          <p:nvPr>
            <p:ph type="body" sz="quarter" idx="22" hasCustomPrompt="1"/>
          </p:nvPr>
        </p:nvSpPr>
        <p:spPr>
          <a:xfrm>
            <a:off x="285750" y="4231181"/>
            <a:ext cx="1468489" cy="230832"/>
          </a:xfrm>
          <a:prstGeom prst="rect">
            <a:avLst/>
          </a:prstGeom>
        </p:spPr>
        <p:txBody>
          <a:bodyPr lIns="0" tIns="0" rIns="0" bIns="0" anchor="b">
            <a:noAutofit/>
          </a:bodyPr>
          <a:lstStyle>
            <a:lvl1pPr marL="0" indent="0">
              <a:lnSpc>
                <a:spcPct val="70000"/>
              </a:lnSpc>
              <a:spcBef>
                <a:spcPts val="0"/>
              </a:spcBef>
              <a:buNone/>
              <a:defRPr sz="1200">
                <a:solidFill>
                  <a:schemeClr val="bg1"/>
                </a:solidFill>
                <a:latin typeface="+mj-lt"/>
              </a:defRPr>
            </a:lvl1pPr>
          </a:lstStyle>
          <a:p>
            <a:pPr lvl="0"/>
            <a:r>
              <a:rPr lang="en-US"/>
              <a:t>TITLE</a:t>
            </a:r>
          </a:p>
        </p:txBody>
      </p:sp>
      <p:sp>
        <p:nvSpPr>
          <p:cNvPr id="13" name="Text Placeholder 6">
            <a:extLst>
              <a:ext uri="{FF2B5EF4-FFF2-40B4-BE49-F238E27FC236}">
                <a16:creationId xmlns:a16="http://schemas.microsoft.com/office/drawing/2014/main" id="{5D253C01-D4EA-A768-10F5-07CA229CF42D}"/>
              </a:ext>
            </a:extLst>
          </p:cNvPr>
          <p:cNvSpPr>
            <a:spLocks noGrp="1"/>
          </p:cNvSpPr>
          <p:nvPr>
            <p:ph type="body" sz="quarter" idx="24" hasCustomPrompt="1"/>
          </p:nvPr>
        </p:nvSpPr>
        <p:spPr>
          <a:xfrm>
            <a:off x="290235" y="4016468"/>
            <a:ext cx="1468489" cy="230832"/>
          </a:xfrm>
          <a:prstGeom prst="rect">
            <a:avLst/>
          </a:prstGeom>
        </p:spPr>
        <p:txBody>
          <a:bodyPr lIns="0" tIns="0" rIns="0" bIns="0" anchor="b">
            <a:noAutofit/>
          </a:bodyPr>
          <a:lstStyle>
            <a:lvl1pPr marL="0" indent="0">
              <a:lnSpc>
                <a:spcPct val="70000"/>
              </a:lnSpc>
              <a:spcBef>
                <a:spcPts val="0"/>
              </a:spcBef>
              <a:buNone/>
              <a:defRPr sz="1200">
                <a:solidFill>
                  <a:schemeClr val="accent3"/>
                </a:solidFill>
                <a:latin typeface="+mj-lt"/>
              </a:defRPr>
            </a:lvl1pPr>
          </a:lstStyle>
          <a:p>
            <a:pPr lvl="0"/>
            <a:r>
              <a:rPr lang="en-US"/>
              <a:t>TITLE</a:t>
            </a:r>
          </a:p>
        </p:txBody>
      </p:sp>
      <p:sp>
        <p:nvSpPr>
          <p:cNvPr id="14" name="Text Placeholder 14">
            <a:extLst>
              <a:ext uri="{FF2B5EF4-FFF2-40B4-BE49-F238E27FC236}">
                <a16:creationId xmlns:a16="http://schemas.microsoft.com/office/drawing/2014/main" id="{2E99DB92-486B-48CA-461F-22C31CD259E4}"/>
              </a:ext>
            </a:extLst>
          </p:cNvPr>
          <p:cNvSpPr>
            <a:spLocks noGrp="1"/>
          </p:cNvSpPr>
          <p:nvPr>
            <p:ph type="body" sz="quarter" idx="23" hasCustomPrompt="1"/>
          </p:nvPr>
        </p:nvSpPr>
        <p:spPr>
          <a:xfrm>
            <a:off x="285750" y="4539570"/>
            <a:ext cx="2195534" cy="360427"/>
          </a:xfrm>
        </p:spPr>
        <p:txBody>
          <a:bodyPr lIns="0" tIns="0" rIns="0" bIns="0">
            <a:noAutofit/>
          </a:bodyPr>
          <a:lstStyle>
            <a:lvl1pPr marL="0" indent="0">
              <a:lnSpc>
                <a:spcPct val="90000"/>
              </a:lnSpc>
              <a:spcBef>
                <a:spcPts val="0"/>
              </a:spcBef>
              <a:buNone/>
              <a:defRPr sz="900">
                <a:solidFill>
                  <a:schemeClr val="bg1"/>
                </a:solidFill>
              </a:defRPr>
            </a:lvl1pPr>
          </a:lstStyle>
          <a:p>
            <a:pPr lvl="0"/>
            <a:r>
              <a:rPr lang="en-US" err="1"/>
              <a:t>Name.surname@email.com</a:t>
            </a:r>
            <a:endParaRPr lang="en-US"/>
          </a:p>
          <a:p>
            <a:pPr lvl="0"/>
            <a:r>
              <a:rPr lang="en-US"/>
              <a:t>+1 000 0000000</a:t>
            </a:r>
          </a:p>
        </p:txBody>
      </p:sp>
      <p:pic>
        <p:nvPicPr>
          <p:cNvPr id="3" name="Rectangle.svg" descr="Rectangle.svg">
            <a:extLst>
              <a:ext uri="{FF2B5EF4-FFF2-40B4-BE49-F238E27FC236}">
                <a16:creationId xmlns:a16="http://schemas.microsoft.com/office/drawing/2014/main" id="{635CC0BC-8979-34A4-9909-4EF8F4782515}"/>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a:fillRect/>
          </a:stretch>
        </p:blipFill>
        <p:spPr>
          <a:xfrm>
            <a:off x="3548096" y="0"/>
            <a:ext cx="5595904" cy="5144033"/>
          </a:xfrm>
          <a:prstGeom prst="rect">
            <a:avLst/>
          </a:prstGeom>
          <a:ln w="12700">
            <a:miter lim="400000"/>
          </a:ln>
        </p:spPr>
      </p:pic>
      <p:sp>
        <p:nvSpPr>
          <p:cNvPr id="2" name="Text Placeholder 11">
            <a:extLst>
              <a:ext uri="{FF2B5EF4-FFF2-40B4-BE49-F238E27FC236}">
                <a16:creationId xmlns:a16="http://schemas.microsoft.com/office/drawing/2014/main" id="{D768ADBE-68AE-357A-94A6-C04777DB1609}"/>
              </a:ext>
            </a:extLst>
          </p:cNvPr>
          <p:cNvSpPr>
            <a:spLocks noGrp="1"/>
          </p:cNvSpPr>
          <p:nvPr>
            <p:ph type="body" sz="quarter" idx="27" hasCustomPrompt="1"/>
          </p:nvPr>
        </p:nvSpPr>
        <p:spPr>
          <a:xfrm>
            <a:off x="264262" y="3127555"/>
            <a:ext cx="3894263" cy="642937"/>
          </a:xfrm>
        </p:spPr>
        <p:txBody>
          <a:bodyPr lIns="0" tIns="0" rIns="0" bIns="0" anchor="ctr">
            <a:noAutofit/>
          </a:bodyPr>
          <a:lstStyle>
            <a:lvl1pPr marL="0" indent="0" algn="l">
              <a:buNone/>
              <a:defRPr sz="6000">
                <a:solidFill>
                  <a:schemeClr val="bg1"/>
                </a:solidFill>
                <a:latin typeface="+mj-lt"/>
              </a:defRPr>
            </a:lvl1pPr>
          </a:lstStyle>
          <a:p>
            <a:pPr lvl="0"/>
            <a:r>
              <a:rPr lang="en-US"/>
              <a:t>THANK YOU</a:t>
            </a:r>
          </a:p>
        </p:txBody>
      </p:sp>
    </p:spTree>
    <p:extLst>
      <p:ext uri="{BB962C8B-B14F-4D97-AF65-F5344CB8AC3E}">
        <p14:creationId xmlns:p14="http://schemas.microsoft.com/office/powerpoint/2010/main" val="4138042652"/>
      </p:ext>
    </p:extLst>
  </p:cSld>
  <p:clrMapOvr>
    <a:masterClrMapping/>
  </p:clrMapOvr>
  <p:transition spd="med"/>
  <p:extLst>
    <p:ext uri="{DCECCB84-F9BA-43D5-87BE-67443E8EF086}">
      <p15:sldGuideLst xmlns:p15="http://schemas.microsoft.com/office/powerpoint/2012/main">
        <p15:guide id="2" pos="2880">
          <p15:clr>
            <a:srgbClr val="FBAE4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type="tx">
  <p:cSld name="Blank, logo top left">
    <p:bg>
      <p:bgPr>
        <a:solidFill>
          <a:srgbClr val="FDFAF2"/>
        </a:solidFill>
        <a:effectLst/>
      </p:bgPr>
    </p:bg>
    <p:spTree>
      <p:nvGrpSpPr>
        <p:cNvPr id="1" name=""/>
        <p:cNvGrpSpPr/>
        <p:nvPr/>
      </p:nvGrpSpPr>
      <p:grpSpPr>
        <a:xfrm>
          <a:off x="0" y="0"/>
          <a:ext cx="0" cy="0"/>
          <a:chOff x="0" y="0"/>
          <a:chExt cx="0" cy="0"/>
        </a:xfrm>
      </p:grpSpPr>
      <p:pic>
        <p:nvPicPr>
          <p:cNvPr id="65" name="CGC logo.png" descr="CGC logo.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85750" y="285750"/>
            <a:ext cx="1152525" cy="199894"/>
          </a:xfrm>
          <a:prstGeom prst="rect">
            <a:avLst/>
          </a:prstGeom>
          <a:ln w="12700">
            <a:miter lim="400000"/>
          </a:ln>
        </p:spPr>
      </p:pic>
      <p:sp>
        <p:nvSpPr>
          <p:cNvPr id="66"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4162029064"/>
      </p:ext>
    </p:extLst>
  </p:cSld>
  <p:clrMapOvr>
    <a:masterClrMapping/>
  </p:clrMapOvr>
  <p:transition spd="med"/>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type="tx" preserve="1">
  <p:cSld name="Blank, logo top right">
    <p:bg>
      <p:bgPr>
        <a:solidFill>
          <a:srgbClr val="FDFAF2"/>
        </a:solidFill>
        <a:effectLst/>
      </p:bgPr>
    </p:bg>
    <p:spTree>
      <p:nvGrpSpPr>
        <p:cNvPr id="1" name=""/>
        <p:cNvGrpSpPr/>
        <p:nvPr/>
      </p:nvGrpSpPr>
      <p:grpSpPr>
        <a:xfrm>
          <a:off x="0" y="0"/>
          <a:ext cx="0" cy="0"/>
          <a:chOff x="0" y="0"/>
          <a:chExt cx="0" cy="0"/>
        </a:xfrm>
      </p:grpSpPr>
      <p:pic>
        <p:nvPicPr>
          <p:cNvPr id="65" name="CGC logo.png" descr="CGC logo.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705725" y="285750"/>
            <a:ext cx="1152525" cy="199894"/>
          </a:xfrm>
          <a:prstGeom prst="rect">
            <a:avLst/>
          </a:prstGeom>
          <a:ln w="12700">
            <a:miter lim="400000"/>
          </a:ln>
        </p:spPr>
      </p:pic>
      <p:sp>
        <p:nvSpPr>
          <p:cNvPr id="66"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880802595"/>
      </p:ext>
    </p:extLst>
  </p:cSld>
  <p:clrMapOvr>
    <a:masterClrMapping/>
  </p:clrMapOvr>
  <p:transition spd="med"/>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type="tx" preserve="1">
  <p:cSld name="Blank, logo bottom left">
    <p:bg>
      <p:bgPr>
        <a:solidFill>
          <a:srgbClr val="FDFAF2"/>
        </a:solidFill>
        <a:effectLst/>
      </p:bgPr>
    </p:bg>
    <p:spTree>
      <p:nvGrpSpPr>
        <p:cNvPr id="1" name=""/>
        <p:cNvGrpSpPr/>
        <p:nvPr/>
      </p:nvGrpSpPr>
      <p:grpSpPr>
        <a:xfrm>
          <a:off x="0" y="0"/>
          <a:ext cx="0" cy="0"/>
          <a:chOff x="0" y="0"/>
          <a:chExt cx="0" cy="0"/>
        </a:xfrm>
      </p:grpSpPr>
      <p:pic>
        <p:nvPicPr>
          <p:cNvPr id="65" name="CGC logo.png" descr="CGC logo.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85750" y="4751607"/>
            <a:ext cx="1152525" cy="199894"/>
          </a:xfrm>
          <a:prstGeom prst="rect">
            <a:avLst/>
          </a:prstGeom>
          <a:ln w="12700">
            <a:miter lim="400000"/>
          </a:ln>
        </p:spPr>
      </p:pic>
      <p:sp>
        <p:nvSpPr>
          <p:cNvPr id="66"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1144279149"/>
      </p:ext>
    </p:extLst>
  </p:cSld>
  <p:clrMapOvr>
    <a:masterClrMapping/>
  </p:clrMapOvr>
  <p:transition spd="med"/>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type="tx" preserve="1">
  <p:cSld name="Blank, black logo top left">
    <p:bg>
      <p:bgPr>
        <a:solidFill>
          <a:srgbClr val="FDFAF2"/>
        </a:solidFill>
        <a:effectLst/>
      </p:bgPr>
    </p:bg>
    <p:spTree>
      <p:nvGrpSpPr>
        <p:cNvPr id="1" name=""/>
        <p:cNvGrpSpPr/>
        <p:nvPr/>
      </p:nvGrpSpPr>
      <p:grpSpPr>
        <a:xfrm>
          <a:off x="0" y="0"/>
          <a:ext cx="0" cy="0"/>
          <a:chOff x="0" y="0"/>
          <a:chExt cx="0" cy="0"/>
        </a:xfrm>
      </p:grpSpPr>
      <p:pic>
        <p:nvPicPr>
          <p:cNvPr id="57" name="CGC logo black.png" descr="CGC logo black.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85750" y="285750"/>
            <a:ext cx="1152525" cy="199894"/>
          </a:xfrm>
          <a:prstGeom prst="rect">
            <a:avLst/>
          </a:prstGeom>
          <a:ln w="12700">
            <a:miter lim="400000"/>
          </a:ln>
        </p:spPr>
      </p:pic>
      <p:sp>
        <p:nvSpPr>
          <p:cNvPr id="5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2154675379"/>
      </p:ext>
    </p:extLst>
  </p:cSld>
  <p:clrMapOvr>
    <a:masterClrMapping/>
  </p:clrMapOvr>
  <p:transition spd="med"/>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type="tx" preserve="1">
  <p:cSld name="Blank, black logo top right">
    <p:bg>
      <p:bgPr>
        <a:solidFill>
          <a:srgbClr val="FDFAF2"/>
        </a:solidFill>
        <a:effectLst/>
      </p:bgPr>
    </p:bg>
    <p:spTree>
      <p:nvGrpSpPr>
        <p:cNvPr id="1" name=""/>
        <p:cNvGrpSpPr/>
        <p:nvPr/>
      </p:nvGrpSpPr>
      <p:grpSpPr>
        <a:xfrm>
          <a:off x="0" y="0"/>
          <a:ext cx="0" cy="0"/>
          <a:chOff x="0" y="0"/>
          <a:chExt cx="0" cy="0"/>
        </a:xfrm>
      </p:grpSpPr>
      <p:pic>
        <p:nvPicPr>
          <p:cNvPr id="57" name="CGC logo black.png" descr="CGC logo black.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705725" y="285750"/>
            <a:ext cx="1152525" cy="199894"/>
          </a:xfrm>
          <a:prstGeom prst="rect">
            <a:avLst/>
          </a:prstGeom>
          <a:ln w="12700">
            <a:miter lim="400000"/>
          </a:ln>
        </p:spPr>
      </p:pic>
      <p:sp>
        <p:nvSpPr>
          <p:cNvPr id="5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2708493414"/>
      </p:ext>
    </p:extLst>
  </p:cSld>
  <p:clrMapOvr>
    <a:masterClrMapping/>
  </p:clrMapOvr>
  <p:transition spd="med"/>
</p:sldLayout>
</file>

<file path=ppt/slideLayouts/slideLayout72.xml><?xml version="1.0" encoding="utf-8"?>
<p:sldLayout xmlns:a="http://schemas.openxmlformats.org/drawingml/2006/main" xmlns:r="http://schemas.openxmlformats.org/officeDocument/2006/relationships" xmlns:p="http://schemas.openxmlformats.org/presentationml/2006/main" showMasterSp="0" type="tx" preserve="1">
  <p:cSld name="Blank, black logo bottom left">
    <p:bg>
      <p:bgPr>
        <a:solidFill>
          <a:srgbClr val="FDFAF2"/>
        </a:solidFill>
        <a:effectLst/>
      </p:bgPr>
    </p:bg>
    <p:spTree>
      <p:nvGrpSpPr>
        <p:cNvPr id="1" name=""/>
        <p:cNvGrpSpPr/>
        <p:nvPr/>
      </p:nvGrpSpPr>
      <p:grpSpPr>
        <a:xfrm>
          <a:off x="0" y="0"/>
          <a:ext cx="0" cy="0"/>
          <a:chOff x="0" y="0"/>
          <a:chExt cx="0" cy="0"/>
        </a:xfrm>
      </p:grpSpPr>
      <p:pic>
        <p:nvPicPr>
          <p:cNvPr id="57" name="CGC logo black.png" descr="CGC logo black.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85750" y="4742518"/>
            <a:ext cx="1152525" cy="199894"/>
          </a:xfrm>
          <a:prstGeom prst="rect">
            <a:avLst/>
          </a:prstGeom>
          <a:ln w="12700">
            <a:miter lim="400000"/>
          </a:ln>
        </p:spPr>
      </p:pic>
      <p:sp>
        <p:nvSpPr>
          <p:cNvPr id="5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4182482119"/>
      </p:ext>
    </p:extLst>
  </p:cSld>
  <p:clrMapOvr>
    <a:masterClrMapping/>
  </p:clrMapOvr>
  <p:transition spd="med"/>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type="tx" preserve="1">
  <p:cSld name="blank burgundy">
    <p:bg>
      <p:bgPr>
        <a:solidFill>
          <a:srgbClr val="730B39"/>
        </a:solidFill>
        <a:effectLst/>
      </p:bgPr>
    </p:bg>
    <p:spTree>
      <p:nvGrpSpPr>
        <p:cNvPr id="1" name=""/>
        <p:cNvGrpSpPr/>
        <p:nvPr/>
      </p:nvGrpSpPr>
      <p:grpSpPr>
        <a:xfrm>
          <a:off x="0" y="0"/>
          <a:ext cx="0" cy="0"/>
          <a:chOff x="0" y="0"/>
          <a:chExt cx="0" cy="0"/>
        </a:xfrm>
      </p:grpSpPr>
      <p:sp>
        <p:nvSpPr>
          <p:cNvPr id="50" name="Slide Number"/>
          <p:cNvSpPr txBox="1">
            <a:spLocks noGrp="1"/>
          </p:cNvSpPr>
          <p:nvPr>
            <p:ph type="sldNum" sz="quarter" idx="2"/>
          </p:nvPr>
        </p:nvSpPr>
        <p:spPr>
          <a:prstGeom prst="rect">
            <a:avLst/>
          </a:prstGeom>
        </p:spPr>
        <p:txBody>
          <a:bodyPr/>
          <a:lstStyle>
            <a:lvl1pPr>
              <a:defRPr>
                <a:solidFill>
                  <a:srgbClr val="FFFFFF"/>
                </a:solidFill>
              </a:defRPr>
            </a:lvl1pPr>
          </a:lstStyle>
          <a:p>
            <a:fld id="{86CB4B4D-7CA3-9044-876B-883B54F8677D}" type="slidenum">
              <a:rPr lang="en-GB" smtClean="0"/>
              <a:pPr/>
              <a:t>‹#›</a:t>
            </a:fld>
            <a:endParaRPr lang="en-GB"/>
          </a:p>
        </p:txBody>
      </p:sp>
    </p:spTree>
    <p:extLst>
      <p:ext uri="{BB962C8B-B14F-4D97-AF65-F5344CB8AC3E}">
        <p14:creationId xmlns:p14="http://schemas.microsoft.com/office/powerpoint/2010/main" val="947841146"/>
      </p:ext>
    </p:extLst>
  </p:cSld>
  <p:clrMapOvr>
    <a:masterClrMapping/>
  </p:clrMapOvr>
  <p:transition spd="med"/>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type="tx" preserve="1">
  <p:cSld name="blank yellow">
    <p:bg>
      <p:bgPr>
        <a:solidFill>
          <a:srgbClr val="E7E696"/>
        </a:solidFill>
        <a:effectLst/>
      </p:bgPr>
    </p:bg>
    <p:spTree>
      <p:nvGrpSpPr>
        <p:cNvPr id="1" name=""/>
        <p:cNvGrpSpPr/>
        <p:nvPr/>
      </p:nvGrpSpPr>
      <p:grpSpPr>
        <a:xfrm>
          <a:off x="0" y="0"/>
          <a:ext cx="0" cy="0"/>
          <a:chOff x="0" y="0"/>
          <a:chExt cx="0" cy="0"/>
        </a:xfrm>
      </p:grpSpPr>
      <p:sp>
        <p:nvSpPr>
          <p:cNvPr id="50" name="Slide Number"/>
          <p:cNvSpPr txBox="1">
            <a:spLocks noGrp="1"/>
          </p:cNvSpPr>
          <p:nvPr>
            <p:ph type="sldNum" sz="quarter" idx="2"/>
          </p:nvPr>
        </p:nvSpPr>
        <p:spPr>
          <a:prstGeom prst="rect">
            <a:avLst/>
          </a:prstGeom>
        </p:spPr>
        <p:txBody>
          <a:bodyPr/>
          <a:lstStyle>
            <a:lvl1pPr>
              <a:defRPr>
                <a:solidFill>
                  <a:srgbClr val="0F2340"/>
                </a:solidFill>
              </a:defRPr>
            </a:lvl1pPr>
          </a:lstStyle>
          <a:p>
            <a:fld id="{86CB4B4D-7CA3-9044-876B-883B54F8677D}" type="slidenum">
              <a:rPr lang="en-GB" smtClean="0"/>
              <a:pPr/>
              <a:t>‹#›</a:t>
            </a:fld>
            <a:endParaRPr lang="en-GB"/>
          </a:p>
        </p:txBody>
      </p:sp>
    </p:spTree>
    <p:extLst>
      <p:ext uri="{BB962C8B-B14F-4D97-AF65-F5344CB8AC3E}">
        <p14:creationId xmlns:p14="http://schemas.microsoft.com/office/powerpoint/2010/main" val="489288052"/>
      </p:ext>
    </p:extLst>
  </p:cSld>
  <p:clrMapOvr>
    <a:masterClrMapping/>
  </p:clrMapOvr>
  <p:transition spd="med"/>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userDrawn="1">
  <p:cSld name="blank black">
    <p:bg>
      <p:bgPr>
        <a:solidFill>
          <a:srgbClr val="000000"/>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72500805"/>
      </p:ext>
    </p:extLst>
  </p:cSld>
  <p:clrMapOvr>
    <a:masterClrMapping/>
  </p:clrMapOvr>
  <p:transition spd="med"/>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preserve="1" userDrawn="1">
  <p:cSld name="image left + text right">
    <p:bg>
      <p:bgPr>
        <a:solidFill>
          <a:srgbClr val="FDFAF2"/>
        </a:solidFill>
        <a:effectLst/>
      </p:bgPr>
    </p:bg>
    <p:spTree>
      <p:nvGrpSpPr>
        <p:cNvPr id="1" name=""/>
        <p:cNvGrpSpPr/>
        <p:nvPr/>
      </p:nvGrpSpPr>
      <p:grpSpPr>
        <a:xfrm>
          <a:off x="0" y="0"/>
          <a:ext cx="0" cy="0"/>
          <a:chOff x="0" y="0"/>
          <a:chExt cx="0" cy="0"/>
        </a:xfrm>
      </p:grpSpPr>
      <p:sp>
        <p:nvSpPr>
          <p:cNvPr id="184" name="Slide Number"/>
          <p:cNvSpPr txBox="1">
            <a:spLocks noGrp="1"/>
          </p:cNvSpPr>
          <p:nvPr>
            <p:ph type="sldNum" sz="quarter" idx="2"/>
          </p:nvPr>
        </p:nvSpPr>
        <p:spPr>
          <a:prstGeom prst="rect">
            <a:avLst/>
          </a:prstGeom>
        </p:spPr>
        <p:txBody>
          <a:bodyPr/>
          <a:lstStyle>
            <a:lvl1pPr>
              <a:defRPr>
                <a:solidFill>
                  <a:schemeClr val="tx1"/>
                </a:solidFill>
              </a:defRPr>
            </a:lvl1pPr>
          </a:lstStyle>
          <a:p>
            <a:fld id="{86CB4B4D-7CA3-9044-876B-883B54F8677D}" type="slidenum">
              <a:rPr lang="en-GB" smtClean="0"/>
              <a:pPr/>
              <a:t>‹#›</a:t>
            </a:fld>
            <a:endParaRPr lang="en-GB"/>
          </a:p>
        </p:txBody>
      </p:sp>
      <p:sp>
        <p:nvSpPr>
          <p:cNvPr id="6" name="Picture Placeholder 5">
            <a:extLst>
              <a:ext uri="{FF2B5EF4-FFF2-40B4-BE49-F238E27FC236}">
                <a16:creationId xmlns:a16="http://schemas.microsoft.com/office/drawing/2014/main" id="{0322D216-DC00-EAB5-7D20-AEC077697228}"/>
              </a:ext>
            </a:extLst>
          </p:cNvPr>
          <p:cNvSpPr>
            <a:spLocks noGrp="1"/>
          </p:cNvSpPr>
          <p:nvPr>
            <p:ph type="pic" sz="quarter" idx="10"/>
          </p:nvPr>
        </p:nvSpPr>
        <p:spPr>
          <a:xfrm>
            <a:off x="0" y="0"/>
            <a:ext cx="4531688" cy="5143500"/>
          </a:xfrm>
          <a:prstGeom prst="rect">
            <a:avLst/>
          </a:prstGeom>
        </p:spPr>
        <p:txBody>
          <a:bodyPr/>
          <a:lstStyle/>
          <a:p>
            <a:endParaRPr lang="en-US"/>
          </a:p>
        </p:txBody>
      </p:sp>
      <p:sp>
        <p:nvSpPr>
          <p:cNvPr id="15" name="Text Placeholder 14">
            <a:extLst>
              <a:ext uri="{FF2B5EF4-FFF2-40B4-BE49-F238E27FC236}">
                <a16:creationId xmlns:a16="http://schemas.microsoft.com/office/drawing/2014/main" id="{4D7654DB-631C-DFCF-EF34-B99E8857C7B1}"/>
              </a:ext>
            </a:extLst>
          </p:cNvPr>
          <p:cNvSpPr>
            <a:spLocks noGrp="1"/>
          </p:cNvSpPr>
          <p:nvPr>
            <p:ph type="body" sz="quarter" idx="11" hasCustomPrompt="1"/>
          </p:nvPr>
        </p:nvSpPr>
        <p:spPr>
          <a:xfrm>
            <a:off x="5122948" y="1141939"/>
            <a:ext cx="3326488" cy="347472"/>
          </a:xfrm>
          <a:prstGeom prst="rect">
            <a:avLst/>
          </a:prstGeom>
        </p:spPr>
        <p:txBody>
          <a:bodyPr lIns="0" tIns="0" rIns="0" bIns="0" anchor="b">
            <a:noAutofit/>
          </a:bodyPr>
          <a:lstStyle>
            <a:lvl1pPr marL="0" marR="0" indent="0" algn="l" defTabSz="219075" rtl="0" eaLnBrk="1" fontAlgn="auto" latinLnBrk="0" hangingPunct="1">
              <a:lnSpc>
                <a:spcPct val="70000"/>
              </a:lnSpc>
              <a:spcBef>
                <a:spcPts val="900"/>
              </a:spcBef>
              <a:spcAft>
                <a:spcPts val="0"/>
              </a:spcAft>
              <a:buClr>
                <a:srgbClr val="57BEF0"/>
              </a:buClr>
              <a:buSzPct val="250000"/>
              <a:buFontTx/>
              <a:buNone/>
              <a:tabLst/>
              <a:defRPr sz="1850">
                <a:solidFill>
                  <a:schemeClr val="tx1"/>
                </a:solidFill>
                <a:latin typeface="+mj-lt"/>
              </a:defRPr>
            </a:lvl1pPr>
          </a:lstStyle>
          <a:p>
            <a:pPr marL="0" marR="0" lvl="0" indent="0" algn="l" defTabSz="219075" rtl="0" eaLnBrk="1" fontAlgn="auto" latinLnBrk="0" hangingPunct="1">
              <a:lnSpc>
                <a:spcPct val="100000"/>
              </a:lnSpc>
              <a:spcBef>
                <a:spcPts val="900"/>
              </a:spcBef>
              <a:spcAft>
                <a:spcPts val="0"/>
              </a:spcAft>
              <a:buClr>
                <a:srgbClr val="57BEF0"/>
              </a:buClr>
              <a:buSzPct val="250000"/>
              <a:buFontTx/>
              <a:buNone/>
              <a:tabLst/>
              <a:defRPr/>
            </a:pPr>
            <a:r>
              <a:rPr lang="en-US"/>
              <a:t>TITLE</a:t>
            </a:r>
          </a:p>
        </p:txBody>
      </p:sp>
      <p:sp>
        <p:nvSpPr>
          <p:cNvPr id="20" name="Text Placeholder 19">
            <a:extLst>
              <a:ext uri="{FF2B5EF4-FFF2-40B4-BE49-F238E27FC236}">
                <a16:creationId xmlns:a16="http://schemas.microsoft.com/office/drawing/2014/main" id="{384CAA40-DDD1-8FE0-5E0B-91020E4B52F0}"/>
              </a:ext>
            </a:extLst>
          </p:cNvPr>
          <p:cNvSpPr>
            <a:spLocks noGrp="1"/>
          </p:cNvSpPr>
          <p:nvPr>
            <p:ph type="body" sz="quarter" idx="13" hasCustomPrompt="1"/>
          </p:nvPr>
        </p:nvSpPr>
        <p:spPr>
          <a:xfrm>
            <a:off x="5122949" y="1500360"/>
            <a:ext cx="3326487" cy="2432304"/>
          </a:xfrm>
          <a:prstGeom prst="rect">
            <a:avLst/>
          </a:prstGeom>
        </p:spPr>
        <p:txBody>
          <a:bodyPr lIns="0" tIns="0" rIns="0" bIns="0">
            <a:noAutofit/>
          </a:bodyPr>
          <a:lstStyle>
            <a:lvl1pPr marL="0" indent="0">
              <a:lnSpc>
                <a:spcPct val="120000"/>
              </a:lnSpc>
              <a:spcBef>
                <a:spcPts val="0"/>
              </a:spcBef>
              <a:spcAft>
                <a:spcPts val="600"/>
              </a:spcAft>
              <a:buNone/>
              <a:defRPr sz="900">
                <a:solidFill>
                  <a:schemeClr val="tx1"/>
                </a:solidFill>
              </a:defRPr>
            </a:lvl1pPr>
          </a:lstStyle>
          <a:p>
            <a:pPr lvl="0"/>
            <a:r>
              <a:rPr lang="en-US"/>
              <a:t>text</a:t>
            </a:r>
          </a:p>
        </p:txBody>
      </p:sp>
    </p:spTree>
    <p:extLst>
      <p:ext uri="{BB962C8B-B14F-4D97-AF65-F5344CB8AC3E}">
        <p14:creationId xmlns:p14="http://schemas.microsoft.com/office/powerpoint/2010/main" val="1761328819"/>
      </p:ext>
    </p:extLst>
  </p:cSld>
  <p:clrMapOvr>
    <a:masterClrMapping/>
  </p:clrMapOvr>
  <p:transition spd="med"/>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text left + image over shape">
    <p:bg>
      <p:bgPr>
        <a:solidFill>
          <a:srgbClr val="FDFAF2"/>
        </a:solidFill>
        <a:effectLst/>
      </p:bgPr>
    </p:bg>
    <p:spTree>
      <p:nvGrpSpPr>
        <p:cNvPr id="1" name=""/>
        <p:cNvGrpSpPr/>
        <p:nvPr/>
      </p:nvGrpSpPr>
      <p:grpSpPr>
        <a:xfrm>
          <a:off x="0" y="0"/>
          <a:ext cx="0" cy="0"/>
          <a:chOff x="0" y="0"/>
          <a:chExt cx="0" cy="0"/>
        </a:xfrm>
      </p:grpSpPr>
      <p:sp>
        <p:nvSpPr>
          <p:cNvPr id="184" name="Slide Number"/>
          <p:cNvSpPr txBox="1">
            <a:spLocks noGrp="1"/>
          </p:cNvSpPr>
          <p:nvPr>
            <p:ph type="sldNum" sz="quarter" idx="2"/>
          </p:nvPr>
        </p:nvSpPr>
        <p:spPr>
          <a:prstGeom prst="rect">
            <a:avLst/>
          </a:prstGeom>
        </p:spPr>
        <p:txBody>
          <a:bodyPr/>
          <a:lstStyle>
            <a:lvl1pPr>
              <a:defRPr>
                <a:solidFill>
                  <a:schemeClr val="tx1"/>
                </a:solidFill>
              </a:defRPr>
            </a:lvl1pPr>
          </a:lstStyle>
          <a:p>
            <a:fld id="{86CB4B4D-7CA3-9044-876B-883B54F8677D}" type="slidenum">
              <a:rPr lang="en-GB" smtClean="0"/>
              <a:pPr/>
              <a:t>‹#›</a:t>
            </a:fld>
            <a:endParaRPr lang="en-GB"/>
          </a:p>
        </p:txBody>
      </p:sp>
      <p:sp>
        <p:nvSpPr>
          <p:cNvPr id="15" name="Text Placeholder 14">
            <a:extLst>
              <a:ext uri="{FF2B5EF4-FFF2-40B4-BE49-F238E27FC236}">
                <a16:creationId xmlns:a16="http://schemas.microsoft.com/office/drawing/2014/main" id="{4D7654DB-631C-DFCF-EF34-B99E8857C7B1}"/>
              </a:ext>
            </a:extLst>
          </p:cNvPr>
          <p:cNvSpPr>
            <a:spLocks noGrp="1"/>
          </p:cNvSpPr>
          <p:nvPr>
            <p:ph type="body" sz="quarter" idx="11" hasCustomPrompt="1"/>
          </p:nvPr>
        </p:nvSpPr>
        <p:spPr>
          <a:xfrm>
            <a:off x="672106" y="1312832"/>
            <a:ext cx="3326488" cy="342900"/>
          </a:xfrm>
          <a:prstGeom prst="rect">
            <a:avLst/>
          </a:prstGeom>
        </p:spPr>
        <p:txBody>
          <a:bodyPr lIns="0" tIns="0" rIns="0" bIns="0">
            <a:noAutofit/>
          </a:bodyPr>
          <a:lstStyle>
            <a:lvl1pPr marL="0" marR="0" indent="0" algn="l" defTabSz="219075" rtl="0" eaLnBrk="1" fontAlgn="auto" latinLnBrk="0" hangingPunct="1">
              <a:lnSpc>
                <a:spcPct val="100000"/>
              </a:lnSpc>
              <a:spcBef>
                <a:spcPts val="900"/>
              </a:spcBef>
              <a:spcAft>
                <a:spcPts val="0"/>
              </a:spcAft>
              <a:buClr>
                <a:srgbClr val="57BEF0"/>
              </a:buClr>
              <a:buSzPct val="250000"/>
              <a:buFontTx/>
              <a:buNone/>
              <a:tabLst/>
              <a:defRPr sz="1850">
                <a:solidFill>
                  <a:schemeClr val="tx1"/>
                </a:solidFill>
                <a:latin typeface="+mj-lt"/>
              </a:defRPr>
            </a:lvl1pPr>
          </a:lstStyle>
          <a:p>
            <a:pPr marL="0" marR="0" lvl="0" indent="0" algn="l" defTabSz="219075" rtl="0" eaLnBrk="1" fontAlgn="auto" latinLnBrk="0" hangingPunct="1">
              <a:lnSpc>
                <a:spcPct val="100000"/>
              </a:lnSpc>
              <a:spcBef>
                <a:spcPts val="900"/>
              </a:spcBef>
              <a:spcAft>
                <a:spcPts val="0"/>
              </a:spcAft>
              <a:buClr>
                <a:srgbClr val="57BEF0"/>
              </a:buClr>
              <a:buSzPct val="250000"/>
              <a:buFontTx/>
              <a:buNone/>
              <a:tabLst/>
              <a:defRPr/>
            </a:pPr>
            <a:r>
              <a:rPr lang="en-US"/>
              <a:t>TITLE</a:t>
            </a:r>
          </a:p>
        </p:txBody>
      </p:sp>
      <p:sp>
        <p:nvSpPr>
          <p:cNvPr id="20" name="Text Placeholder 19">
            <a:extLst>
              <a:ext uri="{FF2B5EF4-FFF2-40B4-BE49-F238E27FC236}">
                <a16:creationId xmlns:a16="http://schemas.microsoft.com/office/drawing/2014/main" id="{384CAA40-DDD1-8FE0-5E0B-91020E4B52F0}"/>
              </a:ext>
            </a:extLst>
          </p:cNvPr>
          <p:cNvSpPr>
            <a:spLocks noGrp="1"/>
          </p:cNvSpPr>
          <p:nvPr>
            <p:ph type="body" sz="quarter" idx="13" hasCustomPrompt="1"/>
          </p:nvPr>
        </p:nvSpPr>
        <p:spPr>
          <a:xfrm>
            <a:off x="672107" y="1694902"/>
            <a:ext cx="3326487" cy="2199179"/>
          </a:xfrm>
          <a:prstGeom prst="rect">
            <a:avLst/>
          </a:prstGeom>
        </p:spPr>
        <p:txBody>
          <a:bodyPr lIns="0" tIns="0" rIns="0" bIns="0">
            <a:noAutofit/>
          </a:bodyPr>
          <a:lstStyle>
            <a:lvl1pPr marL="0" indent="0">
              <a:lnSpc>
                <a:spcPct val="120000"/>
              </a:lnSpc>
              <a:spcBef>
                <a:spcPts val="0"/>
              </a:spcBef>
              <a:spcAft>
                <a:spcPts val="600"/>
              </a:spcAft>
              <a:buNone/>
              <a:defRPr sz="900">
                <a:solidFill>
                  <a:schemeClr val="tx1"/>
                </a:solidFill>
              </a:defRPr>
            </a:lvl1pPr>
          </a:lstStyle>
          <a:p>
            <a:pPr lvl="0"/>
            <a:r>
              <a:rPr lang="en-US"/>
              <a:t>text</a:t>
            </a:r>
          </a:p>
        </p:txBody>
      </p:sp>
      <p:pic>
        <p:nvPicPr>
          <p:cNvPr id="2" name="Rectangle 355-5.svg" descr="Rectangle 355-5.svg">
            <a:extLst>
              <a:ext uri="{FF2B5EF4-FFF2-40B4-BE49-F238E27FC236}">
                <a16:creationId xmlns:a16="http://schemas.microsoft.com/office/drawing/2014/main" id="{EDAD1D9D-0B93-B0A0-A351-2E6AF5D75854}"/>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5860083" y="1655732"/>
            <a:ext cx="2945392" cy="2945392"/>
          </a:xfrm>
          <a:prstGeom prst="rect">
            <a:avLst/>
          </a:prstGeom>
          <a:ln w="12700">
            <a:miter lim="400000"/>
          </a:ln>
        </p:spPr>
      </p:pic>
      <p:pic>
        <p:nvPicPr>
          <p:cNvPr id="9" name="CGC logo.png" descr="CGC logo.png">
            <a:extLst>
              <a:ext uri="{FF2B5EF4-FFF2-40B4-BE49-F238E27FC236}">
                <a16:creationId xmlns:a16="http://schemas.microsoft.com/office/drawing/2014/main" id="{F5D0896A-85F3-2FA7-58ED-F35C784639C4}"/>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285750" y="285750"/>
            <a:ext cx="1152525" cy="199894"/>
          </a:xfrm>
          <a:prstGeom prst="rect">
            <a:avLst/>
          </a:prstGeom>
          <a:ln w="12700">
            <a:miter lim="400000"/>
          </a:ln>
        </p:spPr>
      </p:pic>
      <p:sp>
        <p:nvSpPr>
          <p:cNvPr id="5" name="Picture Placeholder 3">
            <a:extLst>
              <a:ext uri="{FF2B5EF4-FFF2-40B4-BE49-F238E27FC236}">
                <a16:creationId xmlns:a16="http://schemas.microsoft.com/office/drawing/2014/main" id="{ADBEFD21-00E0-E65E-518E-CE56E87FF39A}"/>
              </a:ext>
            </a:extLst>
          </p:cNvPr>
          <p:cNvSpPr>
            <a:spLocks noGrp="1"/>
          </p:cNvSpPr>
          <p:nvPr>
            <p:ph type="pic" sz="quarter" idx="15"/>
          </p:nvPr>
        </p:nvSpPr>
        <p:spPr>
          <a:xfrm>
            <a:off x="5660967" y="733833"/>
            <a:ext cx="2222445" cy="2846780"/>
          </a:xfrm>
        </p:spPr>
        <p:txBody>
          <a:bodyPr/>
          <a:lstStyle/>
          <a:p>
            <a:endParaRPr lang="en-US"/>
          </a:p>
        </p:txBody>
      </p:sp>
    </p:spTree>
    <p:extLst>
      <p:ext uri="{BB962C8B-B14F-4D97-AF65-F5344CB8AC3E}">
        <p14:creationId xmlns:p14="http://schemas.microsoft.com/office/powerpoint/2010/main" val="3994637511"/>
      </p:ext>
    </p:extLst>
  </p:cSld>
  <p:clrMapOvr>
    <a:masterClrMapping/>
  </p:clrMapOvr>
  <p:transition spd="med"/>
</p:sldLayout>
</file>

<file path=ppt/slideLayouts/slideLayout78.xml><?xml version="1.0" encoding="utf-8"?>
<p:sldLayout xmlns:a="http://schemas.openxmlformats.org/drawingml/2006/main" xmlns:r="http://schemas.openxmlformats.org/officeDocument/2006/relationships" xmlns:p="http://schemas.openxmlformats.org/presentationml/2006/main" showMasterSp="0" preserve="1" userDrawn="1">
  <p:cSld name="3 column title, subtitle, text - shape">
    <p:bg>
      <p:bgPr>
        <a:solidFill>
          <a:srgbClr val="FDFAF2"/>
        </a:solidFill>
        <a:effectLst/>
      </p:bgPr>
    </p:bg>
    <p:spTree>
      <p:nvGrpSpPr>
        <p:cNvPr id="1" name=""/>
        <p:cNvGrpSpPr/>
        <p:nvPr/>
      </p:nvGrpSpPr>
      <p:grpSpPr>
        <a:xfrm>
          <a:off x="0" y="0"/>
          <a:ext cx="0" cy="0"/>
          <a:chOff x="0" y="0"/>
          <a:chExt cx="0" cy="0"/>
        </a:xfrm>
      </p:grpSpPr>
      <p:sp>
        <p:nvSpPr>
          <p:cNvPr id="184" name="Slide Number"/>
          <p:cNvSpPr txBox="1">
            <a:spLocks noGrp="1"/>
          </p:cNvSpPr>
          <p:nvPr>
            <p:ph type="sldNum" sz="quarter" idx="2"/>
          </p:nvPr>
        </p:nvSpPr>
        <p:spPr>
          <a:prstGeom prst="rect">
            <a:avLst/>
          </a:prstGeom>
        </p:spPr>
        <p:txBody>
          <a:bodyPr/>
          <a:lstStyle/>
          <a:p>
            <a:fld id="{86CB4B4D-7CA3-9044-876B-883B54F8677D}" type="slidenum">
              <a:t>‹#›</a:t>
            </a:fld>
            <a:endParaRPr/>
          </a:p>
        </p:txBody>
      </p:sp>
      <p:pic>
        <p:nvPicPr>
          <p:cNvPr id="9" name="CGC logo.png" descr="CGC logo.png">
            <a:extLst>
              <a:ext uri="{FF2B5EF4-FFF2-40B4-BE49-F238E27FC236}">
                <a16:creationId xmlns:a16="http://schemas.microsoft.com/office/drawing/2014/main" id="{F5D0896A-85F3-2FA7-58ED-F35C784639C4}"/>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285750" y="285750"/>
            <a:ext cx="1152525" cy="199894"/>
          </a:xfrm>
          <a:prstGeom prst="rect">
            <a:avLst/>
          </a:prstGeom>
          <a:ln w="12700">
            <a:miter lim="400000"/>
          </a:ln>
        </p:spPr>
      </p:pic>
      <p:pic>
        <p:nvPicPr>
          <p:cNvPr id="3" name="Rectangle 355-3.svg" descr="Rectangle 355-3.svg">
            <a:extLst>
              <a:ext uri="{FF2B5EF4-FFF2-40B4-BE49-F238E27FC236}">
                <a16:creationId xmlns:a16="http://schemas.microsoft.com/office/drawing/2014/main" id="{F696256A-902A-C409-DEBD-DC3505EED6AE}"/>
              </a:ext>
            </a:extLst>
          </p:cNvPr>
          <p:cNvPicPr>
            <a:picLocks noChangeAspect="1"/>
          </p:cNvPicPr>
          <p:nvPr userDrawn="1"/>
        </p:nvPicPr>
        <p:blipFill>
          <a:blip r:embed="rId3" cstate="hqprint">
            <a:extLst>
              <a:ext uri="{28A0092B-C50C-407E-A947-70E740481C1C}">
                <a14:useLocalDpi xmlns:a14="http://schemas.microsoft.com/office/drawing/2010/main"/>
              </a:ext>
            </a:extLst>
          </a:blip>
          <a:srcRect/>
          <a:stretch>
            <a:fillRect/>
          </a:stretch>
        </p:blipFill>
        <p:spPr>
          <a:xfrm flipH="1">
            <a:off x="4974600" y="3603001"/>
            <a:ext cx="4169399" cy="1540499"/>
          </a:xfrm>
          <a:prstGeom prst="rect">
            <a:avLst/>
          </a:prstGeom>
          <a:ln w="12700">
            <a:miter lim="400000"/>
          </a:ln>
        </p:spPr>
      </p:pic>
      <p:sp>
        <p:nvSpPr>
          <p:cNvPr id="10" name="Text Placeholder 14">
            <a:extLst>
              <a:ext uri="{FF2B5EF4-FFF2-40B4-BE49-F238E27FC236}">
                <a16:creationId xmlns:a16="http://schemas.microsoft.com/office/drawing/2014/main" id="{C27AA178-17F0-961D-039E-91F1D0A82817}"/>
              </a:ext>
            </a:extLst>
          </p:cNvPr>
          <p:cNvSpPr>
            <a:spLocks noGrp="1"/>
          </p:cNvSpPr>
          <p:nvPr>
            <p:ph type="body" sz="quarter" idx="11" hasCustomPrompt="1"/>
          </p:nvPr>
        </p:nvSpPr>
        <p:spPr>
          <a:xfrm>
            <a:off x="547999" y="1075402"/>
            <a:ext cx="3326488" cy="342900"/>
          </a:xfrm>
          <a:prstGeom prst="rect">
            <a:avLst/>
          </a:prstGeom>
        </p:spPr>
        <p:txBody>
          <a:bodyPr lIns="0" tIns="0" rIns="0" bIns="0">
            <a:noAutofit/>
          </a:bodyPr>
          <a:lstStyle>
            <a:lvl1pPr marL="0" marR="0" indent="0" algn="l" defTabSz="219075" rtl="0" eaLnBrk="1" fontAlgn="auto" latinLnBrk="0" hangingPunct="1">
              <a:lnSpc>
                <a:spcPct val="100000"/>
              </a:lnSpc>
              <a:spcBef>
                <a:spcPts val="900"/>
              </a:spcBef>
              <a:spcAft>
                <a:spcPts val="0"/>
              </a:spcAft>
              <a:buClr>
                <a:srgbClr val="57BEF0"/>
              </a:buClr>
              <a:buSzPct val="250000"/>
              <a:buFontTx/>
              <a:buNone/>
              <a:tabLst/>
              <a:defRPr sz="1850">
                <a:solidFill>
                  <a:schemeClr val="tx1"/>
                </a:solidFill>
                <a:latin typeface="+mj-lt"/>
              </a:defRPr>
            </a:lvl1pPr>
          </a:lstStyle>
          <a:p>
            <a:pPr marL="0" marR="0" lvl="0" indent="0" algn="l" defTabSz="219075" rtl="0" eaLnBrk="1" fontAlgn="auto" latinLnBrk="0" hangingPunct="1">
              <a:lnSpc>
                <a:spcPct val="100000"/>
              </a:lnSpc>
              <a:spcBef>
                <a:spcPts val="900"/>
              </a:spcBef>
              <a:spcAft>
                <a:spcPts val="0"/>
              </a:spcAft>
              <a:buClr>
                <a:srgbClr val="57BEF0"/>
              </a:buClr>
              <a:buSzPct val="250000"/>
              <a:buFontTx/>
              <a:buNone/>
              <a:tabLst/>
              <a:defRPr/>
            </a:pPr>
            <a:r>
              <a:rPr lang="en-US"/>
              <a:t>TITLE</a:t>
            </a:r>
          </a:p>
        </p:txBody>
      </p:sp>
      <p:sp>
        <p:nvSpPr>
          <p:cNvPr id="18" name="Text Placeholder 17">
            <a:extLst>
              <a:ext uri="{FF2B5EF4-FFF2-40B4-BE49-F238E27FC236}">
                <a16:creationId xmlns:a16="http://schemas.microsoft.com/office/drawing/2014/main" id="{5318441B-8F84-93BA-F574-CAEC7A168CC9}"/>
              </a:ext>
            </a:extLst>
          </p:cNvPr>
          <p:cNvSpPr>
            <a:spLocks noGrp="1"/>
          </p:cNvSpPr>
          <p:nvPr>
            <p:ph type="body" sz="quarter" idx="16" hasCustomPrompt="1"/>
          </p:nvPr>
        </p:nvSpPr>
        <p:spPr>
          <a:xfrm>
            <a:off x="547998" y="1769935"/>
            <a:ext cx="2486209" cy="238125"/>
          </a:xfrm>
          <a:prstGeom prst="rect">
            <a:avLst/>
          </a:prstGeom>
        </p:spPr>
        <p:txBody>
          <a:bodyPr lIns="0" tIns="0" rIns="0" bIns="0">
            <a:noAutofit/>
          </a:bodyPr>
          <a:lstStyle>
            <a:lvl1pPr marL="0" indent="0">
              <a:buNone/>
              <a:defRPr sz="1100">
                <a:solidFill>
                  <a:schemeClr val="tx1"/>
                </a:solidFill>
                <a:latin typeface="+mj-lt"/>
              </a:defRPr>
            </a:lvl1pPr>
          </a:lstStyle>
          <a:p>
            <a:pPr lvl="0"/>
            <a:r>
              <a:rPr lang="en-US"/>
              <a:t>TITLE </a:t>
            </a:r>
          </a:p>
        </p:txBody>
      </p:sp>
      <p:sp>
        <p:nvSpPr>
          <p:cNvPr id="21" name="Text Placeholder 17">
            <a:extLst>
              <a:ext uri="{FF2B5EF4-FFF2-40B4-BE49-F238E27FC236}">
                <a16:creationId xmlns:a16="http://schemas.microsoft.com/office/drawing/2014/main" id="{AC7682A7-69D4-3946-48D8-D9E74DB3D18F}"/>
              </a:ext>
            </a:extLst>
          </p:cNvPr>
          <p:cNvSpPr>
            <a:spLocks noGrp="1"/>
          </p:cNvSpPr>
          <p:nvPr>
            <p:ph type="body" sz="quarter" idx="18" hasCustomPrompt="1"/>
          </p:nvPr>
        </p:nvSpPr>
        <p:spPr>
          <a:xfrm>
            <a:off x="3402958" y="1769935"/>
            <a:ext cx="2486209" cy="238125"/>
          </a:xfrm>
          <a:prstGeom prst="rect">
            <a:avLst/>
          </a:prstGeom>
        </p:spPr>
        <p:txBody>
          <a:bodyPr lIns="0" tIns="0" rIns="0" bIns="0">
            <a:noAutofit/>
          </a:bodyPr>
          <a:lstStyle>
            <a:lvl1pPr marL="0" indent="0">
              <a:buNone/>
              <a:defRPr sz="1100">
                <a:solidFill>
                  <a:schemeClr val="tx1"/>
                </a:solidFill>
                <a:latin typeface="+mj-lt"/>
              </a:defRPr>
            </a:lvl1pPr>
          </a:lstStyle>
          <a:p>
            <a:pPr lvl="0"/>
            <a:r>
              <a:rPr lang="en-US"/>
              <a:t>TITLE </a:t>
            </a:r>
          </a:p>
        </p:txBody>
      </p:sp>
      <p:sp>
        <p:nvSpPr>
          <p:cNvPr id="24" name="Text Placeholder 17">
            <a:extLst>
              <a:ext uri="{FF2B5EF4-FFF2-40B4-BE49-F238E27FC236}">
                <a16:creationId xmlns:a16="http://schemas.microsoft.com/office/drawing/2014/main" id="{CE0DC798-6C6D-18D8-2531-E99CB19E7F25}"/>
              </a:ext>
            </a:extLst>
          </p:cNvPr>
          <p:cNvSpPr>
            <a:spLocks noGrp="1"/>
          </p:cNvSpPr>
          <p:nvPr>
            <p:ph type="body" sz="quarter" idx="20" hasCustomPrompt="1"/>
          </p:nvPr>
        </p:nvSpPr>
        <p:spPr>
          <a:xfrm>
            <a:off x="6257918" y="1769934"/>
            <a:ext cx="2486209" cy="238125"/>
          </a:xfrm>
          <a:prstGeom prst="rect">
            <a:avLst/>
          </a:prstGeom>
        </p:spPr>
        <p:txBody>
          <a:bodyPr lIns="0" tIns="0" rIns="0" bIns="0">
            <a:noAutofit/>
          </a:bodyPr>
          <a:lstStyle>
            <a:lvl1pPr marL="0" indent="0">
              <a:buNone/>
              <a:defRPr sz="1100">
                <a:solidFill>
                  <a:schemeClr val="tx1"/>
                </a:solidFill>
                <a:latin typeface="+mj-lt"/>
              </a:defRPr>
            </a:lvl1pPr>
          </a:lstStyle>
          <a:p>
            <a:pPr lvl="0"/>
            <a:r>
              <a:rPr lang="en-US"/>
              <a:t>TITLE </a:t>
            </a:r>
          </a:p>
        </p:txBody>
      </p:sp>
      <p:sp>
        <p:nvSpPr>
          <p:cNvPr id="14" name="Text Placeholder 19">
            <a:extLst>
              <a:ext uri="{FF2B5EF4-FFF2-40B4-BE49-F238E27FC236}">
                <a16:creationId xmlns:a16="http://schemas.microsoft.com/office/drawing/2014/main" id="{40AC698F-4339-B95D-EF90-0BC4756572BA}"/>
              </a:ext>
            </a:extLst>
          </p:cNvPr>
          <p:cNvSpPr>
            <a:spLocks noGrp="1"/>
          </p:cNvSpPr>
          <p:nvPr>
            <p:ph type="body" sz="quarter" idx="13" hasCustomPrompt="1"/>
          </p:nvPr>
        </p:nvSpPr>
        <p:spPr>
          <a:xfrm>
            <a:off x="547997" y="2010703"/>
            <a:ext cx="2486209" cy="1787525"/>
          </a:xfrm>
          <a:prstGeom prst="rect">
            <a:avLst/>
          </a:prstGeom>
        </p:spPr>
        <p:txBody>
          <a:bodyPr lIns="0" tIns="0" rIns="0" bIns="0">
            <a:noAutofit/>
          </a:bodyPr>
          <a:lstStyle>
            <a:lvl1pPr marL="0" indent="0">
              <a:lnSpc>
                <a:spcPct val="120000"/>
              </a:lnSpc>
              <a:spcBef>
                <a:spcPts val="0"/>
              </a:spcBef>
              <a:spcAft>
                <a:spcPts val="600"/>
              </a:spcAft>
              <a:buNone/>
              <a:defRPr sz="900">
                <a:solidFill>
                  <a:schemeClr val="tx1"/>
                </a:solidFill>
              </a:defRPr>
            </a:lvl1pPr>
          </a:lstStyle>
          <a:p>
            <a:pPr lvl="0"/>
            <a:r>
              <a:rPr lang="en-US"/>
              <a:t>text</a:t>
            </a:r>
          </a:p>
        </p:txBody>
      </p:sp>
      <p:sp>
        <p:nvSpPr>
          <p:cNvPr id="15" name="Text Placeholder 19">
            <a:extLst>
              <a:ext uri="{FF2B5EF4-FFF2-40B4-BE49-F238E27FC236}">
                <a16:creationId xmlns:a16="http://schemas.microsoft.com/office/drawing/2014/main" id="{19747F4A-05B5-D2B2-81BF-0F91A3786FD7}"/>
              </a:ext>
            </a:extLst>
          </p:cNvPr>
          <p:cNvSpPr>
            <a:spLocks noGrp="1"/>
          </p:cNvSpPr>
          <p:nvPr>
            <p:ph type="body" sz="quarter" idx="21" hasCustomPrompt="1"/>
          </p:nvPr>
        </p:nvSpPr>
        <p:spPr>
          <a:xfrm>
            <a:off x="3401556" y="2010703"/>
            <a:ext cx="2486209" cy="1787525"/>
          </a:xfrm>
          <a:prstGeom prst="rect">
            <a:avLst/>
          </a:prstGeom>
        </p:spPr>
        <p:txBody>
          <a:bodyPr lIns="0" tIns="0" rIns="0" bIns="0">
            <a:noAutofit/>
          </a:bodyPr>
          <a:lstStyle>
            <a:lvl1pPr marL="0" indent="0">
              <a:lnSpc>
                <a:spcPct val="120000"/>
              </a:lnSpc>
              <a:spcBef>
                <a:spcPts val="0"/>
              </a:spcBef>
              <a:spcAft>
                <a:spcPts val="600"/>
              </a:spcAft>
              <a:buNone/>
              <a:defRPr sz="900">
                <a:solidFill>
                  <a:schemeClr val="tx1"/>
                </a:solidFill>
              </a:defRPr>
            </a:lvl1pPr>
          </a:lstStyle>
          <a:p>
            <a:pPr lvl="0"/>
            <a:r>
              <a:rPr lang="en-US"/>
              <a:t>text</a:t>
            </a:r>
          </a:p>
        </p:txBody>
      </p:sp>
      <p:sp>
        <p:nvSpPr>
          <p:cNvPr id="16" name="Text Placeholder 19">
            <a:extLst>
              <a:ext uri="{FF2B5EF4-FFF2-40B4-BE49-F238E27FC236}">
                <a16:creationId xmlns:a16="http://schemas.microsoft.com/office/drawing/2014/main" id="{F7D78868-E68F-F570-D452-0A9B519581A4}"/>
              </a:ext>
            </a:extLst>
          </p:cNvPr>
          <p:cNvSpPr>
            <a:spLocks noGrp="1"/>
          </p:cNvSpPr>
          <p:nvPr>
            <p:ph type="body" sz="quarter" idx="22" hasCustomPrompt="1"/>
          </p:nvPr>
        </p:nvSpPr>
        <p:spPr>
          <a:xfrm>
            <a:off x="6255115" y="2010703"/>
            <a:ext cx="2486209" cy="1787525"/>
          </a:xfrm>
          <a:prstGeom prst="rect">
            <a:avLst/>
          </a:prstGeom>
        </p:spPr>
        <p:txBody>
          <a:bodyPr lIns="0" tIns="0" rIns="0" bIns="0">
            <a:noAutofit/>
          </a:bodyPr>
          <a:lstStyle>
            <a:lvl1pPr marL="0" indent="0">
              <a:lnSpc>
                <a:spcPct val="120000"/>
              </a:lnSpc>
              <a:spcBef>
                <a:spcPts val="0"/>
              </a:spcBef>
              <a:spcAft>
                <a:spcPts val="600"/>
              </a:spcAft>
              <a:buNone/>
              <a:defRPr sz="900">
                <a:solidFill>
                  <a:schemeClr val="tx1"/>
                </a:solidFill>
              </a:defRPr>
            </a:lvl1pPr>
          </a:lstStyle>
          <a:p>
            <a:pPr lvl="0"/>
            <a:r>
              <a:rPr lang="en-US"/>
              <a:t>text</a:t>
            </a:r>
          </a:p>
        </p:txBody>
      </p:sp>
    </p:spTree>
    <p:extLst>
      <p:ext uri="{BB962C8B-B14F-4D97-AF65-F5344CB8AC3E}">
        <p14:creationId xmlns:p14="http://schemas.microsoft.com/office/powerpoint/2010/main" val="2645937393"/>
      </p:ext>
    </p:extLst>
  </p:cSld>
  <p:clrMapOvr>
    <a:masterClrMapping/>
  </p:clrMapOvr>
  <p:transition spd="med"/>
</p:sldLayout>
</file>

<file path=ppt/slideLayouts/slideLayout79.xml><?xml version="1.0" encoding="utf-8"?>
<p:sldLayout xmlns:a="http://schemas.openxmlformats.org/drawingml/2006/main" xmlns:r="http://schemas.openxmlformats.org/officeDocument/2006/relationships" xmlns:p="http://schemas.openxmlformats.org/presentationml/2006/main" showMasterSp="0" preserve="1" userDrawn="1">
  <p:cSld name="3 column title, subtitle, text - long">
    <p:bg>
      <p:bgPr>
        <a:solidFill>
          <a:srgbClr val="FDFAF2"/>
        </a:solidFill>
        <a:effectLst/>
      </p:bgPr>
    </p:bg>
    <p:spTree>
      <p:nvGrpSpPr>
        <p:cNvPr id="1" name=""/>
        <p:cNvGrpSpPr/>
        <p:nvPr/>
      </p:nvGrpSpPr>
      <p:grpSpPr>
        <a:xfrm>
          <a:off x="0" y="0"/>
          <a:ext cx="0" cy="0"/>
          <a:chOff x="0" y="0"/>
          <a:chExt cx="0" cy="0"/>
        </a:xfrm>
      </p:grpSpPr>
      <p:sp>
        <p:nvSpPr>
          <p:cNvPr id="184" name="Slide Number"/>
          <p:cNvSpPr txBox="1">
            <a:spLocks noGrp="1"/>
          </p:cNvSpPr>
          <p:nvPr>
            <p:ph type="sldNum" sz="quarter" idx="2"/>
          </p:nvPr>
        </p:nvSpPr>
        <p:spPr>
          <a:prstGeom prst="rect">
            <a:avLst/>
          </a:prstGeom>
        </p:spPr>
        <p:txBody>
          <a:bodyPr/>
          <a:lstStyle>
            <a:lvl1pPr>
              <a:defRPr>
                <a:solidFill>
                  <a:schemeClr val="tx1"/>
                </a:solidFill>
              </a:defRPr>
            </a:lvl1pPr>
          </a:lstStyle>
          <a:p>
            <a:fld id="{86CB4B4D-7CA3-9044-876B-883B54F8677D}" type="slidenum">
              <a:rPr lang="en-GB" smtClean="0"/>
              <a:pPr/>
              <a:t>‹#›</a:t>
            </a:fld>
            <a:endParaRPr lang="en-GB"/>
          </a:p>
        </p:txBody>
      </p:sp>
      <p:pic>
        <p:nvPicPr>
          <p:cNvPr id="9" name="CGC logo.png" descr="CGC logo.png">
            <a:extLst>
              <a:ext uri="{FF2B5EF4-FFF2-40B4-BE49-F238E27FC236}">
                <a16:creationId xmlns:a16="http://schemas.microsoft.com/office/drawing/2014/main" id="{F5D0896A-85F3-2FA7-58ED-F35C784639C4}"/>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285750" y="285750"/>
            <a:ext cx="1152525" cy="199894"/>
          </a:xfrm>
          <a:prstGeom prst="rect">
            <a:avLst/>
          </a:prstGeom>
          <a:ln w="12700">
            <a:miter lim="400000"/>
          </a:ln>
        </p:spPr>
      </p:pic>
      <p:sp>
        <p:nvSpPr>
          <p:cNvPr id="10" name="Text Placeholder 14">
            <a:extLst>
              <a:ext uri="{FF2B5EF4-FFF2-40B4-BE49-F238E27FC236}">
                <a16:creationId xmlns:a16="http://schemas.microsoft.com/office/drawing/2014/main" id="{C27AA178-17F0-961D-039E-91F1D0A82817}"/>
              </a:ext>
            </a:extLst>
          </p:cNvPr>
          <p:cNvSpPr>
            <a:spLocks noGrp="1"/>
          </p:cNvSpPr>
          <p:nvPr>
            <p:ph type="body" sz="quarter" idx="11" hasCustomPrompt="1"/>
          </p:nvPr>
        </p:nvSpPr>
        <p:spPr>
          <a:xfrm>
            <a:off x="662122" y="868871"/>
            <a:ext cx="3326488" cy="342900"/>
          </a:xfrm>
          <a:prstGeom prst="rect">
            <a:avLst/>
          </a:prstGeom>
        </p:spPr>
        <p:txBody>
          <a:bodyPr lIns="0" tIns="0" rIns="0" bIns="0">
            <a:noAutofit/>
          </a:bodyPr>
          <a:lstStyle>
            <a:lvl1pPr marL="0" marR="0" indent="0" algn="l" defTabSz="219075" rtl="0" eaLnBrk="1" fontAlgn="auto" latinLnBrk="0" hangingPunct="1">
              <a:lnSpc>
                <a:spcPct val="100000"/>
              </a:lnSpc>
              <a:spcBef>
                <a:spcPts val="900"/>
              </a:spcBef>
              <a:spcAft>
                <a:spcPts val="0"/>
              </a:spcAft>
              <a:buClr>
                <a:srgbClr val="57BEF0"/>
              </a:buClr>
              <a:buSzPct val="250000"/>
              <a:buFontTx/>
              <a:buNone/>
              <a:tabLst/>
              <a:defRPr sz="1850">
                <a:solidFill>
                  <a:schemeClr val="tx1"/>
                </a:solidFill>
                <a:latin typeface="+mj-lt"/>
              </a:defRPr>
            </a:lvl1pPr>
          </a:lstStyle>
          <a:p>
            <a:pPr marL="0" marR="0" lvl="0" indent="0" algn="l" defTabSz="219075" rtl="0" eaLnBrk="1" fontAlgn="auto" latinLnBrk="0" hangingPunct="1">
              <a:lnSpc>
                <a:spcPct val="100000"/>
              </a:lnSpc>
              <a:spcBef>
                <a:spcPts val="900"/>
              </a:spcBef>
              <a:spcAft>
                <a:spcPts val="0"/>
              </a:spcAft>
              <a:buClr>
                <a:srgbClr val="57BEF0"/>
              </a:buClr>
              <a:buSzPct val="250000"/>
              <a:buFontTx/>
              <a:buNone/>
              <a:tabLst/>
              <a:defRPr/>
            </a:pPr>
            <a:r>
              <a:rPr lang="en-US"/>
              <a:t>TITLE</a:t>
            </a:r>
          </a:p>
        </p:txBody>
      </p:sp>
      <p:sp>
        <p:nvSpPr>
          <p:cNvPr id="18" name="Text Placeholder 17">
            <a:extLst>
              <a:ext uri="{FF2B5EF4-FFF2-40B4-BE49-F238E27FC236}">
                <a16:creationId xmlns:a16="http://schemas.microsoft.com/office/drawing/2014/main" id="{5318441B-8F84-93BA-F574-CAEC7A168CC9}"/>
              </a:ext>
            </a:extLst>
          </p:cNvPr>
          <p:cNvSpPr>
            <a:spLocks noGrp="1"/>
          </p:cNvSpPr>
          <p:nvPr>
            <p:ph type="body" sz="quarter" idx="16" hasCustomPrompt="1"/>
          </p:nvPr>
        </p:nvSpPr>
        <p:spPr>
          <a:xfrm>
            <a:off x="662121" y="1574690"/>
            <a:ext cx="2486209" cy="238125"/>
          </a:xfrm>
          <a:prstGeom prst="rect">
            <a:avLst/>
          </a:prstGeom>
        </p:spPr>
        <p:txBody>
          <a:bodyPr lIns="0" tIns="0" rIns="0" bIns="0">
            <a:noAutofit/>
          </a:bodyPr>
          <a:lstStyle>
            <a:lvl1pPr marL="0" indent="0">
              <a:buNone/>
              <a:defRPr sz="1100">
                <a:solidFill>
                  <a:schemeClr val="tx1"/>
                </a:solidFill>
                <a:latin typeface="+mj-lt"/>
              </a:defRPr>
            </a:lvl1pPr>
          </a:lstStyle>
          <a:p>
            <a:pPr lvl="0"/>
            <a:r>
              <a:rPr lang="en-US"/>
              <a:t>TITLE </a:t>
            </a:r>
          </a:p>
        </p:txBody>
      </p:sp>
      <p:sp>
        <p:nvSpPr>
          <p:cNvPr id="21" name="Text Placeholder 17">
            <a:extLst>
              <a:ext uri="{FF2B5EF4-FFF2-40B4-BE49-F238E27FC236}">
                <a16:creationId xmlns:a16="http://schemas.microsoft.com/office/drawing/2014/main" id="{AC7682A7-69D4-3946-48D8-D9E74DB3D18F}"/>
              </a:ext>
            </a:extLst>
          </p:cNvPr>
          <p:cNvSpPr>
            <a:spLocks noGrp="1"/>
          </p:cNvSpPr>
          <p:nvPr>
            <p:ph type="body" sz="quarter" idx="18" hasCustomPrompt="1"/>
          </p:nvPr>
        </p:nvSpPr>
        <p:spPr>
          <a:xfrm>
            <a:off x="3517081" y="1574690"/>
            <a:ext cx="2486209" cy="238125"/>
          </a:xfrm>
          <a:prstGeom prst="rect">
            <a:avLst/>
          </a:prstGeom>
        </p:spPr>
        <p:txBody>
          <a:bodyPr lIns="0" tIns="0" rIns="0" bIns="0">
            <a:noAutofit/>
          </a:bodyPr>
          <a:lstStyle>
            <a:lvl1pPr marL="0" indent="0">
              <a:buNone/>
              <a:defRPr sz="1100">
                <a:solidFill>
                  <a:schemeClr val="tx1"/>
                </a:solidFill>
                <a:latin typeface="+mj-lt"/>
              </a:defRPr>
            </a:lvl1pPr>
          </a:lstStyle>
          <a:p>
            <a:pPr lvl="0"/>
            <a:r>
              <a:rPr lang="en-US"/>
              <a:t>TITLE </a:t>
            </a:r>
          </a:p>
        </p:txBody>
      </p:sp>
      <p:sp>
        <p:nvSpPr>
          <p:cNvPr id="24" name="Text Placeholder 17">
            <a:extLst>
              <a:ext uri="{FF2B5EF4-FFF2-40B4-BE49-F238E27FC236}">
                <a16:creationId xmlns:a16="http://schemas.microsoft.com/office/drawing/2014/main" id="{CE0DC798-6C6D-18D8-2531-E99CB19E7F25}"/>
              </a:ext>
            </a:extLst>
          </p:cNvPr>
          <p:cNvSpPr>
            <a:spLocks noGrp="1"/>
          </p:cNvSpPr>
          <p:nvPr>
            <p:ph type="body" sz="quarter" idx="20" hasCustomPrompt="1"/>
          </p:nvPr>
        </p:nvSpPr>
        <p:spPr>
          <a:xfrm>
            <a:off x="6372041" y="1574689"/>
            <a:ext cx="2486209" cy="238125"/>
          </a:xfrm>
          <a:prstGeom prst="rect">
            <a:avLst/>
          </a:prstGeom>
        </p:spPr>
        <p:txBody>
          <a:bodyPr lIns="0" tIns="0" rIns="0" bIns="0">
            <a:noAutofit/>
          </a:bodyPr>
          <a:lstStyle>
            <a:lvl1pPr marL="0" indent="0">
              <a:buNone/>
              <a:defRPr sz="1100">
                <a:solidFill>
                  <a:schemeClr val="tx1"/>
                </a:solidFill>
                <a:latin typeface="+mj-lt"/>
              </a:defRPr>
            </a:lvl1pPr>
          </a:lstStyle>
          <a:p>
            <a:pPr lvl="0"/>
            <a:r>
              <a:rPr lang="en-US"/>
              <a:t>TITLE </a:t>
            </a:r>
          </a:p>
        </p:txBody>
      </p:sp>
      <p:sp>
        <p:nvSpPr>
          <p:cNvPr id="14" name="Text Placeholder 19">
            <a:extLst>
              <a:ext uri="{FF2B5EF4-FFF2-40B4-BE49-F238E27FC236}">
                <a16:creationId xmlns:a16="http://schemas.microsoft.com/office/drawing/2014/main" id="{40AC698F-4339-B95D-EF90-0BC4756572BA}"/>
              </a:ext>
            </a:extLst>
          </p:cNvPr>
          <p:cNvSpPr>
            <a:spLocks noGrp="1"/>
          </p:cNvSpPr>
          <p:nvPr>
            <p:ph type="body" sz="quarter" idx="13" hasCustomPrompt="1"/>
          </p:nvPr>
        </p:nvSpPr>
        <p:spPr>
          <a:xfrm>
            <a:off x="662120" y="1843078"/>
            <a:ext cx="2486209" cy="2752567"/>
          </a:xfrm>
          <a:prstGeom prst="rect">
            <a:avLst/>
          </a:prstGeom>
        </p:spPr>
        <p:txBody>
          <a:bodyPr lIns="0" tIns="0" rIns="0" bIns="0">
            <a:noAutofit/>
          </a:bodyPr>
          <a:lstStyle>
            <a:lvl1pPr marL="0" indent="0">
              <a:lnSpc>
                <a:spcPct val="120000"/>
              </a:lnSpc>
              <a:spcBef>
                <a:spcPts val="0"/>
              </a:spcBef>
              <a:spcAft>
                <a:spcPts val="600"/>
              </a:spcAft>
              <a:buNone/>
              <a:defRPr sz="900">
                <a:solidFill>
                  <a:schemeClr val="tx1"/>
                </a:solidFill>
              </a:defRPr>
            </a:lvl1pPr>
          </a:lstStyle>
          <a:p>
            <a:pPr lvl="0"/>
            <a:r>
              <a:rPr lang="en-US"/>
              <a:t>text</a:t>
            </a:r>
          </a:p>
        </p:txBody>
      </p:sp>
      <p:sp>
        <p:nvSpPr>
          <p:cNvPr id="15" name="Text Placeholder 19">
            <a:extLst>
              <a:ext uri="{FF2B5EF4-FFF2-40B4-BE49-F238E27FC236}">
                <a16:creationId xmlns:a16="http://schemas.microsoft.com/office/drawing/2014/main" id="{19747F4A-05B5-D2B2-81BF-0F91A3786FD7}"/>
              </a:ext>
            </a:extLst>
          </p:cNvPr>
          <p:cNvSpPr>
            <a:spLocks noGrp="1"/>
          </p:cNvSpPr>
          <p:nvPr>
            <p:ph type="body" sz="quarter" idx="21" hasCustomPrompt="1"/>
          </p:nvPr>
        </p:nvSpPr>
        <p:spPr>
          <a:xfrm>
            <a:off x="3515679" y="1843078"/>
            <a:ext cx="2486209" cy="2752567"/>
          </a:xfrm>
          <a:prstGeom prst="rect">
            <a:avLst/>
          </a:prstGeom>
        </p:spPr>
        <p:txBody>
          <a:bodyPr lIns="0" tIns="0" rIns="0" bIns="0">
            <a:noAutofit/>
          </a:bodyPr>
          <a:lstStyle>
            <a:lvl1pPr marL="0" indent="0">
              <a:lnSpc>
                <a:spcPct val="120000"/>
              </a:lnSpc>
              <a:spcBef>
                <a:spcPts val="0"/>
              </a:spcBef>
              <a:spcAft>
                <a:spcPts val="600"/>
              </a:spcAft>
              <a:buNone/>
              <a:defRPr sz="900">
                <a:solidFill>
                  <a:schemeClr val="tx1"/>
                </a:solidFill>
              </a:defRPr>
            </a:lvl1pPr>
          </a:lstStyle>
          <a:p>
            <a:pPr lvl="0"/>
            <a:r>
              <a:rPr lang="en-US"/>
              <a:t>text</a:t>
            </a:r>
          </a:p>
        </p:txBody>
      </p:sp>
      <p:sp>
        <p:nvSpPr>
          <p:cNvPr id="16" name="Text Placeholder 19">
            <a:extLst>
              <a:ext uri="{FF2B5EF4-FFF2-40B4-BE49-F238E27FC236}">
                <a16:creationId xmlns:a16="http://schemas.microsoft.com/office/drawing/2014/main" id="{F7D78868-E68F-F570-D452-0A9B519581A4}"/>
              </a:ext>
            </a:extLst>
          </p:cNvPr>
          <p:cNvSpPr>
            <a:spLocks noGrp="1"/>
          </p:cNvSpPr>
          <p:nvPr>
            <p:ph type="body" sz="quarter" idx="22" hasCustomPrompt="1"/>
          </p:nvPr>
        </p:nvSpPr>
        <p:spPr>
          <a:xfrm>
            <a:off x="6369238" y="1843078"/>
            <a:ext cx="2486209" cy="2752567"/>
          </a:xfrm>
          <a:prstGeom prst="rect">
            <a:avLst/>
          </a:prstGeom>
        </p:spPr>
        <p:txBody>
          <a:bodyPr lIns="0" tIns="0" rIns="0" bIns="0">
            <a:noAutofit/>
          </a:bodyPr>
          <a:lstStyle>
            <a:lvl1pPr marL="0" indent="0">
              <a:lnSpc>
                <a:spcPct val="120000"/>
              </a:lnSpc>
              <a:spcBef>
                <a:spcPts val="0"/>
              </a:spcBef>
              <a:spcAft>
                <a:spcPts val="600"/>
              </a:spcAft>
              <a:buNone/>
              <a:defRPr sz="900">
                <a:solidFill>
                  <a:schemeClr val="tx1"/>
                </a:solidFill>
              </a:defRPr>
            </a:lvl1pPr>
          </a:lstStyle>
          <a:p>
            <a:pPr lvl="0"/>
            <a:r>
              <a:rPr lang="en-US"/>
              <a:t>text</a:t>
            </a:r>
          </a:p>
        </p:txBody>
      </p:sp>
    </p:spTree>
    <p:extLst>
      <p:ext uri="{BB962C8B-B14F-4D97-AF65-F5344CB8AC3E}">
        <p14:creationId xmlns:p14="http://schemas.microsoft.com/office/powerpoint/2010/main" val="2363030462"/>
      </p:ext>
    </p:extLst>
  </p:cSld>
  <p:clrMapOvr>
    <a:masterClrMapping/>
  </p:clrMapOvr>
  <p:transition spd="med"/>
</p:sldLayout>
</file>

<file path=ppt/slideLayouts/slideLayout80.xml><?xml version="1.0" encoding="utf-8"?>
<p:sldLayout xmlns:a="http://schemas.openxmlformats.org/drawingml/2006/main" xmlns:r="http://schemas.openxmlformats.org/officeDocument/2006/relationships" xmlns:p="http://schemas.openxmlformats.org/presentationml/2006/main" showMasterSp="0" preserve="1" userDrawn="1">
  <p:cSld name="2 column title, subtitle, text">
    <p:bg>
      <p:bgPr>
        <a:solidFill>
          <a:srgbClr val="FDFAF2"/>
        </a:solidFill>
        <a:effectLst/>
      </p:bgPr>
    </p:bg>
    <p:spTree>
      <p:nvGrpSpPr>
        <p:cNvPr id="1" name=""/>
        <p:cNvGrpSpPr/>
        <p:nvPr/>
      </p:nvGrpSpPr>
      <p:grpSpPr>
        <a:xfrm>
          <a:off x="0" y="0"/>
          <a:ext cx="0" cy="0"/>
          <a:chOff x="0" y="0"/>
          <a:chExt cx="0" cy="0"/>
        </a:xfrm>
      </p:grpSpPr>
      <p:sp>
        <p:nvSpPr>
          <p:cNvPr id="184" name="Slide Number"/>
          <p:cNvSpPr txBox="1">
            <a:spLocks noGrp="1"/>
          </p:cNvSpPr>
          <p:nvPr>
            <p:ph type="sldNum" sz="quarter" idx="2"/>
          </p:nvPr>
        </p:nvSpPr>
        <p:spPr>
          <a:prstGeom prst="rect">
            <a:avLst/>
          </a:prstGeom>
        </p:spPr>
        <p:txBody>
          <a:bodyPr/>
          <a:lstStyle>
            <a:lvl1pPr>
              <a:defRPr>
                <a:solidFill>
                  <a:schemeClr val="tx1"/>
                </a:solidFill>
              </a:defRPr>
            </a:lvl1pPr>
          </a:lstStyle>
          <a:p>
            <a:fld id="{86CB4B4D-7CA3-9044-876B-883B54F8677D}" type="slidenum">
              <a:rPr lang="en-GB" smtClean="0"/>
              <a:pPr/>
              <a:t>‹#›</a:t>
            </a:fld>
            <a:endParaRPr lang="en-GB"/>
          </a:p>
        </p:txBody>
      </p:sp>
      <p:pic>
        <p:nvPicPr>
          <p:cNvPr id="9" name="CGC logo.png" descr="CGC logo.png">
            <a:extLst>
              <a:ext uri="{FF2B5EF4-FFF2-40B4-BE49-F238E27FC236}">
                <a16:creationId xmlns:a16="http://schemas.microsoft.com/office/drawing/2014/main" id="{F5D0896A-85F3-2FA7-58ED-F35C784639C4}"/>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285750" y="285750"/>
            <a:ext cx="1152525" cy="199894"/>
          </a:xfrm>
          <a:prstGeom prst="rect">
            <a:avLst/>
          </a:prstGeom>
          <a:ln w="12700">
            <a:miter lim="400000"/>
          </a:ln>
        </p:spPr>
      </p:pic>
      <p:sp>
        <p:nvSpPr>
          <p:cNvPr id="10" name="Text Placeholder 14">
            <a:extLst>
              <a:ext uri="{FF2B5EF4-FFF2-40B4-BE49-F238E27FC236}">
                <a16:creationId xmlns:a16="http://schemas.microsoft.com/office/drawing/2014/main" id="{C27AA178-17F0-961D-039E-91F1D0A82817}"/>
              </a:ext>
            </a:extLst>
          </p:cNvPr>
          <p:cNvSpPr>
            <a:spLocks noGrp="1"/>
          </p:cNvSpPr>
          <p:nvPr>
            <p:ph type="body" sz="quarter" idx="11" hasCustomPrompt="1"/>
          </p:nvPr>
        </p:nvSpPr>
        <p:spPr>
          <a:xfrm>
            <a:off x="644252" y="868871"/>
            <a:ext cx="3326488" cy="342900"/>
          </a:xfrm>
          <a:prstGeom prst="rect">
            <a:avLst/>
          </a:prstGeom>
        </p:spPr>
        <p:txBody>
          <a:bodyPr lIns="0" tIns="0" rIns="0" bIns="0">
            <a:noAutofit/>
          </a:bodyPr>
          <a:lstStyle>
            <a:lvl1pPr marL="0" marR="0" indent="0" algn="l" defTabSz="219075" rtl="0" eaLnBrk="1" fontAlgn="auto" latinLnBrk="0" hangingPunct="1">
              <a:lnSpc>
                <a:spcPct val="100000"/>
              </a:lnSpc>
              <a:spcBef>
                <a:spcPts val="900"/>
              </a:spcBef>
              <a:spcAft>
                <a:spcPts val="0"/>
              </a:spcAft>
              <a:buClr>
                <a:srgbClr val="57BEF0"/>
              </a:buClr>
              <a:buSzPct val="250000"/>
              <a:buFontTx/>
              <a:buNone/>
              <a:tabLst/>
              <a:defRPr sz="1850">
                <a:solidFill>
                  <a:schemeClr val="tx1"/>
                </a:solidFill>
                <a:latin typeface="+mj-lt"/>
              </a:defRPr>
            </a:lvl1pPr>
          </a:lstStyle>
          <a:p>
            <a:pPr marL="0" marR="0" lvl="0" indent="0" algn="l" defTabSz="219075" rtl="0" eaLnBrk="1" fontAlgn="auto" latinLnBrk="0" hangingPunct="1">
              <a:lnSpc>
                <a:spcPct val="100000"/>
              </a:lnSpc>
              <a:spcBef>
                <a:spcPts val="900"/>
              </a:spcBef>
              <a:spcAft>
                <a:spcPts val="0"/>
              </a:spcAft>
              <a:buClr>
                <a:srgbClr val="57BEF0"/>
              </a:buClr>
              <a:buSzPct val="250000"/>
              <a:buFontTx/>
              <a:buNone/>
              <a:tabLst/>
              <a:defRPr/>
            </a:pPr>
            <a:r>
              <a:rPr lang="en-US"/>
              <a:t>TITLE</a:t>
            </a:r>
          </a:p>
        </p:txBody>
      </p:sp>
      <p:sp>
        <p:nvSpPr>
          <p:cNvPr id="18" name="Text Placeholder 17">
            <a:extLst>
              <a:ext uri="{FF2B5EF4-FFF2-40B4-BE49-F238E27FC236}">
                <a16:creationId xmlns:a16="http://schemas.microsoft.com/office/drawing/2014/main" id="{5318441B-8F84-93BA-F574-CAEC7A168CC9}"/>
              </a:ext>
            </a:extLst>
          </p:cNvPr>
          <p:cNvSpPr>
            <a:spLocks noGrp="1"/>
          </p:cNvSpPr>
          <p:nvPr>
            <p:ph type="body" sz="quarter" idx="16" hasCustomPrompt="1"/>
          </p:nvPr>
        </p:nvSpPr>
        <p:spPr>
          <a:xfrm>
            <a:off x="644251" y="1382468"/>
            <a:ext cx="3629865" cy="238125"/>
          </a:xfrm>
          <a:prstGeom prst="rect">
            <a:avLst/>
          </a:prstGeom>
        </p:spPr>
        <p:txBody>
          <a:bodyPr lIns="0" tIns="0" rIns="0" bIns="0">
            <a:noAutofit/>
          </a:bodyPr>
          <a:lstStyle>
            <a:lvl1pPr marL="0" indent="0">
              <a:buNone/>
              <a:defRPr sz="1100">
                <a:solidFill>
                  <a:schemeClr val="tx1"/>
                </a:solidFill>
                <a:latin typeface="+mj-lt"/>
              </a:defRPr>
            </a:lvl1pPr>
          </a:lstStyle>
          <a:p>
            <a:pPr lvl="0"/>
            <a:r>
              <a:rPr lang="en-US"/>
              <a:t>TITLE </a:t>
            </a:r>
          </a:p>
        </p:txBody>
      </p:sp>
      <p:sp>
        <p:nvSpPr>
          <p:cNvPr id="14" name="Text Placeholder 19">
            <a:extLst>
              <a:ext uri="{FF2B5EF4-FFF2-40B4-BE49-F238E27FC236}">
                <a16:creationId xmlns:a16="http://schemas.microsoft.com/office/drawing/2014/main" id="{40AC698F-4339-B95D-EF90-0BC4756572BA}"/>
              </a:ext>
            </a:extLst>
          </p:cNvPr>
          <p:cNvSpPr>
            <a:spLocks noGrp="1"/>
          </p:cNvSpPr>
          <p:nvPr>
            <p:ph type="body" sz="quarter" idx="13" hasCustomPrompt="1"/>
          </p:nvPr>
        </p:nvSpPr>
        <p:spPr>
          <a:xfrm>
            <a:off x="644250" y="1650856"/>
            <a:ext cx="3629865" cy="2752567"/>
          </a:xfrm>
          <a:prstGeom prst="rect">
            <a:avLst/>
          </a:prstGeom>
        </p:spPr>
        <p:txBody>
          <a:bodyPr lIns="0" tIns="0" rIns="0" bIns="0">
            <a:noAutofit/>
          </a:bodyPr>
          <a:lstStyle>
            <a:lvl1pPr marL="0" indent="0">
              <a:lnSpc>
                <a:spcPct val="120000"/>
              </a:lnSpc>
              <a:spcBef>
                <a:spcPts val="0"/>
              </a:spcBef>
              <a:spcAft>
                <a:spcPts val="600"/>
              </a:spcAft>
              <a:buNone/>
              <a:defRPr sz="900">
                <a:solidFill>
                  <a:schemeClr val="tx1"/>
                </a:solidFill>
              </a:defRPr>
            </a:lvl1pPr>
          </a:lstStyle>
          <a:p>
            <a:pPr lvl="0"/>
            <a:r>
              <a:rPr lang="en-US"/>
              <a:t>text</a:t>
            </a:r>
          </a:p>
        </p:txBody>
      </p:sp>
      <p:sp>
        <p:nvSpPr>
          <p:cNvPr id="6" name="Text Placeholder 17">
            <a:extLst>
              <a:ext uri="{FF2B5EF4-FFF2-40B4-BE49-F238E27FC236}">
                <a16:creationId xmlns:a16="http://schemas.microsoft.com/office/drawing/2014/main" id="{28BBBD51-8DF7-F0E0-6AC9-EE9DB49F3390}"/>
              </a:ext>
            </a:extLst>
          </p:cNvPr>
          <p:cNvSpPr>
            <a:spLocks noGrp="1"/>
          </p:cNvSpPr>
          <p:nvPr>
            <p:ph type="body" sz="quarter" idx="17" hasCustomPrompt="1"/>
          </p:nvPr>
        </p:nvSpPr>
        <p:spPr>
          <a:xfrm>
            <a:off x="4782699" y="1382468"/>
            <a:ext cx="3629865" cy="238125"/>
          </a:xfrm>
          <a:prstGeom prst="rect">
            <a:avLst/>
          </a:prstGeom>
        </p:spPr>
        <p:txBody>
          <a:bodyPr lIns="0" tIns="0" rIns="0" bIns="0">
            <a:noAutofit/>
          </a:bodyPr>
          <a:lstStyle>
            <a:lvl1pPr marL="0" indent="0">
              <a:buNone/>
              <a:defRPr sz="1100">
                <a:solidFill>
                  <a:schemeClr val="tx1"/>
                </a:solidFill>
                <a:latin typeface="+mj-lt"/>
              </a:defRPr>
            </a:lvl1pPr>
          </a:lstStyle>
          <a:p>
            <a:pPr lvl="0"/>
            <a:r>
              <a:rPr lang="en-US"/>
              <a:t>TITLE </a:t>
            </a:r>
          </a:p>
        </p:txBody>
      </p:sp>
      <p:sp>
        <p:nvSpPr>
          <p:cNvPr id="7" name="Text Placeholder 19">
            <a:extLst>
              <a:ext uri="{FF2B5EF4-FFF2-40B4-BE49-F238E27FC236}">
                <a16:creationId xmlns:a16="http://schemas.microsoft.com/office/drawing/2014/main" id="{083C0D40-C0E5-39F1-0C9C-6DC05F27A8D6}"/>
              </a:ext>
            </a:extLst>
          </p:cNvPr>
          <p:cNvSpPr>
            <a:spLocks noGrp="1"/>
          </p:cNvSpPr>
          <p:nvPr>
            <p:ph type="body" sz="quarter" idx="18" hasCustomPrompt="1"/>
          </p:nvPr>
        </p:nvSpPr>
        <p:spPr>
          <a:xfrm>
            <a:off x="4782698" y="1650856"/>
            <a:ext cx="3629865" cy="2752567"/>
          </a:xfrm>
          <a:prstGeom prst="rect">
            <a:avLst/>
          </a:prstGeom>
        </p:spPr>
        <p:txBody>
          <a:bodyPr lIns="0" tIns="0" rIns="0" bIns="0">
            <a:noAutofit/>
          </a:bodyPr>
          <a:lstStyle>
            <a:lvl1pPr marL="0" indent="0">
              <a:lnSpc>
                <a:spcPct val="120000"/>
              </a:lnSpc>
              <a:spcBef>
                <a:spcPts val="0"/>
              </a:spcBef>
              <a:spcAft>
                <a:spcPts val="600"/>
              </a:spcAft>
              <a:buNone/>
              <a:defRPr sz="900">
                <a:solidFill>
                  <a:schemeClr val="tx1"/>
                </a:solidFill>
              </a:defRPr>
            </a:lvl1pPr>
          </a:lstStyle>
          <a:p>
            <a:pPr lvl="0"/>
            <a:r>
              <a:rPr lang="en-US"/>
              <a:t>text</a:t>
            </a:r>
          </a:p>
        </p:txBody>
      </p:sp>
    </p:spTree>
    <p:extLst>
      <p:ext uri="{BB962C8B-B14F-4D97-AF65-F5344CB8AC3E}">
        <p14:creationId xmlns:p14="http://schemas.microsoft.com/office/powerpoint/2010/main" val="3770473706"/>
      </p:ext>
    </p:extLst>
  </p:cSld>
  <p:clrMapOvr>
    <a:masterClrMapping/>
  </p:clrMapOvr>
  <p:transition spd="med"/>
</p:sldLayout>
</file>

<file path=ppt/slideLayouts/slideLayout81.xml><?xml version="1.0" encoding="utf-8"?>
<p:sldLayout xmlns:a="http://schemas.openxmlformats.org/drawingml/2006/main" xmlns:r="http://schemas.openxmlformats.org/officeDocument/2006/relationships" xmlns:p="http://schemas.openxmlformats.org/presentationml/2006/main" showMasterSp="0" preserve="1" userDrawn="1">
  <p:cSld name="3 column title, text - shape">
    <p:bg>
      <p:bgPr>
        <a:solidFill>
          <a:srgbClr val="FDFAF2"/>
        </a:solidFill>
        <a:effectLst/>
      </p:bgPr>
    </p:bg>
    <p:spTree>
      <p:nvGrpSpPr>
        <p:cNvPr id="1" name=""/>
        <p:cNvGrpSpPr/>
        <p:nvPr/>
      </p:nvGrpSpPr>
      <p:grpSpPr>
        <a:xfrm>
          <a:off x="0" y="0"/>
          <a:ext cx="0" cy="0"/>
          <a:chOff x="0" y="0"/>
          <a:chExt cx="0" cy="0"/>
        </a:xfrm>
      </p:grpSpPr>
      <p:sp>
        <p:nvSpPr>
          <p:cNvPr id="184" name="Slide Number"/>
          <p:cNvSpPr txBox="1">
            <a:spLocks noGrp="1"/>
          </p:cNvSpPr>
          <p:nvPr>
            <p:ph type="sldNum" sz="quarter" idx="2"/>
          </p:nvPr>
        </p:nvSpPr>
        <p:spPr>
          <a:prstGeom prst="rect">
            <a:avLst/>
          </a:prstGeom>
        </p:spPr>
        <p:txBody>
          <a:bodyPr/>
          <a:lstStyle>
            <a:lvl1pPr>
              <a:defRPr>
                <a:solidFill>
                  <a:schemeClr val="tx1"/>
                </a:solidFill>
              </a:defRPr>
            </a:lvl1pPr>
          </a:lstStyle>
          <a:p>
            <a:fld id="{86CB4B4D-7CA3-9044-876B-883B54F8677D}" type="slidenum">
              <a:rPr lang="en-GB" smtClean="0"/>
              <a:pPr/>
              <a:t>‹#›</a:t>
            </a:fld>
            <a:endParaRPr lang="en-GB"/>
          </a:p>
        </p:txBody>
      </p:sp>
      <p:pic>
        <p:nvPicPr>
          <p:cNvPr id="9" name="CGC logo.png" descr="CGC logo.png">
            <a:extLst>
              <a:ext uri="{FF2B5EF4-FFF2-40B4-BE49-F238E27FC236}">
                <a16:creationId xmlns:a16="http://schemas.microsoft.com/office/drawing/2014/main" id="{F5D0896A-85F3-2FA7-58ED-F35C784639C4}"/>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285750" y="285750"/>
            <a:ext cx="1152525" cy="199894"/>
          </a:xfrm>
          <a:prstGeom prst="rect">
            <a:avLst/>
          </a:prstGeom>
          <a:ln w="12700">
            <a:miter lim="400000"/>
          </a:ln>
        </p:spPr>
      </p:pic>
      <p:sp>
        <p:nvSpPr>
          <p:cNvPr id="10" name="Text Placeholder 14">
            <a:extLst>
              <a:ext uri="{FF2B5EF4-FFF2-40B4-BE49-F238E27FC236}">
                <a16:creationId xmlns:a16="http://schemas.microsoft.com/office/drawing/2014/main" id="{C27AA178-17F0-961D-039E-91F1D0A82817}"/>
              </a:ext>
            </a:extLst>
          </p:cNvPr>
          <p:cNvSpPr>
            <a:spLocks noGrp="1"/>
          </p:cNvSpPr>
          <p:nvPr>
            <p:ph type="body" sz="quarter" idx="11" hasCustomPrompt="1"/>
          </p:nvPr>
        </p:nvSpPr>
        <p:spPr>
          <a:xfrm>
            <a:off x="626425" y="1075402"/>
            <a:ext cx="3326488" cy="342900"/>
          </a:xfrm>
          <a:prstGeom prst="rect">
            <a:avLst/>
          </a:prstGeom>
        </p:spPr>
        <p:txBody>
          <a:bodyPr lIns="0" tIns="0" rIns="0" bIns="0">
            <a:noAutofit/>
          </a:bodyPr>
          <a:lstStyle>
            <a:lvl1pPr marL="0" marR="0" indent="0" algn="l" defTabSz="219075" rtl="0" eaLnBrk="1" fontAlgn="auto" latinLnBrk="0" hangingPunct="1">
              <a:lnSpc>
                <a:spcPct val="100000"/>
              </a:lnSpc>
              <a:spcBef>
                <a:spcPts val="900"/>
              </a:spcBef>
              <a:spcAft>
                <a:spcPts val="0"/>
              </a:spcAft>
              <a:buClr>
                <a:srgbClr val="57BEF0"/>
              </a:buClr>
              <a:buSzPct val="250000"/>
              <a:buFontTx/>
              <a:buNone/>
              <a:tabLst/>
              <a:defRPr sz="1850">
                <a:solidFill>
                  <a:schemeClr val="tx1"/>
                </a:solidFill>
                <a:latin typeface="+mj-lt"/>
              </a:defRPr>
            </a:lvl1pPr>
          </a:lstStyle>
          <a:p>
            <a:pPr marL="0" marR="0" lvl="0" indent="0" algn="l" defTabSz="219075" rtl="0" eaLnBrk="1" fontAlgn="auto" latinLnBrk="0" hangingPunct="1">
              <a:lnSpc>
                <a:spcPct val="100000"/>
              </a:lnSpc>
              <a:spcBef>
                <a:spcPts val="900"/>
              </a:spcBef>
              <a:spcAft>
                <a:spcPts val="0"/>
              </a:spcAft>
              <a:buClr>
                <a:srgbClr val="57BEF0"/>
              </a:buClr>
              <a:buSzPct val="250000"/>
              <a:buFontTx/>
              <a:buNone/>
              <a:tabLst/>
              <a:defRPr/>
            </a:pPr>
            <a:r>
              <a:rPr lang="en-US"/>
              <a:t>TITLE</a:t>
            </a:r>
          </a:p>
        </p:txBody>
      </p:sp>
      <p:pic>
        <p:nvPicPr>
          <p:cNvPr id="2" name="Rectangle 355-3.svg" descr="Rectangle 355-3.svg">
            <a:extLst>
              <a:ext uri="{FF2B5EF4-FFF2-40B4-BE49-F238E27FC236}">
                <a16:creationId xmlns:a16="http://schemas.microsoft.com/office/drawing/2014/main" id="{661ADE1F-0D37-3726-A69B-9F0A8E41392D}"/>
              </a:ext>
            </a:extLst>
          </p:cNvPr>
          <p:cNvPicPr>
            <a:picLocks noChangeAspect="1"/>
          </p:cNvPicPr>
          <p:nvPr userDrawn="1"/>
        </p:nvPicPr>
        <p:blipFill>
          <a:blip r:embed="rId3" cstate="hqprint">
            <a:extLst>
              <a:ext uri="{28A0092B-C50C-407E-A947-70E740481C1C}">
                <a14:useLocalDpi xmlns:a14="http://schemas.microsoft.com/office/drawing/2010/main"/>
              </a:ext>
            </a:extLst>
          </a:blip>
          <a:srcRect/>
          <a:stretch>
            <a:fillRect/>
          </a:stretch>
        </p:blipFill>
        <p:spPr>
          <a:xfrm>
            <a:off x="4717427" y="0"/>
            <a:ext cx="4426574" cy="1588124"/>
          </a:xfrm>
          <a:prstGeom prst="rect">
            <a:avLst/>
          </a:prstGeom>
          <a:ln w="12700">
            <a:miter lim="400000"/>
          </a:ln>
        </p:spPr>
      </p:pic>
      <p:sp>
        <p:nvSpPr>
          <p:cNvPr id="4" name="Text Placeholder 19">
            <a:extLst>
              <a:ext uri="{FF2B5EF4-FFF2-40B4-BE49-F238E27FC236}">
                <a16:creationId xmlns:a16="http://schemas.microsoft.com/office/drawing/2014/main" id="{58D17ED4-F3E6-50AE-3B5B-289840C463DB}"/>
              </a:ext>
            </a:extLst>
          </p:cNvPr>
          <p:cNvSpPr>
            <a:spLocks noGrp="1"/>
          </p:cNvSpPr>
          <p:nvPr>
            <p:ph type="body" sz="quarter" idx="20" hasCustomPrompt="1"/>
          </p:nvPr>
        </p:nvSpPr>
        <p:spPr>
          <a:xfrm>
            <a:off x="626423" y="1769935"/>
            <a:ext cx="2486209" cy="2118977"/>
          </a:xfrm>
          <a:prstGeom prst="rect">
            <a:avLst/>
          </a:prstGeom>
        </p:spPr>
        <p:txBody>
          <a:bodyPr lIns="0" tIns="0" rIns="0" bIns="0">
            <a:noAutofit/>
          </a:bodyPr>
          <a:lstStyle>
            <a:lvl1pPr marL="0" indent="0">
              <a:lnSpc>
                <a:spcPct val="120000"/>
              </a:lnSpc>
              <a:spcBef>
                <a:spcPts val="0"/>
              </a:spcBef>
              <a:spcAft>
                <a:spcPts val="600"/>
              </a:spcAft>
              <a:buNone/>
              <a:defRPr sz="900">
                <a:solidFill>
                  <a:schemeClr val="tx1"/>
                </a:solidFill>
              </a:defRPr>
            </a:lvl1pPr>
          </a:lstStyle>
          <a:p>
            <a:pPr lvl="0"/>
            <a:r>
              <a:rPr lang="en-US"/>
              <a:t>text</a:t>
            </a:r>
          </a:p>
        </p:txBody>
      </p:sp>
      <p:sp>
        <p:nvSpPr>
          <p:cNvPr id="6" name="Text Placeholder 19">
            <a:extLst>
              <a:ext uri="{FF2B5EF4-FFF2-40B4-BE49-F238E27FC236}">
                <a16:creationId xmlns:a16="http://schemas.microsoft.com/office/drawing/2014/main" id="{25A0468A-373B-677D-D546-AE234165BC0F}"/>
              </a:ext>
            </a:extLst>
          </p:cNvPr>
          <p:cNvSpPr>
            <a:spLocks noGrp="1"/>
          </p:cNvSpPr>
          <p:nvPr>
            <p:ph type="body" sz="quarter" idx="21" hasCustomPrompt="1"/>
          </p:nvPr>
        </p:nvSpPr>
        <p:spPr>
          <a:xfrm>
            <a:off x="3479982" y="1769935"/>
            <a:ext cx="2486209" cy="2118977"/>
          </a:xfrm>
          <a:prstGeom prst="rect">
            <a:avLst/>
          </a:prstGeom>
        </p:spPr>
        <p:txBody>
          <a:bodyPr lIns="0" tIns="0" rIns="0" bIns="0">
            <a:noAutofit/>
          </a:bodyPr>
          <a:lstStyle>
            <a:lvl1pPr marL="0" indent="0">
              <a:lnSpc>
                <a:spcPct val="120000"/>
              </a:lnSpc>
              <a:spcBef>
                <a:spcPts val="0"/>
              </a:spcBef>
              <a:spcAft>
                <a:spcPts val="600"/>
              </a:spcAft>
              <a:buNone/>
              <a:defRPr sz="900">
                <a:solidFill>
                  <a:schemeClr val="tx1"/>
                </a:solidFill>
              </a:defRPr>
            </a:lvl1pPr>
          </a:lstStyle>
          <a:p>
            <a:pPr lvl="0"/>
            <a:r>
              <a:rPr lang="en-US"/>
              <a:t>text</a:t>
            </a:r>
          </a:p>
        </p:txBody>
      </p:sp>
      <p:sp>
        <p:nvSpPr>
          <p:cNvPr id="8" name="Text Placeholder 19">
            <a:extLst>
              <a:ext uri="{FF2B5EF4-FFF2-40B4-BE49-F238E27FC236}">
                <a16:creationId xmlns:a16="http://schemas.microsoft.com/office/drawing/2014/main" id="{E0CFB8EE-72BA-1124-C6A1-18E5C11C2BE4}"/>
              </a:ext>
            </a:extLst>
          </p:cNvPr>
          <p:cNvSpPr>
            <a:spLocks noGrp="1"/>
          </p:cNvSpPr>
          <p:nvPr>
            <p:ph type="body" sz="quarter" idx="22" hasCustomPrompt="1"/>
          </p:nvPr>
        </p:nvSpPr>
        <p:spPr>
          <a:xfrm>
            <a:off x="6333541" y="1769935"/>
            <a:ext cx="2486209" cy="2118977"/>
          </a:xfrm>
          <a:prstGeom prst="rect">
            <a:avLst/>
          </a:prstGeom>
        </p:spPr>
        <p:txBody>
          <a:bodyPr lIns="0" tIns="0" rIns="0" bIns="0">
            <a:noAutofit/>
          </a:bodyPr>
          <a:lstStyle>
            <a:lvl1pPr marL="0" indent="0">
              <a:lnSpc>
                <a:spcPct val="120000"/>
              </a:lnSpc>
              <a:spcBef>
                <a:spcPts val="0"/>
              </a:spcBef>
              <a:spcAft>
                <a:spcPts val="600"/>
              </a:spcAft>
              <a:buNone/>
              <a:defRPr sz="900">
                <a:solidFill>
                  <a:schemeClr val="tx1"/>
                </a:solidFill>
              </a:defRPr>
            </a:lvl1pPr>
          </a:lstStyle>
          <a:p>
            <a:pPr lvl="0"/>
            <a:r>
              <a:rPr lang="en-US"/>
              <a:t>text</a:t>
            </a:r>
          </a:p>
        </p:txBody>
      </p:sp>
    </p:spTree>
    <p:extLst>
      <p:ext uri="{BB962C8B-B14F-4D97-AF65-F5344CB8AC3E}">
        <p14:creationId xmlns:p14="http://schemas.microsoft.com/office/powerpoint/2010/main" val="1360621991"/>
      </p:ext>
    </p:extLst>
  </p:cSld>
  <p:clrMapOvr>
    <a:masterClrMapping/>
  </p:clrMapOvr>
  <p:transition spd="med"/>
</p:sldLayout>
</file>

<file path=ppt/slideLayouts/slideLayout82.xml><?xml version="1.0" encoding="utf-8"?>
<p:sldLayout xmlns:a="http://schemas.openxmlformats.org/drawingml/2006/main" xmlns:r="http://schemas.openxmlformats.org/officeDocument/2006/relationships" xmlns:p="http://schemas.openxmlformats.org/presentationml/2006/main" showMasterSp="0" preserve="1" userDrawn="1">
  <p:cSld name="1_3 column title, text">
    <p:bg>
      <p:bgPr>
        <a:solidFill>
          <a:srgbClr val="FDFAF2"/>
        </a:solidFill>
        <a:effectLst/>
      </p:bgPr>
    </p:bg>
    <p:spTree>
      <p:nvGrpSpPr>
        <p:cNvPr id="1" name=""/>
        <p:cNvGrpSpPr/>
        <p:nvPr/>
      </p:nvGrpSpPr>
      <p:grpSpPr>
        <a:xfrm>
          <a:off x="0" y="0"/>
          <a:ext cx="0" cy="0"/>
          <a:chOff x="0" y="0"/>
          <a:chExt cx="0" cy="0"/>
        </a:xfrm>
      </p:grpSpPr>
      <p:pic>
        <p:nvPicPr>
          <p:cNvPr id="9" name="CGC logo.png" descr="CGC logo.png">
            <a:extLst>
              <a:ext uri="{FF2B5EF4-FFF2-40B4-BE49-F238E27FC236}">
                <a16:creationId xmlns:a16="http://schemas.microsoft.com/office/drawing/2014/main" id="{F5D0896A-85F3-2FA7-58ED-F35C784639C4}"/>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285750" y="285750"/>
            <a:ext cx="1152525" cy="199894"/>
          </a:xfrm>
          <a:prstGeom prst="rect">
            <a:avLst/>
          </a:prstGeom>
          <a:ln w="12700">
            <a:miter lim="400000"/>
          </a:ln>
        </p:spPr>
      </p:pic>
      <p:sp>
        <p:nvSpPr>
          <p:cNvPr id="10" name="Text Placeholder 14">
            <a:extLst>
              <a:ext uri="{FF2B5EF4-FFF2-40B4-BE49-F238E27FC236}">
                <a16:creationId xmlns:a16="http://schemas.microsoft.com/office/drawing/2014/main" id="{C27AA178-17F0-961D-039E-91F1D0A82817}"/>
              </a:ext>
            </a:extLst>
          </p:cNvPr>
          <p:cNvSpPr>
            <a:spLocks noGrp="1"/>
          </p:cNvSpPr>
          <p:nvPr>
            <p:ph type="body" sz="quarter" idx="11" hasCustomPrompt="1"/>
          </p:nvPr>
        </p:nvSpPr>
        <p:spPr>
          <a:xfrm>
            <a:off x="645675" y="861205"/>
            <a:ext cx="3326488" cy="342900"/>
          </a:xfrm>
          <a:prstGeom prst="rect">
            <a:avLst/>
          </a:prstGeom>
        </p:spPr>
        <p:txBody>
          <a:bodyPr lIns="0" tIns="0" rIns="0" bIns="0">
            <a:noAutofit/>
          </a:bodyPr>
          <a:lstStyle>
            <a:lvl1pPr marL="0" marR="0" indent="0" algn="l" defTabSz="219075" rtl="0" eaLnBrk="1" fontAlgn="auto" latinLnBrk="0" hangingPunct="1">
              <a:lnSpc>
                <a:spcPct val="100000"/>
              </a:lnSpc>
              <a:spcBef>
                <a:spcPts val="900"/>
              </a:spcBef>
              <a:spcAft>
                <a:spcPts val="0"/>
              </a:spcAft>
              <a:buClr>
                <a:srgbClr val="57BEF0"/>
              </a:buClr>
              <a:buSzPct val="250000"/>
              <a:buFontTx/>
              <a:buNone/>
              <a:tabLst/>
              <a:defRPr sz="1850">
                <a:solidFill>
                  <a:schemeClr val="tx1"/>
                </a:solidFill>
                <a:latin typeface="+mj-lt"/>
              </a:defRPr>
            </a:lvl1pPr>
          </a:lstStyle>
          <a:p>
            <a:pPr marL="0" marR="0" lvl="0" indent="0" algn="l" defTabSz="219075" rtl="0" eaLnBrk="1" fontAlgn="auto" latinLnBrk="0" hangingPunct="1">
              <a:lnSpc>
                <a:spcPct val="100000"/>
              </a:lnSpc>
              <a:spcBef>
                <a:spcPts val="900"/>
              </a:spcBef>
              <a:spcAft>
                <a:spcPts val="0"/>
              </a:spcAft>
              <a:buClr>
                <a:srgbClr val="57BEF0"/>
              </a:buClr>
              <a:buSzPct val="250000"/>
              <a:buFontTx/>
              <a:buNone/>
              <a:tabLst/>
              <a:defRPr/>
            </a:pPr>
            <a:r>
              <a:rPr lang="en-US"/>
              <a:t>TITLE</a:t>
            </a:r>
          </a:p>
        </p:txBody>
      </p:sp>
      <p:sp>
        <p:nvSpPr>
          <p:cNvPr id="4" name="Text Placeholder 19">
            <a:extLst>
              <a:ext uri="{FF2B5EF4-FFF2-40B4-BE49-F238E27FC236}">
                <a16:creationId xmlns:a16="http://schemas.microsoft.com/office/drawing/2014/main" id="{58D17ED4-F3E6-50AE-3B5B-289840C463DB}"/>
              </a:ext>
            </a:extLst>
          </p:cNvPr>
          <p:cNvSpPr>
            <a:spLocks noGrp="1"/>
          </p:cNvSpPr>
          <p:nvPr>
            <p:ph type="body" sz="quarter" idx="20" hasCustomPrompt="1"/>
          </p:nvPr>
        </p:nvSpPr>
        <p:spPr>
          <a:xfrm>
            <a:off x="645673" y="1386138"/>
            <a:ext cx="2486209" cy="3416725"/>
          </a:xfrm>
          <a:prstGeom prst="rect">
            <a:avLst/>
          </a:prstGeom>
        </p:spPr>
        <p:txBody>
          <a:bodyPr lIns="0" tIns="0" rIns="0" bIns="0">
            <a:noAutofit/>
          </a:bodyPr>
          <a:lstStyle>
            <a:lvl1pPr marL="0" indent="0">
              <a:lnSpc>
                <a:spcPct val="120000"/>
              </a:lnSpc>
              <a:spcBef>
                <a:spcPts val="0"/>
              </a:spcBef>
              <a:spcAft>
                <a:spcPts val="600"/>
              </a:spcAft>
              <a:buNone/>
              <a:defRPr sz="900">
                <a:solidFill>
                  <a:schemeClr val="tx1"/>
                </a:solidFill>
              </a:defRPr>
            </a:lvl1pPr>
          </a:lstStyle>
          <a:p>
            <a:pPr lvl="0"/>
            <a:r>
              <a:rPr lang="en-US"/>
              <a:t>text</a:t>
            </a:r>
          </a:p>
        </p:txBody>
      </p:sp>
      <p:sp>
        <p:nvSpPr>
          <p:cNvPr id="6" name="Text Placeholder 19">
            <a:extLst>
              <a:ext uri="{FF2B5EF4-FFF2-40B4-BE49-F238E27FC236}">
                <a16:creationId xmlns:a16="http://schemas.microsoft.com/office/drawing/2014/main" id="{25A0468A-373B-677D-D546-AE234165BC0F}"/>
              </a:ext>
            </a:extLst>
          </p:cNvPr>
          <p:cNvSpPr>
            <a:spLocks noGrp="1"/>
          </p:cNvSpPr>
          <p:nvPr>
            <p:ph type="body" sz="quarter" idx="21" hasCustomPrompt="1"/>
          </p:nvPr>
        </p:nvSpPr>
        <p:spPr>
          <a:xfrm>
            <a:off x="3499232" y="1386138"/>
            <a:ext cx="2486209" cy="3416725"/>
          </a:xfrm>
          <a:prstGeom prst="rect">
            <a:avLst/>
          </a:prstGeom>
        </p:spPr>
        <p:txBody>
          <a:bodyPr lIns="0" tIns="0" rIns="0" bIns="0">
            <a:noAutofit/>
          </a:bodyPr>
          <a:lstStyle>
            <a:lvl1pPr marL="0" indent="0">
              <a:lnSpc>
                <a:spcPct val="120000"/>
              </a:lnSpc>
              <a:spcBef>
                <a:spcPts val="0"/>
              </a:spcBef>
              <a:spcAft>
                <a:spcPts val="600"/>
              </a:spcAft>
              <a:buNone/>
              <a:defRPr sz="900">
                <a:solidFill>
                  <a:schemeClr val="tx1"/>
                </a:solidFill>
              </a:defRPr>
            </a:lvl1pPr>
          </a:lstStyle>
          <a:p>
            <a:pPr lvl="0"/>
            <a:r>
              <a:rPr lang="en-US"/>
              <a:t>text</a:t>
            </a:r>
          </a:p>
        </p:txBody>
      </p:sp>
      <p:sp>
        <p:nvSpPr>
          <p:cNvPr id="8" name="Text Placeholder 19">
            <a:extLst>
              <a:ext uri="{FF2B5EF4-FFF2-40B4-BE49-F238E27FC236}">
                <a16:creationId xmlns:a16="http://schemas.microsoft.com/office/drawing/2014/main" id="{E0CFB8EE-72BA-1124-C6A1-18E5C11C2BE4}"/>
              </a:ext>
            </a:extLst>
          </p:cNvPr>
          <p:cNvSpPr>
            <a:spLocks noGrp="1"/>
          </p:cNvSpPr>
          <p:nvPr>
            <p:ph type="body" sz="quarter" idx="22" hasCustomPrompt="1"/>
          </p:nvPr>
        </p:nvSpPr>
        <p:spPr>
          <a:xfrm>
            <a:off x="6352791" y="1386138"/>
            <a:ext cx="2486209" cy="3416725"/>
          </a:xfrm>
          <a:prstGeom prst="rect">
            <a:avLst/>
          </a:prstGeom>
        </p:spPr>
        <p:txBody>
          <a:bodyPr lIns="0" tIns="0" rIns="0" bIns="0">
            <a:noAutofit/>
          </a:bodyPr>
          <a:lstStyle>
            <a:lvl1pPr marL="0" indent="0">
              <a:lnSpc>
                <a:spcPct val="120000"/>
              </a:lnSpc>
              <a:spcBef>
                <a:spcPts val="0"/>
              </a:spcBef>
              <a:spcAft>
                <a:spcPts val="600"/>
              </a:spcAft>
              <a:buNone/>
              <a:defRPr sz="900">
                <a:solidFill>
                  <a:schemeClr val="tx1"/>
                </a:solidFill>
              </a:defRPr>
            </a:lvl1pPr>
          </a:lstStyle>
          <a:p>
            <a:pPr lvl="0"/>
            <a:r>
              <a:rPr lang="en-US"/>
              <a:t>text</a:t>
            </a:r>
          </a:p>
        </p:txBody>
      </p:sp>
      <p:sp>
        <p:nvSpPr>
          <p:cNvPr id="7" name="Slide Number">
            <a:extLst>
              <a:ext uri="{FF2B5EF4-FFF2-40B4-BE49-F238E27FC236}">
                <a16:creationId xmlns:a16="http://schemas.microsoft.com/office/drawing/2014/main" id="{628A358E-6216-60F6-1C38-7476396563FD}"/>
              </a:ext>
            </a:extLst>
          </p:cNvPr>
          <p:cNvSpPr txBox="1">
            <a:spLocks noGrp="1"/>
          </p:cNvSpPr>
          <p:nvPr>
            <p:ph type="sldNum" sz="quarter" idx="2"/>
          </p:nvPr>
        </p:nvSpPr>
        <p:spPr>
          <a:xfrm>
            <a:off x="8858250" y="4842465"/>
            <a:ext cx="208390" cy="218073"/>
          </a:xfrm>
          <a:prstGeom prst="rect">
            <a:avLst/>
          </a:prstGeom>
        </p:spPr>
        <p:txBody>
          <a:bodyPr/>
          <a:lstStyle>
            <a:lvl1pPr>
              <a:defRPr>
                <a:solidFill>
                  <a:schemeClr val="tx1"/>
                </a:solidFill>
              </a:defRPr>
            </a:lvl1pPr>
          </a:lstStyle>
          <a:p>
            <a:fld id="{86CB4B4D-7CA3-9044-876B-883B54F8677D}" type="slidenum">
              <a:rPr lang="en-GB" smtClean="0"/>
              <a:pPr/>
              <a:t>‹#›</a:t>
            </a:fld>
            <a:endParaRPr lang="en-GB"/>
          </a:p>
        </p:txBody>
      </p:sp>
    </p:spTree>
    <p:extLst>
      <p:ext uri="{BB962C8B-B14F-4D97-AF65-F5344CB8AC3E}">
        <p14:creationId xmlns:p14="http://schemas.microsoft.com/office/powerpoint/2010/main" val="1234677607"/>
      </p:ext>
    </p:extLst>
  </p:cSld>
  <p:clrMapOvr>
    <a:masterClrMapping/>
  </p:clrMapOvr>
  <p:transition spd="med"/>
</p:sldLayout>
</file>

<file path=ppt/slideLayouts/slideLayout83.xml><?xml version="1.0" encoding="utf-8"?>
<p:sldLayout xmlns:a="http://schemas.openxmlformats.org/drawingml/2006/main" xmlns:r="http://schemas.openxmlformats.org/officeDocument/2006/relationships" xmlns:p="http://schemas.openxmlformats.org/presentationml/2006/main" showMasterSp="0" preserve="1" userDrawn="1">
  <p:cSld name="2 column title, text - long">
    <p:bg>
      <p:bgPr>
        <a:solidFill>
          <a:srgbClr val="FDFAF2"/>
        </a:solidFill>
        <a:effectLst/>
      </p:bgPr>
    </p:bg>
    <p:spTree>
      <p:nvGrpSpPr>
        <p:cNvPr id="1" name=""/>
        <p:cNvGrpSpPr/>
        <p:nvPr/>
      </p:nvGrpSpPr>
      <p:grpSpPr>
        <a:xfrm>
          <a:off x="0" y="0"/>
          <a:ext cx="0" cy="0"/>
          <a:chOff x="0" y="0"/>
          <a:chExt cx="0" cy="0"/>
        </a:xfrm>
      </p:grpSpPr>
      <p:sp>
        <p:nvSpPr>
          <p:cNvPr id="184" name="Slide Number"/>
          <p:cNvSpPr txBox="1">
            <a:spLocks noGrp="1"/>
          </p:cNvSpPr>
          <p:nvPr>
            <p:ph type="sldNum" sz="quarter" idx="2"/>
          </p:nvPr>
        </p:nvSpPr>
        <p:spPr>
          <a:prstGeom prst="rect">
            <a:avLst/>
          </a:prstGeom>
        </p:spPr>
        <p:txBody>
          <a:bodyPr/>
          <a:lstStyle>
            <a:lvl1pPr>
              <a:defRPr>
                <a:solidFill>
                  <a:schemeClr val="tx1"/>
                </a:solidFill>
              </a:defRPr>
            </a:lvl1pPr>
          </a:lstStyle>
          <a:p>
            <a:fld id="{86CB4B4D-7CA3-9044-876B-883B54F8677D}" type="slidenum">
              <a:rPr lang="en-GB" smtClean="0"/>
              <a:pPr/>
              <a:t>‹#›</a:t>
            </a:fld>
            <a:endParaRPr lang="en-GB"/>
          </a:p>
        </p:txBody>
      </p:sp>
      <p:pic>
        <p:nvPicPr>
          <p:cNvPr id="9" name="CGC logo.png" descr="CGC logo.png">
            <a:extLst>
              <a:ext uri="{FF2B5EF4-FFF2-40B4-BE49-F238E27FC236}">
                <a16:creationId xmlns:a16="http://schemas.microsoft.com/office/drawing/2014/main" id="{F5D0896A-85F3-2FA7-58ED-F35C784639C4}"/>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285750" y="285750"/>
            <a:ext cx="1152525" cy="199894"/>
          </a:xfrm>
          <a:prstGeom prst="rect">
            <a:avLst/>
          </a:prstGeom>
          <a:ln w="12700">
            <a:miter lim="400000"/>
          </a:ln>
        </p:spPr>
      </p:pic>
      <p:sp>
        <p:nvSpPr>
          <p:cNvPr id="10" name="Text Placeholder 14">
            <a:extLst>
              <a:ext uri="{FF2B5EF4-FFF2-40B4-BE49-F238E27FC236}">
                <a16:creationId xmlns:a16="http://schemas.microsoft.com/office/drawing/2014/main" id="{C27AA178-17F0-961D-039E-91F1D0A82817}"/>
              </a:ext>
            </a:extLst>
          </p:cNvPr>
          <p:cNvSpPr>
            <a:spLocks noGrp="1"/>
          </p:cNvSpPr>
          <p:nvPr>
            <p:ph type="body" sz="quarter" idx="11" hasCustomPrompt="1"/>
          </p:nvPr>
        </p:nvSpPr>
        <p:spPr>
          <a:xfrm>
            <a:off x="653877" y="868871"/>
            <a:ext cx="3326488" cy="342900"/>
          </a:xfrm>
          <a:prstGeom prst="rect">
            <a:avLst/>
          </a:prstGeom>
        </p:spPr>
        <p:txBody>
          <a:bodyPr lIns="0" tIns="0" rIns="0" bIns="0">
            <a:noAutofit/>
          </a:bodyPr>
          <a:lstStyle>
            <a:lvl1pPr marL="0" marR="0" indent="0" algn="l" defTabSz="219075" rtl="0" eaLnBrk="1" fontAlgn="auto" latinLnBrk="0" hangingPunct="1">
              <a:lnSpc>
                <a:spcPct val="100000"/>
              </a:lnSpc>
              <a:spcBef>
                <a:spcPts val="900"/>
              </a:spcBef>
              <a:spcAft>
                <a:spcPts val="0"/>
              </a:spcAft>
              <a:buClr>
                <a:srgbClr val="57BEF0"/>
              </a:buClr>
              <a:buSzPct val="250000"/>
              <a:buFontTx/>
              <a:buNone/>
              <a:tabLst/>
              <a:defRPr sz="1850">
                <a:solidFill>
                  <a:schemeClr val="tx1"/>
                </a:solidFill>
                <a:latin typeface="+mj-lt"/>
              </a:defRPr>
            </a:lvl1pPr>
          </a:lstStyle>
          <a:p>
            <a:pPr marL="0" marR="0" lvl="0" indent="0" algn="l" defTabSz="219075" rtl="0" eaLnBrk="1" fontAlgn="auto" latinLnBrk="0" hangingPunct="1">
              <a:lnSpc>
                <a:spcPct val="100000"/>
              </a:lnSpc>
              <a:spcBef>
                <a:spcPts val="900"/>
              </a:spcBef>
              <a:spcAft>
                <a:spcPts val="0"/>
              </a:spcAft>
              <a:buClr>
                <a:srgbClr val="57BEF0"/>
              </a:buClr>
              <a:buSzPct val="250000"/>
              <a:buFontTx/>
              <a:buNone/>
              <a:tabLst/>
              <a:defRPr/>
            </a:pPr>
            <a:r>
              <a:rPr lang="en-US"/>
              <a:t>TITLE</a:t>
            </a:r>
          </a:p>
        </p:txBody>
      </p:sp>
      <p:sp>
        <p:nvSpPr>
          <p:cNvPr id="14" name="Text Placeholder 19">
            <a:extLst>
              <a:ext uri="{FF2B5EF4-FFF2-40B4-BE49-F238E27FC236}">
                <a16:creationId xmlns:a16="http://schemas.microsoft.com/office/drawing/2014/main" id="{40AC698F-4339-B95D-EF90-0BC4756572BA}"/>
              </a:ext>
            </a:extLst>
          </p:cNvPr>
          <p:cNvSpPr>
            <a:spLocks noGrp="1"/>
          </p:cNvSpPr>
          <p:nvPr>
            <p:ph type="body" sz="quarter" idx="13" hasCustomPrompt="1"/>
          </p:nvPr>
        </p:nvSpPr>
        <p:spPr>
          <a:xfrm>
            <a:off x="653875" y="1382468"/>
            <a:ext cx="3629865" cy="3228946"/>
          </a:xfrm>
          <a:prstGeom prst="rect">
            <a:avLst/>
          </a:prstGeom>
        </p:spPr>
        <p:txBody>
          <a:bodyPr lIns="0" tIns="0" rIns="0" bIns="0">
            <a:noAutofit/>
          </a:bodyPr>
          <a:lstStyle>
            <a:lvl1pPr marL="0" indent="0">
              <a:lnSpc>
                <a:spcPct val="120000"/>
              </a:lnSpc>
              <a:spcBef>
                <a:spcPts val="0"/>
              </a:spcBef>
              <a:spcAft>
                <a:spcPts val="600"/>
              </a:spcAft>
              <a:buNone/>
              <a:defRPr sz="900">
                <a:solidFill>
                  <a:schemeClr val="tx1"/>
                </a:solidFill>
              </a:defRPr>
            </a:lvl1pPr>
          </a:lstStyle>
          <a:p>
            <a:pPr lvl="0"/>
            <a:r>
              <a:rPr lang="en-US"/>
              <a:t>text</a:t>
            </a:r>
          </a:p>
        </p:txBody>
      </p:sp>
      <p:sp>
        <p:nvSpPr>
          <p:cNvPr id="7" name="Text Placeholder 19">
            <a:extLst>
              <a:ext uri="{FF2B5EF4-FFF2-40B4-BE49-F238E27FC236}">
                <a16:creationId xmlns:a16="http://schemas.microsoft.com/office/drawing/2014/main" id="{083C0D40-C0E5-39F1-0C9C-6DC05F27A8D6}"/>
              </a:ext>
            </a:extLst>
          </p:cNvPr>
          <p:cNvSpPr>
            <a:spLocks noGrp="1"/>
          </p:cNvSpPr>
          <p:nvPr>
            <p:ph type="body" sz="quarter" idx="18" hasCustomPrompt="1"/>
          </p:nvPr>
        </p:nvSpPr>
        <p:spPr>
          <a:xfrm>
            <a:off x="4792323" y="1382468"/>
            <a:ext cx="3629865" cy="3228946"/>
          </a:xfrm>
          <a:prstGeom prst="rect">
            <a:avLst/>
          </a:prstGeom>
        </p:spPr>
        <p:txBody>
          <a:bodyPr lIns="0" tIns="0" rIns="0" bIns="0">
            <a:noAutofit/>
          </a:bodyPr>
          <a:lstStyle>
            <a:lvl1pPr marL="0" indent="0">
              <a:lnSpc>
                <a:spcPct val="120000"/>
              </a:lnSpc>
              <a:spcBef>
                <a:spcPts val="0"/>
              </a:spcBef>
              <a:spcAft>
                <a:spcPts val="600"/>
              </a:spcAft>
              <a:buNone/>
              <a:defRPr sz="900">
                <a:solidFill>
                  <a:schemeClr val="tx1"/>
                </a:solidFill>
              </a:defRPr>
            </a:lvl1pPr>
          </a:lstStyle>
          <a:p>
            <a:pPr lvl="0"/>
            <a:r>
              <a:rPr lang="en-US"/>
              <a:t>text</a:t>
            </a:r>
          </a:p>
        </p:txBody>
      </p:sp>
    </p:spTree>
    <p:extLst>
      <p:ext uri="{BB962C8B-B14F-4D97-AF65-F5344CB8AC3E}">
        <p14:creationId xmlns:p14="http://schemas.microsoft.com/office/powerpoint/2010/main" val="2597299105"/>
      </p:ext>
    </p:extLst>
  </p:cSld>
  <p:clrMapOvr>
    <a:masterClrMapping/>
  </p:clrMapOvr>
  <p:transition spd="med"/>
</p:sldLayout>
</file>

<file path=ppt/slideLayouts/slideLayout84.xml><?xml version="1.0" encoding="utf-8"?>
<p:sldLayout xmlns:a="http://schemas.openxmlformats.org/drawingml/2006/main" xmlns:r="http://schemas.openxmlformats.org/officeDocument/2006/relationships" xmlns:p="http://schemas.openxmlformats.org/presentationml/2006/main" showMasterSp="0" preserve="1" userDrawn="1">
  <p:cSld name="Full screen photo">
    <p:bg>
      <p:bgPr>
        <a:solidFill>
          <a:srgbClr val="000000"/>
        </a:solidFill>
        <a:effectLst/>
      </p:bgPr>
    </p:bg>
    <p:spTree>
      <p:nvGrpSpPr>
        <p:cNvPr id="1" name=""/>
        <p:cNvGrpSpPr/>
        <p:nvPr/>
      </p:nvGrpSpPr>
      <p:grpSpPr>
        <a:xfrm>
          <a:off x="0" y="0"/>
          <a:ext cx="0" cy="0"/>
          <a:chOff x="0" y="0"/>
          <a:chExt cx="0" cy="0"/>
        </a:xfrm>
      </p:grpSpPr>
      <p:sp>
        <p:nvSpPr>
          <p:cNvPr id="176" name="A person’s lower body with blue trousers and green shoes on a yellow and pink floor"/>
          <p:cNvSpPr>
            <a:spLocks noGrp="1"/>
          </p:cNvSpPr>
          <p:nvPr>
            <p:ph type="pic" idx="21"/>
          </p:nvPr>
        </p:nvSpPr>
        <p:spPr>
          <a:xfrm>
            <a:off x="0" y="0"/>
            <a:ext cx="9144000" cy="5143500"/>
          </a:xfrm>
          <a:prstGeom prst="rect">
            <a:avLst/>
          </a:prstGeom>
        </p:spPr>
        <p:txBody>
          <a:bodyPr lIns="91439" tIns="45719" rIns="91439" bIns="45719">
            <a:noAutofit/>
          </a:bodyPr>
          <a:lstStyle/>
          <a:p>
            <a:endParaRPr/>
          </a:p>
        </p:txBody>
      </p:sp>
    </p:spTree>
    <p:extLst>
      <p:ext uri="{BB962C8B-B14F-4D97-AF65-F5344CB8AC3E}">
        <p14:creationId xmlns:p14="http://schemas.microsoft.com/office/powerpoint/2010/main" val="750605174"/>
      </p:ext>
    </p:extLst>
  </p:cSld>
  <p:clrMapOvr>
    <a:masterClrMapping/>
  </p:clrMapOvr>
  <p:transition spd="med"/>
</p:sldLayout>
</file>

<file path=ppt/slideLayouts/slideLayout85.xml><?xml version="1.0" encoding="utf-8"?>
<p:sldLayout xmlns:a="http://schemas.openxmlformats.org/drawingml/2006/main" xmlns:r="http://schemas.openxmlformats.org/officeDocument/2006/relationships" xmlns:p="http://schemas.openxmlformats.org/presentationml/2006/main" showMasterSp="0" preserve="1" userDrawn="1">
  <p:cSld name="text left + image right - dark">
    <p:bg>
      <p:bgPr>
        <a:solidFill>
          <a:srgbClr val="0F2240"/>
        </a:solidFill>
        <a:effectLst/>
      </p:bgPr>
    </p:bg>
    <p:spTree>
      <p:nvGrpSpPr>
        <p:cNvPr id="1" name=""/>
        <p:cNvGrpSpPr/>
        <p:nvPr/>
      </p:nvGrpSpPr>
      <p:grpSpPr>
        <a:xfrm>
          <a:off x="0" y="0"/>
          <a:ext cx="0" cy="0"/>
          <a:chOff x="0" y="0"/>
          <a:chExt cx="0" cy="0"/>
        </a:xfrm>
      </p:grpSpPr>
      <p:sp>
        <p:nvSpPr>
          <p:cNvPr id="176" name="A person’s lower body with blue trousers and green shoes on a yellow and pink floor"/>
          <p:cNvSpPr>
            <a:spLocks noGrp="1"/>
          </p:cNvSpPr>
          <p:nvPr>
            <p:ph type="pic" idx="21"/>
          </p:nvPr>
        </p:nvSpPr>
        <p:spPr>
          <a:xfrm>
            <a:off x="5334000" y="0"/>
            <a:ext cx="3810000" cy="5143500"/>
          </a:xfrm>
          <a:prstGeom prst="rect">
            <a:avLst/>
          </a:prstGeom>
        </p:spPr>
        <p:txBody>
          <a:bodyPr lIns="91439" tIns="45719" rIns="91439" bIns="45719">
            <a:noAutofit/>
          </a:bodyPr>
          <a:lstStyle/>
          <a:p>
            <a:endParaRPr/>
          </a:p>
        </p:txBody>
      </p:sp>
      <p:sp>
        <p:nvSpPr>
          <p:cNvPr id="7" name="Text Placeholder 6">
            <a:extLst>
              <a:ext uri="{FF2B5EF4-FFF2-40B4-BE49-F238E27FC236}">
                <a16:creationId xmlns:a16="http://schemas.microsoft.com/office/drawing/2014/main" id="{C84412A7-28A0-3F6B-652E-9FDF592A77A6}"/>
              </a:ext>
            </a:extLst>
          </p:cNvPr>
          <p:cNvSpPr>
            <a:spLocks noGrp="1"/>
          </p:cNvSpPr>
          <p:nvPr>
            <p:ph type="body" sz="quarter" idx="22" hasCustomPrompt="1"/>
          </p:nvPr>
        </p:nvSpPr>
        <p:spPr>
          <a:xfrm>
            <a:off x="640080" y="2814321"/>
            <a:ext cx="3931920" cy="1254098"/>
          </a:xfrm>
          <a:prstGeom prst="rect">
            <a:avLst/>
          </a:prstGeom>
        </p:spPr>
        <p:txBody>
          <a:bodyPr lIns="0" tIns="0" rIns="0" bIns="0" anchor="b">
            <a:noAutofit/>
          </a:bodyPr>
          <a:lstStyle>
            <a:lvl1pPr marL="0" indent="0">
              <a:lnSpc>
                <a:spcPct val="60000"/>
              </a:lnSpc>
              <a:buNone/>
              <a:defRPr sz="4500">
                <a:solidFill>
                  <a:schemeClr val="bg1"/>
                </a:solidFill>
                <a:latin typeface="+mj-lt"/>
              </a:defRPr>
            </a:lvl1pPr>
          </a:lstStyle>
          <a:p>
            <a:pPr lvl="0"/>
            <a:r>
              <a:rPr lang="en-US"/>
              <a:t>TITLE</a:t>
            </a:r>
          </a:p>
        </p:txBody>
      </p:sp>
      <p:sp>
        <p:nvSpPr>
          <p:cNvPr id="15" name="Text Placeholder 14">
            <a:extLst>
              <a:ext uri="{FF2B5EF4-FFF2-40B4-BE49-F238E27FC236}">
                <a16:creationId xmlns:a16="http://schemas.microsoft.com/office/drawing/2014/main" id="{AE63AEF7-439E-1803-B450-3673B0014C36}"/>
              </a:ext>
            </a:extLst>
          </p:cNvPr>
          <p:cNvSpPr>
            <a:spLocks noGrp="1"/>
          </p:cNvSpPr>
          <p:nvPr>
            <p:ph type="body" sz="quarter" idx="23" hasCustomPrompt="1"/>
          </p:nvPr>
        </p:nvSpPr>
        <p:spPr>
          <a:xfrm>
            <a:off x="630455" y="4170539"/>
            <a:ext cx="1524000" cy="588962"/>
          </a:xfrm>
        </p:spPr>
        <p:txBody>
          <a:bodyPr lIns="0" tIns="0" rIns="0" bIns="0">
            <a:noAutofit/>
          </a:bodyPr>
          <a:lstStyle>
            <a:lvl1pPr marL="0" indent="0">
              <a:lnSpc>
                <a:spcPct val="80000"/>
              </a:lnSpc>
              <a:spcBef>
                <a:spcPts val="0"/>
              </a:spcBef>
              <a:spcAft>
                <a:spcPts val="600"/>
              </a:spcAft>
              <a:buNone/>
              <a:defRPr sz="900">
                <a:solidFill>
                  <a:schemeClr val="bg1"/>
                </a:solidFill>
              </a:defRPr>
            </a:lvl1pPr>
          </a:lstStyle>
          <a:p>
            <a:pPr lvl="0"/>
            <a:r>
              <a:rPr lang="en-US"/>
              <a:t>text</a:t>
            </a:r>
          </a:p>
        </p:txBody>
      </p:sp>
      <p:pic>
        <p:nvPicPr>
          <p:cNvPr id="16" name="CGC logo white.png" descr="CGC logo white.png">
            <a:extLst>
              <a:ext uri="{FF2B5EF4-FFF2-40B4-BE49-F238E27FC236}">
                <a16:creationId xmlns:a16="http://schemas.microsoft.com/office/drawing/2014/main" id="{8DB8557F-2125-B942-873C-F5DAACA37871}"/>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285750" y="285750"/>
            <a:ext cx="1152091" cy="199818"/>
          </a:xfrm>
          <a:prstGeom prst="rect">
            <a:avLst/>
          </a:prstGeom>
          <a:ln w="12700">
            <a:miter lim="400000"/>
          </a:ln>
        </p:spPr>
      </p:pic>
    </p:spTree>
    <p:extLst>
      <p:ext uri="{BB962C8B-B14F-4D97-AF65-F5344CB8AC3E}">
        <p14:creationId xmlns:p14="http://schemas.microsoft.com/office/powerpoint/2010/main" val="471732279"/>
      </p:ext>
    </p:extLst>
  </p:cSld>
  <p:clrMapOvr>
    <a:masterClrMapping/>
  </p:clrMapOvr>
  <p:transition spd="med"/>
</p:sldLayout>
</file>

<file path=ppt/slideLayouts/slideLayout86.xml><?xml version="1.0" encoding="utf-8"?>
<p:sldLayout xmlns:a="http://schemas.openxmlformats.org/drawingml/2006/main" xmlns:r="http://schemas.openxmlformats.org/officeDocument/2006/relationships" xmlns:p="http://schemas.openxmlformats.org/presentationml/2006/main" showMasterSp="0" preserve="1" userDrawn="1">
  <p:cSld name="text left + image over shape right - light">
    <p:bg>
      <p:bgPr>
        <a:solidFill>
          <a:srgbClr val="FDFAF2"/>
        </a:solidFill>
        <a:effectLst/>
      </p:bgPr>
    </p:bg>
    <p:spTree>
      <p:nvGrpSpPr>
        <p:cNvPr id="1" name=""/>
        <p:cNvGrpSpPr/>
        <p:nvPr/>
      </p:nvGrpSpPr>
      <p:grpSpPr>
        <a:xfrm>
          <a:off x="0" y="0"/>
          <a:ext cx="0" cy="0"/>
          <a:chOff x="0" y="0"/>
          <a:chExt cx="0" cy="0"/>
        </a:xfrm>
      </p:grpSpPr>
      <p:sp>
        <p:nvSpPr>
          <p:cNvPr id="184" name="Slide Number"/>
          <p:cNvSpPr txBox="1">
            <a:spLocks noGrp="1"/>
          </p:cNvSpPr>
          <p:nvPr>
            <p:ph type="sldNum" sz="quarter" idx="2"/>
          </p:nvPr>
        </p:nvSpPr>
        <p:spPr>
          <a:prstGeom prst="rect">
            <a:avLst/>
          </a:prstGeom>
        </p:spPr>
        <p:txBody>
          <a:bodyPr/>
          <a:lstStyle>
            <a:lvl1pPr>
              <a:defRPr>
                <a:solidFill>
                  <a:schemeClr val="tx1"/>
                </a:solidFill>
              </a:defRPr>
            </a:lvl1pPr>
          </a:lstStyle>
          <a:p>
            <a:fld id="{86CB4B4D-7CA3-9044-876B-883B54F8677D}" type="slidenum">
              <a:rPr lang="en-GB" smtClean="0"/>
              <a:pPr/>
              <a:t>‹#›</a:t>
            </a:fld>
            <a:endParaRPr lang="en-GB"/>
          </a:p>
        </p:txBody>
      </p:sp>
      <p:pic>
        <p:nvPicPr>
          <p:cNvPr id="9" name="CGC logo.png" descr="CGC logo.png">
            <a:extLst>
              <a:ext uri="{FF2B5EF4-FFF2-40B4-BE49-F238E27FC236}">
                <a16:creationId xmlns:a16="http://schemas.microsoft.com/office/drawing/2014/main" id="{F5D0896A-85F3-2FA7-58ED-F35C784639C4}"/>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285750" y="285750"/>
            <a:ext cx="1152525" cy="199894"/>
          </a:xfrm>
          <a:prstGeom prst="rect">
            <a:avLst/>
          </a:prstGeom>
          <a:ln w="12700">
            <a:miter lim="400000"/>
          </a:ln>
        </p:spPr>
      </p:pic>
      <p:pic>
        <p:nvPicPr>
          <p:cNvPr id="4" name="shape-1.png" descr="shape-1.png">
            <a:extLst>
              <a:ext uri="{FF2B5EF4-FFF2-40B4-BE49-F238E27FC236}">
                <a16:creationId xmlns:a16="http://schemas.microsoft.com/office/drawing/2014/main" id="{CC24CED9-09B6-EABE-ACD1-520DE6300761}"/>
              </a:ext>
            </a:extLst>
          </p:cNvPr>
          <p:cNvPicPr>
            <a:picLocks noChangeAspect="1"/>
          </p:cNvPicPr>
          <p:nvPr/>
        </p:nvPicPr>
        <p:blipFill>
          <a:blip r:embed="rId3"/>
          <a:stretch>
            <a:fillRect/>
          </a:stretch>
        </p:blipFill>
        <p:spPr>
          <a:xfrm flipH="1">
            <a:off x="4674609" y="1973005"/>
            <a:ext cx="3922753" cy="2574780"/>
          </a:xfrm>
          <a:prstGeom prst="rect">
            <a:avLst/>
          </a:prstGeom>
          <a:ln w="12700" cap="flat">
            <a:noFill/>
            <a:miter lim="400000"/>
          </a:ln>
          <a:effectLst/>
        </p:spPr>
      </p:pic>
      <p:sp>
        <p:nvSpPr>
          <p:cNvPr id="8" name="Text Placeholder 6">
            <a:extLst>
              <a:ext uri="{FF2B5EF4-FFF2-40B4-BE49-F238E27FC236}">
                <a16:creationId xmlns:a16="http://schemas.microsoft.com/office/drawing/2014/main" id="{E4B4A470-80CD-B8FF-7932-6E8442222871}"/>
              </a:ext>
            </a:extLst>
          </p:cNvPr>
          <p:cNvSpPr>
            <a:spLocks noGrp="1"/>
          </p:cNvSpPr>
          <p:nvPr>
            <p:ph type="body" sz="quarter" idx="22" hasCustomPrompt="1"/>
          </p:nvPr>
        </p:nvSpPr>
        <p:spPr>
          <a:xfrm>
            <a:off x="624570" y="1982330"/>
            <a:ext cx="3850640" cy="1021767"/>
          </a:xfrm>
          <a:prstGeom prst="rect">
            <a:avLst/>
          </a:prstGeom>
        </p:spPr>
        <p:txBody>
          <a:bodyPr lIns="0" tIns="0" rIns="0" bIns="0" anchor="b">
            <a:noAutofit/>
          </a:bodyPr>
          <a:lstStyle>
            <a:lvl1pPr marL="0" indent="0">
              <a:lnSpc>
                <a:spcPct val="70000"/>
              </a:lnSpc>
              <a:buNone/>
              <a:defRPr sz="4500">
                <a:solidFill>
                  <a:schemeClr val="tx1"/>
                </a:solidFill>
                <a:latin typeface="+mj-lt"/>
              </a:defRPr>
            </a:lvl1pPr>
          </a:lstStyle>
          <a:p>
            <a:pPr lvl="0"/>
            <a:r>
              <a:rPr lang="en-US"/>
              <a:t>TITLE</a:t>
            </a:r>
          </a:p>
        </p:txBody>
      </p:sp>
      <p:sp>
        <p:nvSpPr>
          <p:cNvPr id="12" name="Text Placeholder 14">
            <a:extLst>
              <a:ext uri="{FF2B5EF4-FFF2-40B4-BE49-F238E27FC236}">
                <a16:creationId xmlns:a16="http://schemas.microsoft.com/office/drawing/2014/main" id="{E4213261-3552-515D-6BEA-7C3FBC63EFC0}"/>
              </a:ext>
            </a:extLst>
          </p:cNvPr>
          <p:cNvSpPr>
            <a:spLocks noGrp="1"/>
          </p:cNvSpPr>
          <p:nvPr>
            <p:ph type="body" sz="quarter" idx="23" hasCustomPrompt="1"/>
          </p:nvPr>
        </p:nvSpPr>
        <p:spPr>
          <a:xfrm>
            <a:off x="624570" y="3110370"/>
            <a:ext cx="1524000" cy="588962"/>
          </a:xfrm>
        </p:spPr>
        <p:txBody>
          <a:bodyPr lIns="0" tIns="0" rIns="0" bIns="0">
            <a:noAutofit/>
          </a:bodyPr>
          <a:lstStyle>
            <a:lvl1pPr marL="0" indent="0">
              <a:lnSpc>
                <a:spcPct val="80000"/>
              </a:lnSpc>
              <a:buNone/>
              <a:defRPr sz="900">
                <a:solidFill>
                  <a:schemeClr val="tx1"/>
                </a:solidFill>
              </a:defRPr>
            </a:lvl1pPr>
          </a:lstStyle>
          <a:p>
            <a:pPr lvl="0"/>
            <a:r>
              <a:rPr lang="en-US"/>
              <a:t>text</a:t>
            </a:r>
          </a:p>
        </p:txBody>
      </p:sp>
      <p:sp>
        <p:nvSpPr>
          <p:cNvPr id="3" name="Picture Placeholder 3">
            <a:extLst>
              <a:ext uri="{FF2B5EF4-FFF2-40B4-BE49-F238E27FC236}">
                <a16:creationId xmlns:a16="http://schemas.microsoft.com/office/drawing/2014/main" id="{D143D9BD-5856-191C-F34E-032D81D64126}"/>
              </a:ext>
            </a:extLst>
          </p:cNvPr>
          <p:cNvSpPr>
            <a:spLocks noGrp="1"/>
          </p:cNvSpPr>
          <p:nvPr>
            <p:ph type="pic" sz="quarter" idx="15"/>
          </p:nvPr>
        </p:nvSpPr>
        <p:spPr>
          <a:xfrm>
            <a:off x="5740712" y="730462"/>
            <a:ext cx="2634558" cy="3537495"/>
          </a:xfrm>
        </p:spPr>
        <p:txBody>
          <a:bodyPr/>
          <a:lstStyle/>
          <a:p>
            <a:endParaRPr lang="en-US"/>
          </a:p>
        </p:txBody>
      </p:sp>
    </p:spTree>
    <p:extLst>
      <p:ext uri="{BB962C8B-B14F-4D97-AF65-F5344CB8AC3E}">
        <p14:creationId xmlns:p14="http://schemas.microsoft.com/office/powerpoint/2010/main" val="2128404192"/>
      </p:ext>
    </p:extLst>
  </p:cSld>
  <p:clrMapOvr>
    <a:masterClrMapping/>
  </p:clrMapOvr>
  <p:transition spd="med"/>
</p:sldLayout>
</file>

<file path=ppt/slideLayouts/slideLayout87.xml><?xml version="1.0" encoding="utf-8"?>
<p:sldLayout xmlns:a="http://schemas.openxmlformats.org/drawingml/2006/main" xmlns:r="http://schemas.openxmlformats.org/officeDocument/2006/relationships" xmlns:p="http://schemas.openxmlformats.org/presentationml/2006/main" showMasterSp="0" preserve="1" userDrawn="1">
  <p:cSld name="title, bullet left + image right - light">
    <p:bg>
      <p:bgPr>
        <a:solidFill>
          <a:srgbClr val="FDFAF2"/>
        </a:solidFill>
        <a:effectLst/>
      </p:bgPr>
    </p:bg>
    <p:spTree>
      <p:nvGrpSpPr>
        <p:cNvPr id="1" name=""/>
        <p:cNvGrpSpPr/>
        <p:nvPr/>
      </p:nvGrpSpPr>
      <p:grpSpPr>
        <a:xfrm>
          <a:off x="0" y="0"/>
          <a:ext cx="0" cy="0"/>
          <a:chOff x="0" y="0"/>
          <a:chExt cx="0" cy="0"/>
        </a:xfrm>
      </p:grpSpPr>
      <p:pic>
        <p:nvPicPr>
          <p:cNvPr id="9" name="CGC logo.png" descr="CGC logo.png">
            <a:extLst>
              <a:ext uri="{FF2B5EF4-FFF2-40B4-BE49-F238E27FC236}">
                <a16:creationId xmlns:a16="http://schemas.microsoft.com/office/drawing/2014/main" id="{F5D0896A-85F3-2FA7-58ED-F35C784639C4}"/>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285750" y="285750"/>
            <a:ext cx="1152525" cy="199894"/>
          </a:xfrm>
          <a:prstGeom prst="rect">
            <a:avLst/>
          </a:prstGeom>
          <a:ln w="12700">
            <a:miter lim="400000"/>
          </a:ln>
        </p:spPr>
      </p:pic>
      <p:sp>
        <p:nvSpPr>
          <p:cNvPr id="7" name="A person’s lower body with blue trousers and green shoes on a yellow and pink floor">
            <a:extLst>
              <a:ext uri="{FF2B5EF4-FFF2-40B4-BE49-F238E27FC236}">
                <a16:creationId xmlns:a16="http://schemas.microsoft.com/office/drawing/2014/main" id="{120B3287-2D29-97D3-E17C-97833A9D6C15}"/>
              </a:ext>
            </a:extLst>
          </p:cNvPr>
          <p:cNvSpPr>
            <a:spLocks noGrp="1"/>
          </p:cNvSpPr>
          <p:nvPr>
            <p:ph type="pic" idx="21"/>
          </p:nvPr>
        </p:nvSpPr>
        <p:spPr>
          <a:xfrm>
            <a:off x="5334000" y="0"/>
            <a:ext cx="3810000" cy="5143500"/>
          </a:xfrm>
          <a:prstGeom prst="rect">
            <a:avLst/>
          </a:prstGeom>
        </p:spPr>
        <p:txBody>
          <a:bodyPr lIns="91439" tIns="45719" rIns="91439" bIns="45719">
            <a:noAutofit/>
          </a:bodyPr>
          <a:lstStyle/>
          <a:p>
            <a:endParaRPr/>
          </a:p>
        </p:txBody>
      </p:sp>
      <p:sp>
        <p:nvSpPr>
          <p:cNvPr id="11" name="Text Placeholder 6">
            <a:extLst>
              <a:ext uri="{FF2B5EF4-FFF2-40B4-BE49-F238E27FC236}">
                <a16:creationId xmlns:a16="http://schemas.microsoft.com/office/drawing/2014/main" id="{B1929B9B-2227-91A9-A4F8-E13C569E7189}"/>
              </a:ext>
            </a:extLst>
          </p:cNvPr>
          <p:cNvSpPr>
            <a:spLocks noGrp="1"/>
          </p:cNvSpPr>
          <p:nvPr>
            <p:ph type="body" sz="quarter" idx="22" hasCustomPrompt="1"/>
          </p:nvPr>
        </p:nvSpPr>
        <p:spPr>
          <a:xfrm>
            <a:off x="641684" y="989396"/>
            <a:ext cx="3850640" cy="1021767"/>
          </a:xfrm>
          <a:prstGeom prst="rect">
            <a:avLst/>
          </a:prstGeom>
        </p:spPr>
        <p:txBody>
          <a:bodyPr lIns="0" tIns="0" rIns="0" bIns="0" anchor="b">
            <a:noAutofit/>
          </a:bodyPr>
          <a:lstStyle>
            <a:lvl1pPr marL="0" indent="0">
              <a:lnSpc>
                <a:spcPct val="70000"/>
              </a:lnSpc>
              <a:buNone/>
              <a:defRPr sz="4500">
                <a:solidFill>
                  <a:schemeClr val="tx1"/>
                </a:solidFill>
                <a:latin typeface="+mj-lt"/>
              </a:defRPr>
            </a:lvl1pPr>
          </a:lstStyle>
          <a:p>
            <a:pPr lvl="0"/>
            <a:r>
              <a:rPr lang="en-US"/>
              <a:t>TITLE</a:t>
            </a:r>
          </a:p>
        </p:txBody>
      </p:sp>
      <p:sp>
        <p:nvSpPr>
          <p:cNvPr id="14" name="Text Placeholder 14">
            <a:extLst>
              <a:ext uri="{FF2B5EF4-FFF2-40B4-BE49-F238E27FC236}">
                <a16:creationId xmlns:a16="http://schemas.microsoft.com/office/drawing/2014/main" id="{4D033747-5BB2-F5A4-FECB-77E42BA10532}"/>
              </a:ext>
            </a:extLst>
          </p:cNvPr>
          <p:cNvSpPr>
            <a:spLocks noGrp="1"/>
          </p:cNvSpPr>
          <p:nvPr>
            <p:ph type="body" sz="quarter" idx="23" hasCustomPrompt="1"/>
          </p:nvPr>
        </p:nvSpPr>
        <p:spPr>
          <a:xfrm>
            <a:off x="633664" y="2215291"/>
            <a:ext cx="1524000" cy="1929188"/>
          </a:xfrm>
        </p:spPr>
        <p:txBody>
          <a:bodyPr lIns="0" tIns="0" rIns="0" bIns="0">
            <a:noAutofit/>
          </a:bodyPr>
          <a:lstStyle>
            <a:lvl1pPr marL="171450" indent="-171450">
              <a:lnSpc>
                <a:spcPct val="80000"/>
              </a:lnSpc>
              <a:spcAft>
                <a:spcPts val="400"/>
              </a:spcAft>
              <a:buClr>
                <a:srgbClr val="0F2240"/>
              </a:buClr>
              <a:buSzPct val="100000"/>
              <a:buFont typeface="Arial" panose="020B0604020202020204" pitchFamily="34" charset="0"/>
              <a:buChar char="•"/>
              <a:defRPr sz="900">
                <a:solidFill>
                  <a:schemeClr val="tx1"/>
                </a:solidFill>
              </a:defRPr>
            </a:lvl1pPr>
          </a:lstStyle>
          <a:p>
            <a:pPr lvl="0"/>
            <a:r>
              <a:rPr lang="en-US"/>
              <a:t>Text</a:t>
            </a:r>
          </a:p>
          <a:p>
            <a:pPr lvl="0"/>
            <a:endParaRPr lang="en-US"/>
          </a:p>
        </p:txBody>
      </p:sp>
    </p:spTree>
    <p:extLst>
      <p:ext uri="{BB962C8B-B14F-4D97-AF65-F5344CB8AC3E}">
        <p14:creationId xmlns:p14="http://schemas.microsoft.com/office/powerpoint/2010/main" val="1123602864"/>
      </p:ext>
    </p:extLst>
  </p:cSld>
  <p:clrMapOvr>
    <a:masterClrMapping/>
  </p:clrMapOvr>
  <p:transition spd="med"/>
</p:sldLayout>
</file>

<file path=ppt/slideLayouts/slideLayout88.xml><?xml version="1.0" encoding="utf-8"?>
<p:sldLayout xmlns:a="http://schemas.openxmlformats.org/drawingml/2006/main" xmlns:r="http://schemas.openxmlformats.org/officeDocument/2006/relationships" xmlns:p="http://schemas.openxmlformats.org/presentationml/2006/main" showMasterSp="0" preserve="1" userDrawn="1">
  <p:cSld name="image left + title, bullet right - light">
    <p:bg>
      <p:bgPr>
        <a:solidFill>
          <a:srgbClr val="FDFAF2"/>
        </a:solidFill>
        <a:effectLst/>
      </p:bgPr>
    </p:bg>
    <p:spTree>
      <p:nvGrpSpPr>
        <p:cNvPr id="1" name=""/>
        <p:cNvGrpSpPr/>
        <p:nvPr/>
      </p:nvGrpSpPr>
      <p:grpSpPr>
        <a:xfrm>
          <a:off x="0" y="0"/>
          <a:ext cx="0" cy="0"/>
          <a:chOff x="0" y="0"/>
          <a:chExt cx="0" cy="0"/>
        </a:xfrm>
      </p:grpSpPr>
      <p:sp>
        <p:nvSpPr>
          <p:cNvPr id="7" name="A person’s lower body with blue trousers and green shoes on a yellow and pink floor">
            <a:extLst>
              <a:ext uri="{FF2B5EF4-FFF2-40B4-BE49-F238E27FC236}">
                <a16:creationId xmlns:a16="http://schemas.microsoft.com/office/drawing/2014/main" id="{120B3287-2D29-97D3-E17C-97833A9D6C15}"/>
              </a:ext>
            </a:extLst>
          </p:cNvPr>
          <p:cNvSpPr>
            <a:spLocks noGrp="1"/>
          </p:cNvSpPr>
          <p:nvPr>
            <p:ph type="pic" idx="21"/>
          </p:nvPr>
        </p:nvSpPr>
        <p:spPr>
          <a:xfrm>
            <a:off x="0" y="0"/>
            <a:ext cx="3810000" cy="5143500"/>
          </a:xfrm>
          <a:prstGeom prst="rect">
            <a:avLst/>
          </a:prstGeom>
        </p:spPr>
        <p:txBody>
          <a:bodyPr lIns="91439" tIns="45719" rIns="91439" bIns="45719">
            <a:noAutofit/>
          </a:bodyPr>
          <a:lstStyle/>
          <a:p>
            <a:endParaRPr/>
          </a:p>
        </p:txBody>
      </p:sp>
      <p:sp>
        <p:nvSpPr>
          <p:cNvPr id="10" name="Slide Number">
            <a:extLst>
              <a:ext uri="{FF2B5EF4-FFF2-40B4-BE49-F238E27FC236}">
                <a16:creationId xmlns:a16="http://schemas.microsoft.com/office/drawing/2014/main" id="{E7C2BF68-2C1D-5F25-213F-9A4B1940819B}"/>
              </a:ext>
            </a:extLst>
          </p:cNvPr>
          <p:cNvSpPr txBox="1">
            <a:spLocks noGrp="1"/>
          </p:cNvSpPr>
          <p:nvPr>
            <p:ph type="sldNum" sz="quarter" idx="2"/>
          </p:nvPr>
        </p:nvSpPr>
        <p:spPr>
          <a:xfrm>
            <a:off x="8858250" y="4842465"/>
            <a:ext cx="208390" cy="218073"/>
          </a:xfrm>
          <a:prstGeom prst="rect">
            <a:avLst/>
          </a:prstGeom>
        </p:spPr>
        <p:txBody>
          <a:bodyPr/>
          <a:lstStyle>
            <a:lvl1pPr>
              <a:defRPr>
                <a:solidFill>
                  <a:schemeClr val="tx1"/>
                </a:solidFill>
              </a:defRPr>
            </a:lvl1pPr>
          </a:lstStyle>
          <a:p>
            <a:fld id="{86CB4B4D-7CA3-9044-876B-883B54F8677D}" type="slidenum">
              <a:rPr lang="en-GB" smtClean="0"/>
              <a:pPr/>
              <a:t>‹#›</a:t>
            </a:fld>
            <a:endParaRPr lang="en-GB"/>
          </a:p>
        </p:txBody>
      </p:sp>
      <p:pic>
        <p:nvPicPr>
          <p:cNvPr id="3" name="CGC logo white.png" descr="CGC logo white.png">
            <a:extLst>
              <a:ext uri="{FF2B5EF4-FFF2-40B4-BE49-F238E27FC236}">
                <a16:creationId xmlns:a16="http://schemas.microsoft.com/office/drawing/2014/main" id="{99BF77A2-1F13-5030-2106-3E55CAD8FE0E}"/>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285750" y="285750"/>
            <a:ext cx="1152091" cy="199818"/>
          </a:xfrm>
          <a:prstGeom prst="rect">
            <a:avLst/>
          </a:prstGeom>
          <a:ln w="12700">
            <a:miter lim="400000"/>
          </a:ln>
        </p:spPr>
      </p:pic>
      <p:sp>
        <p:nvSpPr>
          <p:cNvPr id="2" name="Text Placeholder 6">
            <a:extLst>
              <a:ext uri="{FF2B5EF4-FFF2-40B4-BE49-F238E27FC236}">
                <a16:creationId xmlns:a16="http://schemas.microsoft.com/office/drawing/2014/main" id="{2432704C-29D8-83A3-E84D-96697DF4BF15}"/>
              </a:ext>
            </a:extLst>
          </p:cNvPr>
          <p:cNvSpPr>
            <a:spLocks noGrp="1"/>
          </p:cNvSpPr>
          <p:nvPr>
            <p:ph type="body" sz="quarter" idx="24" hasCustomPrompt="1"/>
          </p:nvPr>
        </p:nvSpPr>
        <p:spPr>
          <a:xfrm>
            <a:off x="4728157" y="987390"/>
            <a:ext cx="3850640" cy="1021767"/>
          </a:xfrm>
          <a:prstGeom prst="rect">
            <a:avLst/>
          </a:prstGeom>
        </p:spPr>
        <p:txBody>
          <a:bodyPr lIns="0" tIns="0" rIns="0" bIns="0" anchor="b">
            <a:noAutofit/>
          </a:bodyPr>
          <a:lstStyle>
            <a:lvl1pPr marL="0" indent="0">
              <a:lnSpc>
                <a:spcPct val="70000"/>
              </a:lnSpc>
              <a:buNone/>
              <a:defRPr sz="4500">
                <a:solidFill>
                  <a:schemeClr val="tx1"/>
                </a:solidFill>
                <a:latin typeface="+mj-lt"/>
              </a:defRPr>
            </a:lvl1pPr>
          </a:lstStyle>
          <a:p>
            <a:pPr lvl="0"/>
            <a:r>
              <a:rPr lang="en-US"/>
              <a:t>TITLE</a:t>
            </a:r>
          </a:p>
        </p:txBody>
      </p:sp>
      <p:sp>
        <p:nvSpPr>
          <p:cNvPr id="4" name="Text Placeholder 14">
            <a:extLst>
              <a:ext uri="{FF2B5EF4-FFF2-40B4-BE49-F238E27FC236}">
                <a16:creationId xmlns:a16="http://schemas.microsoft.com/office/drawing/2014/main" id="{0514A844-8725-8F1D-A8FB-163E80AAA96A}"/>
              </a:ext>
            </a:extLst>
          </p:cNvPr>
          <p:cNvSpPr>
            <a:spLocks noGrp="1"/>
          </p:cNvSpPr>
          <p:nvPr>
            <p:ph type="body" sz="quarter" idx="25" hasCustomPrompt="1"/>
          </p:nvPr>
        </p:nvSpPr>
        <p:spPr>
          <a:xfrm>
            <a:off x="4720137" y="2213285"/>
            <a:ext cx="1524000" cy="1929188"/>
          </a:xfrm>
        </p:spPr>
        <p:txBody>
          <a:bodyPr lIns="0" tIns="0" rIns="0" bIns="0">
            <a:noAutofit/>
          </a:bodyPr>
          <a:lstStyle>
            <a:lvl1pPr marL="171450" indent="-171450">
              <a:lnSpc>
                <a:spcPct val="80000"/>
              </a:lnSpc>
              <a:spcAft>
                <a:spcPts val="400"/>
              </a:spcAft>
              <a:buClr>
                <a:srgbClr val="0F2240"/>
              </a:buClr>
              <a:buSzPct val="100000"/>
              <a:buFont typeface="Arial" panose="020B0604020202020204" pitchFamily="34" charset="0"/>
              <a:buChar char="•"/>
              <a:defRPr sz="900">
                <a:solidFill>
                  <a:schemeClr val="tx1"/>
                </a:solidFill>
              </a:defRPr>
            </a:lvl1pPr>
          </a:lstStyle>
          <a:p>
            <a:pPr lvl="0"/>
            <a:r>
              <a:rPr lang="en-US"/>
              <a:t>Text</a:t>
            </a:r>
          </a:p>
          <a:p>
            <a:pPr lvl="0"/>
            <a:endParaRPr lang="en-US"/>
          </a:p>
        </p:txBody>
      </p:sp>
    </p:spTree>
    <p:extLst>
      <p:ext uri="{BB962C8B-B14F-4D97-AF65-F5344CB8AC3E}">
        <p14:creationId xmlns:p14="http://schemas.microsoft.com/office/powerpoint/2010/main" val="3426825708"/>
      </p:ext>
    </p:extLst>
  </p:cSld>
  <p:clrMapOvr>
    <a:masterClrMapping/>
  </p:clrMapOvr>
  <p:transition spd="med"/>
</p:sldLayout>
</file>

<file path=ppt/slideLayouts/slideLayout89.xml><?xml version="1.0" encoding="utf-8"?>
<p:sldLayout xmlns:a="http://schemas.openxmlformats.org/drawingml/2006/main" xmlns:r="http://schemas.openxmlformats.org/officeDocument/2006/relationships" xmlns:p="http://schemas.openxmlformats.org/presentationml/2006/main" showMasterSp="0" preserve="1" userDrawn="1">
  <p:cSld name="title, bullet left + image over shape right - light">
    <p:bg>
      <p:bgPr>
        <a:solidFill>
          <a:srgbClr val="FDFAF2"/>
        </a:solidFill>
        <a:effectLst/>
      </p:bgPr>
    </p:bg>
    <p:spTree>
      <p:nvGrpSpPr>
        <p:cNvPr id="1" name=""/>
        <p:cNvGrpSpPr/>
        <p:nvPr/>
      </p:nvGrpSpPr>
      <p:grpSpPr>
        <a:xfrm>
          <a:off x="0" y="0"/>
          <a:ext cx="0" cy="0"/>
          <a:chOff x="0" y="0"/>
          <a:chExt cx="0" cy="0"/>
        </a:xfrm>
      </p:grpSpPr>
      <p:sp>
        <p:nvSpPr>
          <p:cNvPr id="184" name="Slide Number"/>
          <p:cNvSpPr txBox="1">
            <a:spLocks noGrp="1"/>
          </p:cNvSpPr>
          <p:nvPr>
            <p:ph type="sldNum" sz="quarter" idx="2"/>
          </p:nvPr>
        </p:nvSpPr>
        <p:spPr>
          <a:prstGeom prst="rect">
            <a:avLst/>
          </a:prstGeom>
        </p:spPr>
        <p:txBody>
          <a:bodyPr/>
          <a:lstStyle>
            <a:lvl1pPr>
              <a:defRPr>
                <a:solidFill>
                  <a:schemeClr val="tx1"/>
                </a:solidFill>
              </a:defRPr>
            </a:lvl1pPr>
          </a:lstStyle>
          <a:p>
            <a:fld id="{86CB4B4D-7CA3-9044-876B-883B54F8677D}" type="slidenum">
              <a:rPr lang="en-GB" smtClean="0"/>
              <a:pPr/>
              <a:t>‹#›</a:t>
            </a:fld>
            <a:endParaRPr lang="en-GB"/>
          </a:p>
        </p:txBody>
      </p:sp>
      <p:pic>
        <p:nvPicPr>
          <p:cNvPr id="9" name="CGC logo.png" descr="CGC logo.png">
            <a:extLst>
              <a:ext uri="{FF2B5EF4-FFF2-40B4-BE49-F238E27FC236}">
                <a16:creationId xmlns:a16="http://schemas.microsoft.com/office/drawing/2014/main" id="{F5D0896A-85F3-2FA7-58ED-F35C784639C4}"/>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285750" y="285750"/>
            <a:ext cx="1152525" cy="199894"/>
          </a:xfrm>
          <a:prstGeom prst="rect">
            <a:avLst/>
          </a:prstGeom>
          <a:ln w="12700">
            <a:miter lim="400000"/>
          </a:ln>
        </p:spPr>
      </p:pic>
      <p:pic>
        <p:nvPicPr>
          <p:cNvPr id="4" name="shape-1.png" descr="shape-1.png">
            <a:extLst>
              <a:ext uri="{FF2B5EF4-FFF2-40B4-BE49-F238E27FC236}">
                <a16:creationId xmlns:a16="http://schemas.microsoft.com/office/drawing/2014/main" id="{CC24CED9-09B6-EABE-ACD1-520DE6300761}"/>
              </a:ext>
            </a:extLst>
          </p:cNvPr>
          <p:cNvPicPr>
            <a:picLocks noChangeAspect="1"/>
          </p:cNvPicPr>
          <p:nvPr/>
        </p:nvPicPr>
        <p:blipFill>
          <a:blip r:embed="rId3"/>
          <a:stretch>
            <a:fillRect/>
          </a:stretch>
        </p:blipFill>
        <p:spPr>
          <a:xfrm flipH="1">
            <a:off x="4674609" y="1973005"/>
            <a:ext cx="3922753" cy="2574780"/>
          </a:xfrm>
          <a:prstGeom prst="rect">
            <a:avLst/>
          </a:prstGeom>
          <a:ln w="12700" cap="flat">
            <a:noFill/>
            <a:miter lim="400000"/>
          </a:ln>
          <a:effectLst/>
        </p:spPr>
      </p:pic>
      <p:sp>
        <p:nvSpPr>
          <p:cNvPr id="3" name="Picture Placeholder 3">
            <a:extLst>
              <a:ext uri="{FF2B5EF4-FFF2-40B4-BE49-F238E27FC236}">
                <a16:creationId xmlns:a16="http://schemas.microsoft.com/office/drawing/2014/main" id="{B5D9FA8B-7E5B-C303-7A5D-B6B0E9DDAFEC}"/>
              </a:ext>
            </a:extLst>
          </p:cNvPr>
          <p:cNvSpPr>
            <a:spLocks noGrp="1"/>
          </p:cNvSpPr>
          <p:nvPr>
            <p:ph type="pic" sz="quarter" idx="15"/>
          </p:nvPr>
        </p:nvSpPr>
        <p:spPr>
          <a:xfrm>
            <a:off x="5740712" y="730462"/>
            <a:ext cx="2634558" cy="3537495"/>
          </a:xfrm>
        </p:spPr>
        <p:txBody>
          <a:bodyPr/>
          <a:lstStyle/>
          <a:p>
            <a:endParaRPr lang="en-US"/>
          </a:p>
        </p:txBody>
      </p:sp>
      <p:sp>
        <p:nvSpPr>
          <p:cNvPr id="5" name="Text Placeholder 6">
            <a:extLst>
              <a:ext uri="{FF2B5EF4-FFF2-40B4-BE49-F238E27FC236}">
                <a16:creationId xmlns:a16="http://schemas.microsoft.com/office/drawing/2014/main" id="{2106DA8C-086F-9501-609F-199DC154599C}"/>
              </a:ext>
            </a:extLst>
          </p:cNvPr>
          <p:cNvSpPr>
            <a:spLocks noGrp="1"/>
          </p:cNvSpPr>
          <p:nvPr>
            <p:ph type="body" sz="quarter" idx="24" hasCustomPrompt="1"/>
          </p:nvPr>
        </p:nvSpPr>
        <p:spPr>
          <a:xfrm>
            <a:off x="585091" y="987390"/>
            <a:ext cx="3850640" cy="1021767"/>
          </a:xfrm>
          <a:prstGeom prst="rect">
            <a:avLst/>
          </a:prstGeom>
        </p:spPr>
        <p:txBody>
          <a:bodyPr lIns="0" tIns="0" rIns="0" bIns="0" anchor="b">
            <a:noAutofit/>
          </a:bodyPr>
          <a:lstStyle>
            <a:lvl1pPr marL="0" indent="0">
              <a:lnSpc>
                <a:spcPct val="70000"/>
              </a:lnSpc>
              <a:buNone/>
              <a:defRPr sz="4500">
                <a:solidFill>
                  <a:schemeClr val="tx1"/>
                </a:solidFill>
                <a:latin typeface="+mj-lt"/>
              </a:defRPr>
            </a:lvl1pPr>
          </a:lstStyle>
          <a:p>
            <a:pPr lvl="0"/>
            <a:r>
              <a:rPr lang="en-US"/>
              <a:t>TITLE</a:t>
            </a:r>
          </a:p>
        </p:txBody>
      </p:sp>
      <p:sp>
        <p:nvSpPr>
          <p:cNvPr id="6" name="Text Placeholder 14">
            <a:extLst>
              <a:ext uri="{FF2B5EF4-FFF2-40B4-BE49-F238E27FC236}">
                <a16:creationId xmlns:a16="http://schemas.microsoft.com/office/drawing/2014/main" id="{29A08A4A-BA40-D7E4-991E-6B36A6E9FA55}"/>
              </a:ext>
            </a:extLst>
          </p:cNvPr>
          <p:cNvSpPr>
            <a:spLocks noGrp="1"/>
          </p:cNvSpPr>
          <p:nvPr>
            <p:ph type="body" sz="quarter" idx="25" hasCustomPrompt="1"/>
          </p:nvPr>
        </p:nvSpPr>
        <p:spPr>
          <a:xfrm>
            <a:off x="577071" y="2213285"/>
            <a:ext cx="1524000" cy="1929188"/>
          </a:xfrm>
        </p:spPr>
        <p:txBody>
          <a:bodyPr lIns="0" tIns="0" rIns="0" bIns="0">
            <a:noAutofit/>
          </a:bodyPr>
          <a:lstStyle>
            <a:lvl1pPr marL="171450" indent="-171450">
              <a:lnSpc>
                <a:spcPct val="80000"/>
              </a:lnSpc>
              <a:spcAft>
                <a:spcPts val="400"/>
              </a:spcAft>
              <a:buClr>
                <a:srgbClr val="0F2240"/>
              </a:buClr>
              <a:buSzPct val="100000"/>
              <a:buFont typeface="Arial" panose="020B0604020202020204" pitchFamily="34" charset="0"/>
              <a:buChar char="•"/>
              <a:defRPr sz="900">
                <a:solidFill>
                  <a:schemeClr val="tx1"/>
                </a:solidFill>
              </a:defRPr>
            </a:lvl1pPr>
          </a:lstStyle>
          <a:p>
            <a:pPr lvl="0"/>
            <a:r>
              <a:rPr lang="en-US"/>
              <a:t>Text</a:t>
            </a:r>
          </a:p>
          <a:p>
            <a:pPr lvl="0"/>
            <a:endParaRPr lang="en-US"/>
          </a:p>
        </p:txBody>
      </p:sp>
    </p:spTree>
    <p:extLst>
      <p:ext uri="{BB962C8B-B14F-4D97-AF65-F5344CB8AC3E}">
        <p14:creationId xmlns:p14="http://schemas.microsoft.com/office/powerpoint/2010/main" val="4077829749"/>
      </p:ext>
    </p:extLst>
  </p:cSld>
  <p:clrMapOvr>
    <a:masterClrMapping/>
  </p:clrMapOvr>
  <p:transition spd="med"/>
</p:sldLayout>
</file>

<file path=ppt/slideLayouts/slideLayout90.xml><?xml version="1.0" encoding="utf-8"?>
<p:sldLayout xmlns:a="http://schemas.openxmlformats.org/drawingml/2006/main" xmlns:r="http://schemas.openxmlformats.org/officeDocument/2006/relationships" xmlns:p="http://schemas.openxmlformats.org/presentationml/2006/main" showMasterSp="0" preserve="1" userDrawn="1">
  <p:cSld name="title, bullet left + image over blue shape right - light">
    <p:bg>
      <p:bgPr>
        <a:solidFill>
          <a:srgbClr val="FDFAF2"/>
        </a:solidFill>
        <a:effectLst/>
      </p:bgPr>
    </p:bg>
    <p:spTree>
      <p:nvGrpSpPr>
        <p:cNvPr id="1" name=""/>
        <p:cNvGrpSpPr/>
        <p:nvPr/>
      </p:nvGrpSpPr>
      <p:grpSpPr>
        <a:xfrm>
          <a:off x="0" y="0"/>
          <a:ext cx="0" cy="0"/>
          <a:chOff x="0" y="0"/>
          <a:chExt cx="0" cy="0"/>
        </a:xfrm>
      </p:grpSpPr>
      <p:sp>
        <p:nvSpPr>
          <p:cNvPr id="184" name="Slide Number"/>
          <p:cNvSpPr txBox="1">
            <a:spLocks noGrp="1"/>
          </p:cNvSpPr>
          <p:nvPr>
            <p:ph type="sldNum" sz="quarter" idx="2"/>
          </p:nvPr>
        </p:nvSpPr>
        <p:spPr>
          <a:prstGeom prst="rect">
            <a:avLst/>
          </a:prstGeom>
        </p:spPr>
        <p:txBody>
          <a:bodyPr/>
          <a:lstStyle>
            <a:lvl1pPr>
              <a:defRPr>
                <a:solidFill>
                  <a:schemeClr val="tx1"/>
                </a:solidFill>
              </a:defRPr>
            </a:lvl1pPr>
          </a:lstStyle>
          <a:p>
            <a:fld id="{86CB4B4D-7CA3-9044-876B-883B54F8677D}" type="slidenum">
              <a:rPr lang="en-GB" smtClean="0"/>
              <a:pPr/>
              <a:t>‹#›</a:t>
            </a:fld>
            <a:endParaRPr lang="en-GB"/>
          </a:p>
        </p:txBody>
      </p:sp>
      <p:pic>
        <p:nvPicPr>
          <p:cNvPr id="9" name="CGC logo.png" descr="CGC logo.png">
            <a:extLst>
              <a:ext uri="{FF2B5EF4-FFF2-40B4-BE49-F238E27FC236}">
                <a16:creationId xmlns:a16="http://schemas.microsoft.com/office/drawing/2014/main" id="{F5D0896A-85F3-2FA7-58ED-F35C784639C4}"/>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285750" y="285750"/>
            <a:ext cx="1152525" cy="199894"/>
          </a:xfrm>
          <a:prstGeom prst="rect">
            <a:avLst/>
          </a:prstGeom>
          <a:ln w="12700">
            <a:miter lim="400000"/>
          </a:ln>
        </p:spPr>
      </p:pic>
      <p:pic>
        <p:nvPicPr>
          <p:cNvPr id="2" name="Rectangle 355-5.svg" descr="Rectangle 355-5.svg">
            <a:extLst>
              <a:ext uri="{FF2B5EF4-FFF2-40B4-BE49-F238E27FC236}">
                <a16:creationId xmlns:a16="http://schemas.microsoft.com/office/drawing/2014/main" id="{0F291208-228C-F5B9-8D79-8F7672F2E956}"/>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5492128" y="1684761"/>
            <a:ext cx="2945392" cy="2945392"/>
          </a:xfrm>
          <a:prstGeom prst="rect">
            <a:avLst/>
          </a:prstGeom>
          <a:ln w="12700">
            <a:miter lim="400000"/>
          </a:ln>
        </p:spPr>
      </p:pic>
      <p:sp>
        <p:nvSpPr>
          <p:cNvPr id="4" name="Picture Placeholder 3">
            <a:extLst>
              <a:ext uri="{FF2B5EF4-FFF2-40B4-BE49-F238E27FC236}">
                <a16:creationId xmlns:a16="http://schemas.microsoft.com/office/drawing/2014/main" id="{937A9561-A1E6-79E3-AD9E-ED0E5EE17DC8}"/>
              </a:ext>
            </a:extLst>
          </p:cNvPr>
          <p:cNvSpPr>
            <a:spLocks noGrp="1"/>
          </p:cNvSpPr>
          <p:nvPr>
            <p:ph type="pic" sz="quarter" idx="15"/>
          </p:nvPr>
        </p:nvSpPr>
        <p:spPr>
          <a:xfrm>
            <a:off x="5066335" y="762862"/>
            <a:ext cx="2228404" cy="2838897"/>
          </a:xfrm>
        </p:spPr>
        <p:txBody>
          <a:bodyPr/>
          <a:lstStyle/>
          <a:p>
            <a:endParaRPr lang="en-US"/>
          </a:p>
        </p:txBody>
      </p:sp>
      <p:sp>
        <p:nvSpPr>
          <p:cNvPr id="6" name="Text Placeholder 6">
            <a:extLst>
              <a:ext uri="{FF2B5EF4-FFF2-40B4-BE49-F238E27FC236}">
                <a16:creationId xmlns:a16="http://schemas.microsoft.com/office/drawing/2014/main" id="{72C51D30-99EB-3BF7-1A36-B35201D5EF93}"/>
              </a:ext>
            </a:extLst>
          </p:cNvPr>
          <p:cNvSpPr>
            <a:spLocks noGrp="1"/>
          </p:cNvSpPr>
          <p:nvPr>
            <p:ph type="body" sz="quarter" idx="24" hasCustomPrompt="1"/>
          </p:nvPr>
        </p:nvSpPr>
        <p:spPr>
          <a:xfrm>
            <a:off x="585091" y="987390"/>
            <a:ext cx="3850640" cy="1021767"/>
          </a:xfrm>
          <a:prstGeom prst="rect">
            <a:avLst/>
          </a:prstGeom>
        </p:spPr>
        <p:txBody>
          <a:bodyPr lIns="0" tIns="0" rIns="0" bIns="0" anchor="b">
            <a:noAutofit/>
          </a:bodyPr>
          <a:lstStyle>
            <a:lvl1pPr marL="0" indent="0">
              <a:lnSpc>
                <a:spcPct val="70000"/>
              </a:lnSpc>
              <a:buNone/>
              <a:defRPr sz="4500">
                <a:solidFill>
                  <a:schemeClr val="tx1"/>
                </a:solidFill>
                <a:latin typeface="+mj-lt"/>
              </a:defRPr>
            </a:lvl1pPr>
          </a:lstStyle>
          <a:p>
            <a:pPr lvl="0"/>
            <a:r>
              <a:rPr lang="en-US"/>
              <a:t>TITLE</a:t>
            </a:r>
          </a:p>
        </p:txBody>
      </p:sp>
      <p:sp>
        <p:nvSpPr>
          <p:cNvPr id="7" name="Text Placeholder 14">
            <a:extLst>
              <a:ext uri="{FF2B5EF4-FFF2-40B4-BE49-F238E27FC236}">
                <a16:creationId xmlns:a16="http://schemas.microsoft.com/office/drawing/2014/main" id="{7C892E87-4B6A-9ABE-34B2-F481F20AB242}"/>
              </a:ext>
            </a:extLst>
          </p:cNvPr>
          <p:cNvSpPr>
            <a:spLocks noGrp="1"/>
          </p:cNvSpPr>
          <p:nvPr>
            <p:ph type="body" sz="quarter" idx="25" hasCustomPrompt="1"/>
          </p:nvPr>
        </p:nvSpPr>
        <p:spPr>
          <a:xfrm>
            <a:off x="577071" y="2213285"/>
            <a:ext cx="1524000" cy="1929188"/>
          </a:xfrm>
        </p:spPr>
        <p:txBody>
          <a:bodyPr lIns="0" tIns="0" rIns="0" bIns="0">
            <a:noAutofit/>
          </a:bodyPr>
          <a:lstStyle>
            <a:lvl1pPr marL="171450" indent="-171450">
              <a:lnSpc>
                <a:spcPct val="80000"/>
              </a:lnSpc>
              <a:spcAft>
                <a:spcPts val="400"/>
              </a:spcAft>
              <a:buClr>
                <a:srgbClr val="0F2240"/>
              </a:buClr>
              <a:buSzPct val="100000"/>
              <a:buFont typeface="Arial" panose="020B0604020202020204" pitchFamily="34" charset="0"/>
              <a:buChar char="•"/>
              <a:defRPr sz="900">
                <a:solidFill>
                  <a:schemeClr val="tx1"/>
                </a:solidFill>
              </a:defRPr>
            </a:lvl1pPr>
          </a:lstStyle>
          <a:p>
            <a:pPr lvl="0"/>
            <a:r>
              <a:rPr lang="en-US"/>
              <a:t>Text</a:t>
            </a:r>
          </a:p>
          <a:p>
            <a:pPr lvl="0"/>
            <a:endParaRPr lang="en-US"/>
          </a:p>
        </p:txBody>
      </p:sp>
    </p:spTree>
    <p:extLst>
      <p:ext uri="{BB962C8B-B14F-4D97-AF65-F5344CB8AC3E}">
        <p14:creationId xmlns:p14="http://schemas.microsoft.com/office/powerpoint/2010/main" val="2301231231"/>
      </p:ext>
    </p:extLst>
  </p:cSld>
  <p:clrMapOvr>
    <a:masterClrMapping/>
  </p:clrMapOvr>
  <p:transition spd="med"/>
</p:sldLayout>
</file>

<file path=ppt/slideLayouts/slideLayout91.xml><?xml version="1.0" encoding="utf-8"?>
<p:sldLayout xmlns:a="http://schemas.openxmlformats.org/drawingml/2006/main" xmlns:r="http://schemas.openxmlformats.org/officeDocument/2006/relationships" xmlns:p="http://schemas.openxmlformats.org/presentationml/2006/main" showMasterSp="0" preserve="1" userDrawn="1">
  <p:cSld name="3 column data - blue">
    <p:bg>
      <p:bgPr>
        <a:solidFill>
          <a:srgbClr val="0143FD"/>
        </a:solidFill>
        <a:effectLst/>
      </p:bgPr>
    </p:bg>
    <p:spTree>
      <p:nvGrpSpPr>
        <p:cNvPr id="1" name=""/>
        <p:cNvGrpSpPr/>
        <p:nvPr/>
      </p:nvGrpSpPr>
      <p:grpSpPr>
        <a:xfrm>
          <a:off x="0" y="0"/>
          <a:ext cx="0" cy="0"/>
          <a:chOff x="0" y="0"/>
          <a:chExt cx="0" cy="0"/>
        </a:xfrm>
      </p:grpSpPr>
      <p:sp>
        <p:nvSpPr>
          <p:cNvPr id="184" name="Slide Number"/>
          <p:cNvSpPr txBox="1">
            <a:spLocks noGrp="1"/>
          </p:cNvSpPr>
          <p:nvPr>
            <p:ph type="sldNum" sz="quarter" idx="2"/>
          </p:nvPr>
        </p:nvSpPr>
        <p:spPr>
          <a:prstGeom prst="rect">
            <a:avLst/>
          </a:prstGeom>
        </p:spPr>
        <p:txBody>
          <a:bodyPr/>
          <a:lstStyle>
            <a:lvl1pPr>
              <a:defRPr>
                <a:solidFill>
                  <a:schemeClr val="bg1"/>
                </a:solidFill>
              </a:defRPr>
            </a:lvl1pPr>
          </a:lstStyle>
          <a:p>
            <a:fld id="{86CB4B4D-7CA3-9044-876B-883B54F8677D}" type="slidenum">
              <a:rPr lang="en-GB" smtClean="0"/>
              <a:pPr/>
              <a:t>‹#›</a:t>
            </a:fld>
            <a:endParaRPr lang="en-GB"/>
          </a:p>
        </p:txBody>
      </p:sp>
      <p:sp>
        <p:nvSpPr>
          <p:cNvPr id="2" name="Text Placeholder 6">
            <a:extLst>
              <a:ext uri="{FF2B5EF4-FFF2-40B4-BE49-F238E27FC236}">
                <a16:creationId xmlns:a16="http://schemas.microsoft.com/office/drawing/2014/main" id="{083AC24E-4824-32CE-17DA-370BACE13799}"/>
              </a:ext>
            </a:extLst>
          </p:cNvPr>
          <p:cNvSpPr>
            <a:spLocks noGrp="1"/>
          </p:cNvSpPr>
          <p:nvPr>
            <p:ph type="body" sz="quarter" idx="22" hasCustomPrompt="1"/>
          </p:nvPr>
        </p:nvSpPr>
        <p:spPr>
          <a:xfrm>
            <a:off x="627844" y="705226"/>
            <a:ext cx="3850640" cy="1021767"/>
          </a:xfrm>
          <a:prstGeom prst="rect">
            <a:avLst/>
          </a:prstGeom>
        </p:spPr>
        <p:txBody>
          <a:bodyPr lIns="0" tIns="0" rIns="0" bIns="0" anchor="b">
            <a:noAutofit/>
          </a:bodyPr>
          <a:lstStyle>
            <a:lvl1pPr marL="0" indent="0">
              <a:lnSpc>
                <a:spcPct val="70000"/>
              </a:lnSpc>
              <a:buNone/>
              <a:defRPr sz="3000">
                <a:solidFill>
                  <a:schemeClr val="bg1"/>
                </a:solidFill>
                <a:latin typeface="+mj-lt"/>
              </a:defRPr>
            </a:lvl1pPr>
          </a:lstStyle>
          <a:p>
            <a:pPr lvl="0"/>
            <a:r>
              <a:rPr lang="en-US"/>
              <a:t>TITLE</a:t>
            </a:r>
          </a:p>
        </p:txBody>
      </p:sp>
      <p:sp>
        <p:nvSpPr>
          <p:cNvPr id="5" name="Text Placeholder 14">
            <a:extLst>
              <a:ext uri="{FF2B5EF4-FFF2-40B4-BE49-F238E27FC236}">
                <a16:creationId xmlns:a16="http://schemas.microsoft.com/office/drawing/2014/main" id="{CBDB9716-F314-123E-4B52-C3A65BD5C0FC}"/>
              </a:ext>
            </a:extLst>
          </p:cNvPr>
          <p:cNvSpPr>
            <a:spLocks noGrp="1"/>
          </p:cNvSpPr>
          <p:nvPr>
            <p:ph type="body" sz="quarter" idx="23" hasCustomPrompt="1"/>
          </p:nvPr>
        </p:nvSpPr>
        <p:spPr>
          <a:xfrm>
            <a:off x="627843" y="3256207"/>
            <a:ext cx="2270059" cy="1021767"/>
          </a:xfrm>
        </p:spPr>
        <p:txBody>
          <a:bodyPr lIns="0" tIns="0" rIns="0" bIns="0">
            <a:noAutofit/>
          </a:bodyPr>
          <a:lstStyle>
            <a:lvl1pPr marL="0" indent="0">
              <a:lnSpc>
                <a:spcPct val="80000"/>
              </a:lnSpc>
              <a:buNone/>
              <a:defRPr sz="1200">
                <a:solidFill>
                  <a:schemeClr val="bg1"/>
                </a:solidFill>
              </a:defRPr>
            </a:lvl1pPr>
          </a:lstStyle>
          <a:p>
            <a:pPr lvl="0"/>
            <a:r>
              <a:rPr lang="en-US"/>
              <a:t>text</a:t>
            </a:r>
          </a:p>
        </p:txBody>
      </p:sp>
      <p:sp>
        <p:nvSpPr>
          <p:cNvPr id="14" name="Text Placeholder 14">
            <a:extLst>
              <a:ext uri="{FF2B5EF4-FFF2-40B4-BE49-F238E27FC236}">
                <a16:creationId xmlns:a16="http://schemas.microsoft.com/office/drawing/2014/main" id="{6254AEAA-0663-9BF4-F093-0A33548D5A8B}"/>
              </a:ext>
            </a:extLst>
          </p:cNvPr>
          <p:cNvSpPr>
            <a:spLocks noGrp="1"/>
          </p:cNvSpPr>
          <p:nvPr>
            <p:ph type="body" sz="quarter" idx="25" hasCustomPrompt="1"/>
          </p:nvPr>
        </p:nvSpPr>
        <p:spPr>
          <a:xfrm>
            <a:off x="627843" y="3013585"/>
            <a:ext cx="2270059" cy="252788"/>
          </a:xfrm>
        </p:spPr>
        <p:txBody>
          <a:bodyPr lIns="0" tIns="0" rIns="0" bIns="0">
            <a:noAutofit/>
          </a:bodyPr>
          <a:lstStyle>
            <a:lvl1pPr marL="0" indent="0">
              <a:lnSpc>
                <a:spcPct val="80000"/>
              </a:lnSpc>
              <a:buNone/>
              <a:defRPr sz="1200" b="1" i="0">
                <a:solidFill>
                  <a:schemeClr val="bg1"/>
                </a:solidFill>
                <a:latin typeface="Lora SemiBold" pitchFamily="2" charset="77"/>
              </a:defRPr>
            </a:lvl1pPr>
          </a:lstStyle>
          <a:p>
            <a:pPr lvl="0"/>
            <a:r>
              <a:rPr lang="en-US"/>
              <a:t>Subtitle</a:t>
            </a:r>
          </a:p>
        </p:txBody>
      </p:sp>
      <p:sp>
        <p:nvSpPr>
          <p:cNvPr id="18" name="Text Placeholder 6">
            <a:extLst>
              <a:ext uri="{FF2B5EF4-FFF2-40B4-BE49-F238E27FC236}">
                <a16:creationId xmlns:a16="http://schemas.microsoft.com/office/drawing/2014/main" id="{D616CF55-F5B4-12B5-3A97-3FB16604E895}"/>
              </a:ext>
            </a:extLst>
          </p:cNvPr>
          <p:cNvSpPr>
            <a:spLocks noGrp="1"/>
          </p:cNvSpPr>
          <p:nvPr>
            <p:ph type="body" sz="quarter" idx="29" hasCustomPrompt="1"/>
          </p:nvPr>
        </p:nvSpPr>
        <p:spPr>
          <a:xfrm>
            <a:off x="627844" y="2008344"/>
            <a:ext cx="2466270" cy="1021767"/>
          </a:xfrm>
          <a:prstGeom prst="rect">
            <a:avLst/>
          </a:prstGeom>
        </p:spPr>
        <p:txBody>
          <a:bodyPr lIns="0" tIns="0" rIns="0" bIns="0" anchor="b">
            <a:noAutofit/>
          </a:bodyPr>
          <a:lstStyle>
            <a:lvl1pPr marL="0" indent="0">
              <a:lnSpc>
                <a:spcPct val="70000"/>
              </a:lnSpc>
              <a:buNone/>
              <a:defRPr sz="7500">
                <a:solidFill>
                  <a:schemeClr val="bg1"/>
                </a:solidFill>
                <a:latin typeface="+mj-lt"/>
              </a:defRPr>
            </a:lvl1pPr>
          </a:lstStyle>
          <a:p>
            <a:pPr lvl="0"/>
            <a:r>
              <a:rPr lang="en-US"/>
              <a:t>DATA</a:t>
            </a:r>
          </a:p>
        </p:txBody>
      </p:sp>
      <p:pic>
        <p:nvPicPr>
          <p:cNvPr id="3" name="CGC logo white.png" descr="CGC logo white.png">
            <a:extLst>
              <a:ext uri="{FF2B5EF4-FFF2-40B4-BE49-F238E27FC236}">
                <a16:creationId xmlns:a16="http://schemas.microsoft.com/office/drawing/2014/main" id="{29CEE4A7-7864-EBE3-4582-0073BA645EDC}"/>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285750" y="285750"/>
            <a:ext cx="1152091" cy="199818"/>
          </a:xfrm>
          <a:prstGeom prst="rect">
            <a:avLst/>
          </a:prstGeom>
          <a:ln w="12700">
            <a:miter lim="400000"/>
          </a:ln>
        </p:spPr>
      </p:pic>
      <p:sp>
        <p:nvSpPr>
          <p:cNvPr id="4" name="Text Placeholder 14">
            <a:extLst>
              <a:ext uri="{FF2B5EF4-FFF2-40B4-BE49-F238E27FC236}">
                <a16:creationId xmlns:a16="http://schemas.microsoft.com/office/drawing/2014/main" id="{CCB60316-8C0A-0E7E-F220-2796F96F4940}"/>
              </a:ext>
            </a:extLst>
          </p:cNvPr>
          <p:cNvSpPr>
            <a:spLocks noGrp="1"/>
          </p:cNvSpPr>
          <p:nvPr>
            <p:ph type="body" sz="quarter" idx="32" hasCustomPrompt="1"/>
          </p:nvPr>
        </p:nvSpPr>
        <p:spPr>
          <a:xfrm>
            <a:off x="3404134" y="3256207"/>
            <a:ext cx="2270059" cy="1021767"/>
          </a:xfrm>
        </p:spPr>
        <p:txBody>
          <a:bodyPr lIns="0" tIns="0" rIns="0" bIns="0">
            <a:noAutofit/>
          </a:bodyPr>
          <a:lstStyle>
            <a:lvl1pPr marL="0" indent="0">
              <a:lnSpc>
                <a:spcPct val="80000"/>
              </a:lnSpc>
              <a:buNone/>
              <a:defRPr sz="1200">
                <a:solidFill>
                  <a:schemeClr val="bg1"/>
                </a:solidFill>
              </a:defRPr>
            </a:lvl1pPr>
          </a:lstStyle>
          <a:p>
            <a:pPr lvl="0"/>
            <a:r>
              <a:rPr lang="en-US"/>
              <a:t>text</a:t>
            </a:r>
          </a:p>
        </p:txBody>
      </p:sp>
      <p:sp>
        <p:nvSpPr>
          <p:cNvPr id="6" name="Text Placeholder 14">
            <a:extLst>
              <a:ext uri="{FF2B5EF4-FFF2-40B4-BE49-F238E27FC236}">
                <a16:creationId xmlns:a16="http://schemas.microsoft.com/office/drawing/2014/main" id="{301576FB-9E6C-4C8D-C4C2-89F38A3E79F5}"/>
              </a:ext>
            </a:extLst>
          </p:cNvPr>
          <p:cNvSpPr>
            <a:spLocks noGrp="1"/>
          </p:cNvSpPr>
          <p:nvPr>
            <p:ph type="body" sz="quarter" idx="33" hasCustomPrompt="1"/>
          </p:nvPr>
        </p:nvSpPr>
        <p:spPr>
          <a:xfrm>
            <a:off x="3404134" y="3013585"/>
            <a:ext cx="2270059" cy="252788"/>
          </a:xfrm>
        </p:spPr>
        <p:txBody>
          <a:bodyPr lIns="0" tIns="0" rIns="0" bIns="0">
            <a:noAutofit/>
          </a:bodyPr>
          <a:lstStyle>
            <a:lvl1pPr marL="0" indent="0">
              <a:lnSpc>
                <a:spcPct val="80000"/>
              </a:lnSpc>
              <a:buNone/>
              <a:defRPr sz="1200" b="1" i="0">
                <a:solidFill>
                  <a:schemeClr val="bg1"/>
                </a:solidFill>
                <a:latin typeface="Lora SemiBold" pitchFamily="2" charset="77"/>
              </a:defRPr>
            </a:lvl1pPr>
          </a:lstStyle>
          <a:p>
            <a:pPr lvl="0"/>
            <a:r>
              <a:rPr lang="en-US"/>
              <a:t>Subtitle</a:t>
            </a:r>
          </a:p>
        </p:txBody>
      </p:sp>
      <p:sp>
        <p:nvSpPr>
          <p:cNvPr id="7" name="Text Placeholder 6">
            <a:extLst>
              <a:ext uri="{FF2B5EF4-FFF2-40B4-BE49-F238E27FC236}">
                <a16:creationId xmlns:a16="http://schemas.microsoft.com/office/drawing/2014/main" id="{207812A7-8A80-45CE-D319-B45807D8B6AD}"/>
              </a:ext>
            </a:extLst>
          </p:cNvPr>
          <p:cNvSpPr>
            <a:spLocks noGrp="1"/>
          </p:cNvSpPr>
          <p:nvPr>
            <p:ph type="body" sz="quarter" idx="34" hasCustomPrompt="1"/>
          </p:nvPr>
        </p:nvSpPr>
        <p:spPr>
          <a:xfrm>
            <a:off x="3404135" y="2008344"/>
            <a:ext cx="2466270" cy="1021767"/>
          </a:xfrm>
          <a:prstGeom prst="rect">
            <a:avLst/>
          </a:prstGeom>
        </p:spPr>
        <p:txBody>
          <a:bodyPr lIns="0" tIns="0" rIns="0" bIns="0" anchor="b">
            <a:noAutofit/>
          </a:bodyPr>
          <a:lstStyle>
            <a:lvl1pPr marL="0" indent="0">
              <a:lnSpc>
                <a:spcPct val="70000"/>
              </a:lnSpc>
              <a:buNone/>
              <a:defRPr sz="7500">
                <a:solidFill>
                  <a:schemeClr val="bg1"/>
                </a:solidFill>
                <a:latin typeface="+mj-lt"/>
              </a:defRPr>
            </a:lvl1pPr>
          </a:lstStyle>
          <a:p>
            <a:pPr lvl="0"/>
            <a:r>
              <a:rPr lang="en-US"/>
              <a:t>DATA</a:t>
            </a:r>
          </a:p>
        </p:txBody>
      </p:sp>
      <p:sp>
        <p:nvSpPr>
          <p:cNvPr id="8" name="Text Placeholder 14">
            <a:extLst>
              <a:ext uri="{FF2B5EF4-FFF2-40B4-BE49-F238E27FC236}">
                <a16:creationId xmlns:a16="http://schemas.microsoft.com/office/drawing/2014/main" id="{0A45F78A-A2CA-5598-87D6-FB51BB95FF7B}"/>
              </a:ext>
            </a:extLst>
          </p:cNvPr>
          <p:cNvSpPr>
            <a:spLocks noGrp="1"/>
          </p:cNvSpPr>
          <p:nvPr>
            <p:ph type="body" sz="quarter" idx="35" hasCustomPrompt="1"/>
          </p:nvPr>
        </p:nvSpPr>
        <p:spPr>
          <a:xfrm>
            <a:off x="6180424" y="3256207"/>
            <a:ext cx="2270059" cy="1021767"/>
          </a:xfrm>
        </p:spPr>
        <p:txBody>
          <a:bodyPr lIns="0" tIns="0" rIns="0" bIns="0">
            <a:noAutofit/>
          </a:bodyPr>
          <a:lstStyle>
            <a:lvl1pPr marL="0" indent="0">
              <a:lnSpc>
                <a:spcPct val="80000"/>
              </a:lnSpc>
              <a:buNone/>
              <a:defRPr sz="1200">
                <a:solidFill>
                  <a:schemeClr val="bg1"/>
                </a:solidFill>
              </a:defRPr>
            </a:lvl1pPr>
          </a:lstStyle>
          <a:p>
            <a:pPr lvl="0"/>
            <a:r>
              <a:rPr lang="en-US"/>
              <a:t>text</a:t>
            </a:r>
          </a:p>
        </p:txBody>
      </p:sp>
      <p:sp>
        <p:nvSpPr>
          <p:cNvPr id="9" name="Text Placeholder 14">
            <a:extLst>
              <a:ext uri="{FF2B5EF4-FFF2-40B4-BE49-F238E27FC236}">
                <a16:creationId xmlns:a16="http://schemas.microsoft.com/office/drawing/2014/main" id="{849EE092-6E39-7CDE-438D-F317D7C4793F}"/>
              </a:ext>
            </a:extLst>
          </p:cNvPr>
          <p:cNvSpPr>
            <a:spLocks noGrp="1"/>
          </p:cNvSpPr>
          <p:nvPr>
            <p:ph type="body" sz="quarter" idx="36" hasCustomPrompt="1"/>
          </p:nvPr>
        </p:nvSpPr>
        <p:spPr>
          <a:xfrm>
            <a:off x="6180424" y="3013585"/>
            <a:ext cx="2270059" cy="252788"/>
          </a:xfrm>
        </p:spPr>
        <p:txBody>
          <a:bodyPr lIns="0" tIns="0" rIns="0" bIns="0">
            <a:noAutofit/>
          </a:bodyPr>
          <a:lstStyle>
            <a:lvl1pPr marL="0" indent="0">
              <a:lnSpc>
                <a:spcPct val="80000"/>
              </a:lnSpc>
              <a:buNone/>
              <a:defRPr sz="1200" b="1" i="0">
                <a:solidFill>
                  <a:schemeClr val="bg1"/>
                </a:solidFill>
                <a:latin typeface="Lora SemiBold" pitchFamily="2" charset="77"/>
              </a:defRPr>
            </a:lvl1pPr>
          </a:lstStyle>
          <a:p>
            <a:pPr lvl="0"/>
            <a:r>
              <a:rPr lang="en-US"/>
              <a:t>Subtitle</a:t>
            </a:r>
          </a:p>
        </p:txBody>
      </p:sp>
      <p:sp>
        <p:nvSpPr>
          <p:cNvPr id="10" name="Text Placeholder 6">
            <a:extLst>
              <a:ext uri="{FF2B5EF4-FFF2-40B4-BE49-F238E27FC236}">
                <a16:creationId xmlns:a16="http://schemas.microsoft.com/office/drawing/2014/main" id="{8E0A9172-3517-B3D5-5F4A-73FAA36D1248}"/>
              </a:ext>
            </a:extLst>
          </p:cNvPr>
          <p:cNvSpPr>
            <a:spLocks noGrp="1"/>
          </p:cNvSpPr>
          <p:nvPr>
            <p:ph type="body" sz="quarter" idx="37" hasCustomPrompt="1"/>
          </p:nvPr>
        </p:nvSpPr>
        <p:spPr>
          <a:xfrm>
            <a:off x="6180425" y="2008344"/>
            <a:ext cx="2466270" cy="1021767"/>
          </a:xfrm>
          <a:prstGeom prst="rect">
            <a:avLst/>
          </a:prstGeom>
        </p:spPr>
        <p:txBody>
          <a:bodyPr lIns="0" tIns="0" rIns="0" bIns="0" anchor="b">
            <a:noAutofit/>
          </a:bodyPr>
          <a:lstStyle>
            <a:lvl1pPr marL="0" indent="0">
              <a:lnSpc>
                <a:spcPct val="70000"/>
              </a:lnSpc>
              <a:buNone/>
              <a:defRPr sz="7500">
                <a:solidFill>
                  <a:schemeClr val="bg1"/>
                </a:solidFill>
                <a:latin typeface="+mj-lt"/>
              </a:defRPr>
            </a:lvl1pPr>
          </a:lstStyle>
          <a:p>
            <a:pPr lvl="0"/>
            <a:r>
              <a:rPr lang="en-US"/>
              <a:t>DATA</a:t>
            </a:r>
          </a:p>
        </p:txBody>
      </p:sp>
    </p:spTree>
    <p:extLst>
      <p:ext uri="{BB962C8B-B14F-4D97-AF65-F5344CB8AC3E}">
        <p14:creationId xmlns:p14="http://schemas.microsoft.com/office/powerpoint/2010/main" val="85310596"/>
      </p:ext>
    </p:extLst>
  </p:cSld>
  <p:clrMapOvr>
    <a:masterClrMapping/>
  </p:clrMapOvr>
  <p:transition spd="med"/>
</p:sldLayout>
</file>

<file path=ppt/slideLayouts/slideLayout92.xml><?xml version="1.0" encoding="utf-8"?>
<p:sldLayout xmlns:a="http://schemas.openxmlformats.org/drawingml/2006/main" xmlns:r="http://schemas.openxmlformats.org/officeDocument/2006/relationships" xmlns:p="http://schemas.openxmlformats.org/presentationml/2006/main" showMasterSp="0" preserve="1" userDrawn="1">
  <p:cSld name="3 column data - light">
    <p:bg>
      <p:bgPr>
        <a:solidFill>
          <a:srgbClr val="FDFAF2"/>
        </a:solidFill>
        <a:effectLst/>
      </p:bgPr>
    </p:bg>
    <p:spTree>
      <p:nvGrpSpPr>
        <p:cNvPr id="1" name=""/>
        <p:cNvGrpSpPr/>
        <p:nvPr/>
      </p:nvGrpSpPr>
      <p:grpSpPr>
        <a:xfrm>
          <a:off x="0" y="0"/>
          <a:ext cx="0" cy="0"/>
          <a:chOff x="0" y="0"/>
          <a:chExt cx="0" cy="0"/>
        </a:xfrm>
      </p:grpSpPr>
      <p:sp>
        <p:nvSpPr>
          <p:cNvPr id="184" name="Slide Number"/>
          <p:cNvSpPr txBox="1">
            <a:spLocks noGrp="1"/>
          </p:cNvSpPr>
          <p:nvPr>
            <p:ph type="sldNum" sz="quarter" idx="2"/>
          </p:nvPr>
        </p:nvSpPr>
        <p:spPr>
          <a:prstGeom prst="rect">
            <a:avLst/>
          </a:prstGeom>
        </p:spPr>
        <p:txBody>
          <a:bodyPr/>
          <a:lstStyle>
            <a:lvl1pPr>
              <a:defRPr>
                <a:solidFill>
                  <a:schemeClr val="tx1"/>
                </a:solidFill>
              </a:defRPr>
            </a:lvl1pPr>
          </a:lstStyle>
          <a:p>
            <a:fld id="{86CB4B4D-7CA3-9044-876B-883B54F8677D}" type="slidenum">
              <a:rPr lang="en-GB" smtClean="0"/>
              <a:pPr/>
              <a:t>‹#›</a:t>
            </a:fld>
            <a:endParaRPr lang="en-GB"/>
          </a:p>
        </p:txBody>
      </p:sp>
      <p:pic>
        <p:nvPicPr>
          <p:cNvPr id="9" name="CGC logo.png" descr="CGC logo.png">
            <a:extLst>
              <a:ext uri="{FF2B5EF4-FFF2-40B4-BE49-F238E27FC236}">
                <a16:creationId xmlns:a16="http://schemas.microsoft.com/office/drawing/2014/main" id="{F5D0896A-85F3-2FA7-58ED-F35C784639C4}"/>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285750" y="285750"/>
            <a:ext cx="1152525" cy="199894"/>
          </a:xfrm>
          <a:prstGeom prst="rect">
            <a:avLst/>
          </a:prstGeom>
          <a:ln w="12700">
            <a:miter lim="400000"/>
          </a:ln>
        </p:spPr>
      </p:pic>
      <p:sp>
        <p:nvSpPr>
          <p:cNvPr id="23" name="Text Placeholder 6">
            <a:extLst>
              <a:ext uri="{FF2B5EF4-FFF2-40B4-BE49-F238E27FC236}">
                <a16:creationId xmlns:a16="http://schemas.microsoft.com/office/drawing/2014/main" id="{66D3EF07-9532-20A8-3C09-7767F65F7A36}"/>
              </a:ext>
            </a:extLst>
          </p:cNvPr>
          <p:cNvSpPr>
            <a:spLocks noGrp="1"/>
          </p:cNvSpPr>
          <p:nvPr>
            <p:ph type="body" sz="quarter" idx="22" hasCustomPrompt="1"/>
          </p:nvPr>
        </p:nvSpPr>
        <p:spPr>
          <a:xfrm>
            <a:off x="627844" y="705226"/>
            <a:ext cx="3850640" cy="1021767"/>
          </a:xfrm>
          <a:prstGeom prst="rect">
            <a:avLst/>
          </a:prstGeom>
        </p:spPr>
        <p:txBody>
          <a:bodyPr lIns="0" tIns="0" rIns="0" bIns="0" anchor="b">
            <a:noAutofit/>
          </a:bodyPr>
          <a:lstStyle>
            <a:lvl1pPr marL="0" indent="0">
              <a:lnSpc>
                <a:spcPct val="70000"/>
              </a:lnSpc>
              <a:buNone/>
              <a:defRPr sz="3000">
                <a:solidFill>
                  <a:schemeClr val="tx1"/>
                </a:solidFill>
                <a:latin typeface="+mj-lt"/>
              </a:defRPr>
            </a:lvl1pPr>
          </a:lstStyle>
          <a:p>
            <a:pPr lvl="0"/>
            <a:r>
              <a:rPr lang="en-US"/>
              <a:t>TITLE</a:t>
            </a:r>
          </a:p>
        </p:txBody>
      </p:sp>
      <p:sp>
        <p:nvSpPr>
          <p:cNvPr id="24" name="Text Placeholder 14">
            <a:extLst>
              <a:ext uri="{FF2B5EF4-FFF2-40B4-BE49-F238E27FC236}">
                <a16:creationId xmlns:a16="http://schemas.microsoft.com/office/drawing/2014/main" id="{6E1DEC82-F4E6-8D14-E6AB-171E63030BBA}"/>
              </a:ext>
            </a:extLst>
          </p:cNvPr>
          <p:cNvSpPr>
            <a:spLocks noGrp="1"/>
          </p:cNvSpPr>
          <p:nvPr>
            <p:ph type="body" sz="quarter" idx="23" hasCustomPrompt="1"/>
          </p:nvPr>
        </p:nvSpPr>
        <p:spPr>
          <a:xfrm>
            <a:off x="627843" y="3256207"/>
            <a:ext cx="2270059" cy="1021767"/>
          </a:xfrm>
        </p:spPr>
        <p:txBody>
          <a:bodyPr lIns="0" tIns="0" rIns="0" bIns="0">
            <a:noAutofit/>
          </a:bodyPr>
          <a:lstStyle>
            <a:lvl1pPr marL="0" indent="0">
              <a:lnSpc>
                <a:spcPct val="80000"/>
              </a:lnSpc>
              <a:buNone/>
              <a:defRPr sz="1200">
                <a:solidFill>
                  <a:schemeClr val="tx1"/>
                </a:solidFill>
              </a:defRPr>
            </a:lvl1pPr>
          </a:lstStyle>
          <a:p>
            <a:pPr lvl="0"/>
            <a:r>
              <a:rPr lang="en-US"/>
              <a:t>text</a:t>
            </a:r>
          </a:p>
        </p:txBody>
      </p:sp>
      <p:sp>
        <p:nvSpPr>
          <p:cNvPr id="25" name="Text Placeholder 14">
            <a:extLst>
              <a:ext uri="{FF2B5EF4-FFF2-40B4-BE49-F238E27FC236}">
                <a16:creationId xmlns:a16="http://schemas.microsoft.com/office/drawing/2014/main" id="{3327FB22-72B2-953E-CE9A-15FD3A54259B}"/>
              </a:ext>
            </a:extLst>
          </p:cNvPr>
          <p:cNvSpPr>
            <a:spLocks noGrp="1"/>
          </p:cNvSpPr>
          <p:nvPr>
            <p:ph type="body" sz="quarter" idx="25" hasCustomPrompt="1"/>
          </p:nvPr>
        </p:nvSpPr>
        <p:spPr>
          <a:xfrm>
            <a:off x="627843" y="3013585"/>
            <a:ext cx="2270059" cy="252788"/>
          </a:xfrm>
        </p:spPr>
        <p:txBody>
          <a:bodyPr lIns="0" tIns="0" rIns="0" bIns="0">
            <a:noAutofit/>
          </a:bodyPr>
          <a:lstStyle>
            <a:lvl1pPr marL="0" indent="0">
              <a:lnSpc>
                <a:spcPct val="80000"/>
              </a:lnSpc>
              <a:buNone/>
              <a:defRPr sz="1200" b="1" i="0">
                <a:solidFill>
                  <a:schemeClr val="tx1"/>
                </a:solidFill>
                <a:latin typeface="Lora SemiBold" pitchFamily="2" charset="77"/>
              </a:defRPr>
            </a:lvl1pPr>
          </a:lstStyle>
          <a:p>
            <a:pPr lvl="0"/>
            <a:r>
              <a:rPr lang="en-US"/>
              <a:t>Subtitle</a:t>
            </a:r>
          </a:p>
        </p:txBody>
      </p:sp>
      <p:sp>
        <p:nvSpPr>
          <p:cNvPr id="26" name="Text Placeholder 6">
            <a:extLst>
              <a:ext uri="{FF2B5EF4-FFF2-40B4-BE49-F238E27FC236}">
                <a16:creationId xmlns:a16="http://schemas.microsoft.com/office/drawing/2014/main" id="{316424C1-D9CD-895C-1E71-0596C6356B3C}"/>
              </a:ext>
            </a:extLst>
          </p:cNvPr>
          <p:cNvSpPr>
            <a:spLocks noGrp="1"/>
          </p:cNvSpPr>
          <p:nvPr>
            <p:ph type="body" sz="quarter" idx="29" hasCustomPrompt="1"/>
          </p:nvPr>
        </p:nvSpPr>
        <p:spPr>
          <a:xfrm>
            <a:off x="627844" y="2008344"/>
            <a:ext cx="2466270" cy="1021767"/>
          </a:xfrm>
          <a:prstGeom prst="rect">
            <a:avLst/>
          </a:prstGeom>
        </p:spPr>
        <p:txBody>
          <a:bodyPr lIns="0" tIns="0" rIns="0" bIns="0" anchor="b">
            <a:noAutofit/>
          </a:bodyPr>
          <a:lstStyle>
            <a:lvl1pPr marL="0" indent="0">
              <a:lnSpc>
                <a:spcPct val="70000"/>
              </a:lnSpc>
              <a:buNone/>
              <a:defRPr sz="7500">
                <a:solidFill>
                  <a:schemeClr val="accent1"/>
                </a:solidFill>
                <a:latin typeface="+mj-lt"/>
              </a:defRPr>
            </a:lvl1pPr>
          </a:lstStyle>
          <a:p>
            <a:pPr lvl="0"/>
            <a:r>
              <a:rPr lang="en-US"/>
              <a:t>DATA</a:t>
            </a:r>
          </a:p>
        </p:txBody>
      </p:sp>
      <p:sp>
        <p:nvSpPr>
          <p:cNvPr id="27" name="Text Placeholder 14">
            <a:extLst>
              <a:ext uri="{FF2B5EF4-FFF2-40B4-BE49-F238E27FC236}">
                <a16:creationId xmlns:a16="http://schemas.microsoft.com/office/drawing/2014/main" id="{10521BF6-E67B-1D3C-5920-500533A5B60D}"/>
              </a:ext>
            </a:extLst>
          </p:cNvPr>
          <p:cNvSpPr>
            <a:spLocks noGrp="1"/>
          </p:cNvSpPr>
          <p:nvPr>
            <p:ph type="body" sz="quarter" idx="32" hasCustomPrompt="1"/>
          </p:nvPr>
        </p:nvSpPr>
        <p:spPr>
          <a:xfrm>
            <a:off x="3404134" y="3256207"/>
            <a:ext cx="2270059" cy="1021767"/>
          </a:xfrm>
        </p:spPr>
        <p:txBody>
          <a:bodyPr lIns="0" tIns="0" rIns="0" bIns="0">
            <a:noAutofit/>
          </a:bodyPr>
          <a:lstStyle>
            <a:lvl1pPr marL="0" indent="0">
              <a:lnSpc>
                <a:spcPct val="80000"/>
              </a:lnSpc>
              <a:buNone/>
              <a:defRPr sz="1200">
                <a:solidFill>
                  <a:schemeClr val="tx1"/>
                </a:solidFill>
              </a:defRPr>
            </a:lvl1pPr>
          </a:lstStyle>
          <a:p>
            <a:pPr lvl="0"/>
            <a:r>
              <a:rPr lang="en-US"/>
              <a:t>text</a:t>
            </a:r>
          </a:p>
        </p:txBody>
      </p:sp>
      <p:sp>
        <p:nvSpPr>
          <p:cNvPr id="28" name="Text Placeholder 14">
            <a:extLst>
              <a:ext uri="{FF2B5EF4-FFF2-40B4-BE49-F238E27FC236}">
                <a16:creationId xmlns:a16="http://schemas.microsoft.com/office/drawing/2014/main" id="{A605BA59-1B16-256C-9A06-FD4C2F1CE3C2}"/>
              </a:ext>
            </a:extLst>
          </p:cNvPr>
          <p:cNvSpPr>
            <a:spLocks noGrp="1"/>
          </p:cNvSpPr>
          <p:nvPr>
            <p:ph type="body" sz="quarter" idx="33" hasCustomPrompt="1"/>
          </p:nvPr>
        </p:nvSpPr>
        <p:spPr>
          <a:xfrm>
            <a:off x="3404134" y="3013585"/>
            <a:ext cx="2270059" cy="252788"/>
          </a:xfrm>
        </p:spPr>
        <p:txBody>
          <a:bodyPr lIns="0" tIns="0" rIns="0" bIns="0">
            <a:noAutofit/>
          </a:bodyPr>
          <a:lstStyle>
            <a:lvl1pPr marL="0" indent="0">
              <a:lnSpc>
                <a:spcPct val="80000"/>
              </a:lnSpc>
              <a:buNone/>
              <a:defRPr sz="1200" b="1" i="0">
                <a:solidFill>
                  <a:schemeClr val="tx1"/>
                </a:solidFill>
                <a:latin typeface="Lora SemiBold" pitchFamily="2" charset="77"/>
              </a:defRPr>
            </a:lvl1pPr>
          </a:lstStyle>
          <a:p>
            <a:pPr lvl="0"/>
            <a:r>
              <a:rPr lang="en-US"/>
              <a:t>Subtitle</a:t>
            </a:r>
          </a:p>
        </p:txBody>
      </p:sp>
      <p:sp>
        <p:nvSpPr>
          <p:cNvPr id="29" name="Text Placeholder 6">
            <a:extLst>
              <a:ext uri="{FF2B5EF4-FFF2-40B4-BE49-F238E27FC236}">
                <a16:creationId xmlns:a16="http://schemas.microsoft.com/office/drawing/2014/main" id="{ACE34BB2-B8C4-9EA2-F68D-567DB7292A91}"/>
              </a:ext>
            </a:extLst>
          </p:cNvPr>
          <p:cNvSpPr>
            <a:spLocks noGrp="1"/>
          </p:cNvSpPr>
          <p:nvPr>
            <p:ph type="body" sz="quarter" idx="34" hasCustomPrompt="1"/>
          </p:nvPr>
        </p:nvSpPr>
        <p:spPr>
          <a:xfrm>
            <a:off x="3404135" y="2008344"/>
            <a:ext cx="2466270" cy="1021767"/>
          </a:xfrm>
          <a:prstGeom prst="rect">
            <a:avLst/>
          </a:prstGeom>
        </p:spPr>
        <p:txBody>
          <a:bodyPr lIns="0" tIns="0" rIns="0" bIns="0" anchor="b">
            <a:noAutofit/>
          </a:bodyPr>
          <a:lstStyle>
            <a:lvl1pPr marL="0" indent="0">
              <a:lnSpc>
                <a:spcPct val="70000"/>
              </a:lnSpc>
              <a:buNone/>
              <a:defRPr sz="7500">
                <a:solidFill>
                  <a:schemeClr val="accent1"/>
                </a:solidFill>
                <a:latin typeface="+mj-lt"/>
              </a:defRPr>
            </a:lvl1pPr>
          </a:lstStyle>
          <a:p>
            <a:pPr lvl="0"/>
            <a:r>
              <a:rPr lang="en-US"/>
              <a:t>DATA</a:t>
            </a:r>
          </a:p>
        </p:txBody>
      </p:sp>
      <p:sp>
        <p:nvSpPr>
          <p:cNvPr id="30" name="Text Placeholder 14">
            <a:extLst>
              <a:ext uri="{FF2B5EF4-FFF2-40B4-BE49-F238E27FC236}">
                <a16:creationId xmlns:a16="http://schemas.microsoft.com/office/drawing/2014/main" id="{20B77876-5F78-3E87-DFEE-0CA40F482077}"/>
              </a:ext>
            </a:extLst>
          </p:cNvPr>
          <p:cNvSpPr>
            <a:spLocks noGrp="1"/>
          </p:cNvSpPr>
          <p:nvPr>
            <p:ph type="body" sz="quarter" idx="35" hasCustomPrompt="1"/>
          </p:nvPr>
        </p:nvSpPr>
        <p:spPr>
          <a:xfrm>
            <a:off x="6180424" y="3256207"/>
            <a:ext cx="2270059" cy="1021767"/>
          </a:xfrm>
        </p:spPr>
        <p:txBody>
          <a:bodyPr lIns="0" tIns="0" rIns="0" bIns="0">
            <a:noAutofit/>
          </a:bodyPr>
          <a:lstStyle>
            <a:lvl1pPr marL="0" indent="0">
              <a:lnSpc>
                <a:spcPct val="80000"/>
              </a:lnSpc>
              <a:buNone/>
              <a:defRPr sz="1200">
                <a:solidFill>
                  <a:schemeClr val="tx1"/>
                </a:solidFill>
              </a:defRPr>
            </a:lvl1pPr>
          </a:lstStyle>
          <a:p>
            <a:pPr lvl="0"/>
            <a:r>
              <a:rPr lang="en-US"/>
              <a:t>text</a:t>
            </a:r>
          </a:p>
        </p:txBody>
      </p:sp>
      <p:sp>
        <p:nvSpPr>
          <p:cNvPr id="31" name="Text Placeholder 14">
            <a:extLst>
              <a:ext uri="{FF2B5EF4-FFF2-40B4-BE49-F238E27FC236}">
                <a16:creationId xmlns:a16="http://schemas.microsoft.com/office/drawing/2014/main" id="{6D0113F9-7306-4592-3B7C-5015496251C1}"/>
              </a:ext>
            </a:extLst>
          </p:cNvPr>
          <p:cNvSpPr>
            <a:spLocks noGrp="1"/>
          </p:cNvSpPr>
          <p:nvPr>
            <p:ph type="body" sz="quarter" idx="36" hasCustomPrompt="1"/>
          </p:nvPr>
        </p:nvSpPr>
        <p:spPr>
          <a:xfrm>
            <a:off x="6180424" y="3013585"/>
            <a:ext cx="2270059" cy="252788"/>
          </a:xfrm>
        </p:spPr>
        <p:txBody>
          <a:bodyPr lIns="0" tIns="0" rIns="0" bIns="0">
            <a:noAutofit/>
          </a:bodyPr>
          <a:lstStyle>
            <a:lvl1pPr marL="0" indent="0">
              <a:lnSpc>
                <a:spcPct val="80000"/>
              </a:lnSpc>
              <a:buNone/>
              <a:defRPr sz="1200" b="1" i="0">
                <a:solidFill>
                  <a:schemeClr val="tx1"/>
                </a:solidFill>
                <a:latin typeface="Lora SemiBold" pitchFamily="2" charset="77"/>
              </a:defRPr>
            </a:lvl1pPr>
          </a:lstStyle>
          <a:p>
            <a:pPr lvl="0"/>
            <a:r>
              <a:rPr lang="en-US"/>
              <a:t>Subtitle</a:t>
            </a:r>
          </a:p>
        </p:txBody>
      </p:sp>
      <p:sp>
        <p:nvSpPr>
          <p:cNvPr id="32" name="Text Placeholder 6">
            <a:extLst>
              <a:ext uri="{FF2B5EF4-FFF2-40B4-BE49-F238E27FC236}">
                <a16:creationId xmlns:a16="http://schemas.microsoft.com/office/drawing/2014/main" id="{6E2316D9-6FD4-0D58-6C57-2065E0101A88}"/>
              </a:ext>
            </a:extLst>
          </p:cNvPr>
          <p:cNvSpPr>
            <a:spLocks noGrp="1"/>
          </p:cNvSpPr>
          <p:nvPr>
            <p:ph type="body" sz="quarter" idx="37" hasCustomPrompt="1"/>
          </p:nvPr>
        </p:nvSpPr>
        <p:spPr>
          <a:xfrm>
            <a:off x="6180425" y="2008344"/>
            <a:ext cx="2466270" cy="1021767"/>
          </a:xfrm>
          <a:prstGeom prst="rect">
            <a:avLst/>
          </a:prstGeom>
        </p:spPr>
        <p:txBody>
          <a:bodyPr lIns="0" tIns="0" rIns="0" bIns="0" anchor="b">
            <a:noAutofit/>
          </a:bodyPr>
          <a:lstStyle>
            <a:lvl1pPr marL="0" indent="0">
              <a:lnSpc>
                <a:spcPct val="70000"/>
              </a:lnSpc>
              <a:buNone/>
              <a:defRPr sz="7500">
                <a:solidFill>
                  <a:schemeClr val="accent1"/>
                </a:solidFill>
                <a:latin typeface="+mj-lt"/>
              </a:defRPr>
            </a:lvl1pPr>
          </a:lstStyle>
          <a:p>
            <a:pPr lvl="0"/>
            <a:r>
              <a:rPr lang="en-US"/>
              <a:t>DATA</a:t>
            </a:r>
          </a:p>
        </p:txBody>
      </p:sp>
    </p:spTree>
    <p:extLst>
      <p:ext uri="{BB962C8B-B14F-4D97-AF65-F5344CB8AC3E}">
        <p14:creationId xmlns:p14="http://schemas.microsoft.com/office/powerpoint/2010/main" val="563773291"/>
      </p:ext>
    </p:extLst>
  </p:cSld>
  <p:clrMapOvr>
    <a:masterClrMapping/>
  </p:clrMapOvr>
  <p:transition spd="med"/>
</p:sldLayout>
</file>

<file path=ppt/slideLayouts/slideLayout93.xml><?xml version="1.0" encoding="utf-8"?>
<p:sldLayout xmlns:a="http://schemas.openxmlformats.org/drawingml/2006/main" xmlns:r="http://schemas.openxmlformats.org/officeDocument/2006/relationships" xmlns:p="http://schemas.openxmlformats.org/presentationml/2006/main" showMasterSp="0" preserve="1" userDrawn="1">
  <p:cSld name="2 column data">
    <p:bg>
      <p:bgPr>
        <a:solidFill>
          <a:srgbClr val="0143FD"/>
        </a:solidFill>
        <a:effectLst/>
      </p:bgPr>
    </p:bg>
    <p:spTree>
      <p:nvGrpSpPr>
        <p:cNvPr id="1" name=""/>
        <p:cNvGrpSpPr/>
        <p:nvPr/>
      </p:nvGrpSpPr>
      <p:grpSpPr>
        <a:xfrm>
          <a:off x="0" y="0"/>
          <a:ext cx="0" cy="0"/>
          <a:chOff x="0" y="0"/>
          <a:chExt cx="0" cy="0"/>
        </a:xfrm>
      </p:grpSpPr>
      <p:sp>
        <p:nvSpPr>
          <p:cNvPr id="30" name="Picture Placeholder 28">
            <a:extLst>
              <a:ext uri="{FF2B5EF4-FFF2-40B4-BE49-F238E27FC236}">
                <a16:creationId xmlns:a16="http://schemas.microsoft.com/office/drawing/2014/main" id="{DDEF3048-1817-9716-78B9-58BAB3F197D8}"/>
              </a:ext>
            </a:extLst>
          </p:cNvPr>
          <p:cNvSpPr>
            <a:spLocks noGrp="1"/>
          </p:cNvSpPr>
          <p:nvPr>
            <p:ph type="pic" sz="quarter" idx="32"/>
          </p:nvPr>
        </p:nvSpPr>
        <p:spPr>
          <a:xfrm>
            <a:off x="0" y="0"/>
            <a:ext cx="4572000" cy="5143500"/>
          </a:xfrm>
        </p:spPr>
        <p:txBody>
          <a:bodyPr/>
          <a:lstStyle/>
          <a:p>
            <a:endParaRPr lang="en-US"/>
          </a:p>
        </p:txBody>
      </p:sp>
      <p:sp>
        <p:nvSpPr>
          <p:cNvPr id="27" name="Rectangle 26">
            <a:extLst>
              <a:ext uri="{FF2B5EF4-FFF2-40B4-BE49-F238E27FC236}">
                <a16:creationId xmlns:a16="http://schemas.microsoft.com/office/drawing/2014/main" id="{EEBB1D01-D2C6-2360-55B2-621F275420F4}"/>
              </a:ext>
            </a:extLst>
          </p:cNvPr>
          <p:cNvSpPr/>
          <p:nvPr userDrawn="1"/>
        </p:nvSpPr>
        <p:spPr>
          <a:xfrm>
            <a:off x="4571998" y="0"/>
            <a:ext cx="4572002" cy="5143500"/>
          </a:xfrm>
          <a:prstGeom prst="rect">
            <a:avLst/>
          </a:prstGeom>
          <a:solidFill>
            <a:srgbClr val="730B39"/>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20000"/>
              </a:lnSpc>
              <a:spcBef>
                <a:spcPts val="0"/>
              </a:spcBef>
              <a:spcAft>
                <a:spcPts val="0"/>
              </a:spcAft>
              <a:buClrTx/>
              <a:buSzTx/>
              <a:buFontTx/>
              <a:buNone/>
              <a:tabLst/>
            </a:pPr>
            <a:endParaRPr kumimoji="0" lang="en-US" sz="3000" b="0" i="0" u="none" strike="noStrike" cap="all" spc="0" normalizeH="0" baseline="0">
              <a:ln>
                <a:noFill/>
              </a:ln>
              <a:solidFill>
                <a:srgbClr val="FFFFFF"/>
              </a:solidFill>
              <a:effectLst/>
              <a:uFillTx/>
              <a:latin typeface="Proxima Nova Extrabold"/>
              <a:ea typeface="Proxima Nova Extrabold"/>
              <a:cs typeface="Proxima Nova Extrabold"/>
              <a:sym typeface="Proxima Nova Extrabold"/>
            </a:endParaRPr>
          </a:p>
        </p:txBody>
      </p:sp>
      <p:pic>
        <p:nvPicPr>
          <p:cNvPr id="12" name="CGC logo white.png" descr="CGC logo white.png">
            <a:extLst>
              <a:ext uri="{FF2B5EF4-FFF2-40B4-BE49-F238E27FC236}">
                <a16:creationId xmlns:a16="http://schemas.microsoft.com/office/drawing/2014/main" id="{5ABB0E39-D4C4-B8AD-ECD2-6361850EED44}"/>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285750" y="285750"/>
            <a:ext cx="1152091" cy="199818"/>
          </a:xfrm>
          <a:prstGeom prst="rect">
            <a:avLst/>
          </a:prstGeom>
          <a:ln w="12700">
            <a:miter lim="400000"/>
          </a:ln>
        </p:spPr>
      </p:pic>
      <p:sp>
        <p:nvSpPr>
          <p:cNvPr id="13" name="Text Placeholder 14">
            <a:extLst>
              <a:ext uri="{FF2B5EF4-FFF2-40B4-BE49-F238E27FC236}">
                <a16:creationId xmlns:a16="http://schemas.microsoft.com/office/drawing/2014/main" id="{232AA6B5-4C50-8A3E-9BCE-78C9F44E1D42}"/>
              </a:ext>
            </a:extLst>
          </p:cNvPr>
          <p:cNvSpPr>
            <a:spLocks noGrp="1"/>
          </p:cNvSpPr>
          <p:nvPr>
            <p:ph type="body" sz="quarter" idx="23" hasCustomPrompt="1"/>
          </p:nvPr>
        </p:nvSpPr>
        <p:spPr>
          <a:xfrm>
            <a:off x="1205110" y="2812010"/>
            <a:ext cx="2270059" cy="1021767"/>
          </a:xfrm>
        </p:spPr>
        <p:txBody>
          <a:bodyPr lIns="0" tIns="0" rIns="0" bIns="0">
            <a:noAutofit/>
          </a:bodyPr>
          <a:lstStyle>
            <a:lvl1pPr marL="0" indent="0">
              <a:lnSpc>
                <a:spcPct val="80000"/>
              </a:lnSpc>
              <a:buNone/>
              <a:defRPr sz="1400">
                <a:solidFill>
                  <a:schemeClr val="bg1"/>
                </a:solidFill>
              </a:defRPr>
            </a:lvl1pPr>
          </a:lstStyle>
          <a:p>
            <a:pPr lvl="0"/>
            <a:r>
              <a:rPr lang="en-US"/>
              <a:t>text</a:t>
            </a:r>
          </a:p>
        </p:txBody>
      </p:sp>
      <p:sp>
        <p:nvSpPr>
          <p:cNvPr id="21" name="Text Placeholder 6">
            <a:extLst>
              <a:ext uri="{FF2B5EF4-FFF2-40B4-BE49-F238E27FC236}">
                <a16:creationId xmlns:a16="http://schemas.microsoft.com/office/drawing/2014/main" id="{899380E7-5FE8-392F-6B56-6C0917DFF56C}"/>
              </a:ext>
            </a:extLst>
          </p:cNvPr>
          <p:cNvSpPr>
            <a:spLocks noGrp="1"/>
          </p:cNvSpPr>
          <p:nvPr>
            <p:ph type="body" sz="quarter" idx="29" hasCustomPrompt="1"/>
          </p:nvPr>
        </p:nvSpPr>
        <p:spPr>
          <a:xfrm>
            <a:off x="1164469" y="1870171"/>
            <a:ext cx="2887779" cy="1021767"/>
          </a:xfrm>
          <a:prstGeom prst="rect">
            <a:avLst/>
          </a:prstGeom>
        </p:spPr>
        <p:txBody>
          <a:bodyPr lIns="0" tIns="0" rIns="0" bIns="0" anchor="b">
            <a:noAutofit/>
          </a:bodyPr>
          <a:lstStyle>
            <a:lvl1pPr marL="0" indent="0">
              <a:lnSpc>
                <a:spcPct val="70000"/>
              </a:lnSpc>
              <a:buNone/>
              <a:defRPr sz="9600">
                <a:solidFill>
                  <a:schemeClr val="bg1"/>
                </a:solidFill>
                <a:latin typeface="+mj-lt"/>
              </a:defRPr>
            </a:lvl1pPr>
          </a:lstStyle>
          <a:p>
            <a:pPr lvl="0"/>
            <a:r>
              <a:rPr lang="en-US"/>
              <a:t>DATA</a:t>
            </a:r>
          </a:p>
        </p:txBody>
      </p:sp>
      <p:sp>
        <p:nvSpPr>
          <p:cNvPr id="2" name="Text Placeholder 14">
            <a:extLst>
              <a:ext uri="{FF2B5EF4-FFF2-40B4-BE49-F238E27FC236}">
                <a16:creationId xmlns:a16="http://schemas.microsoft.com/office/drawing/2014/main" id="{33D35DE8-F8A1-9D6D-589C-D11595190F69}"/>
              </a:ext>
            </a:extLst>
          </p:cNvPr>
          <p:cNvSpPr>
            <a:spLocks noGrp="1"/>
          </p:cNvSpPr>
          <p:nvPr>
            <p:ph type="body" sz="quarter" idx="33" hasCustomPrompt="1"/>
          </p:nvPr>
        </p:nvSpPr>
        <p:spPr>
          <a:xfrm>
            <a:off x="5815611" y="2812010"/>
            <a:ext cx="2270059" cy="1021767"/>
          </a:xfrm>
        </p:spPr>
        <p:txBody>
          <a:bodyPr lIns="0" tIns="0" rIns="0" bIns="0">
            <a:noAutofit/>
          </a:bodyPr>
          <a:lstStyle>
            <a:lvl1pPr marL="0" indent="0">
              <a:lnSpc>
                <a:spcPct val="80000"/>
              </a:lnSpc>
              <a:buNone/>
              <a:defRPr sz="1400">
                <a:solidFill>
                  <a:schemeClr val="bg1"/>
                </a:solidFill>
              </a:defRPr>
            </a:lvl1pPr>
          </a:lstStyle>
          <a:p>
            <a:pPr lvl="0"/>
            <a:r>
              <a:rPr lang="en-US"/>
              <a:t>text</a:t>
            </a:r>
          </a:p>
        </p:txBody>
      </p:sp>
      <p:sp>
        <p:nvSpPr>
          <p:cNvPr id="3" name="Text Placeholder 6">
            <a:extLst>
              <a:ext uri="{FF2B5EF4-FFF2-40B4-BE49-F238E27FC236}">
                <a16:creationId xmlns:a16="http://schemas.microsoft.com/office/drawing/2014/main" id="{A4A0D4D3-B4E4-4879-A67F-F6461E6EBF8F}"/>
              </a:ext>
            </a:extLst>
          </p:cNvPr>
          <p:cNvSpPr>
            <a:spLocks noGrp="1"/>
          </p:cNvSpPr>
          <p:nvPr>
            <p:ph type="body" sz="quarter" idx="34" hasCustomPrompt="1"/>
          </p:nvPr>
        </p:nvSpPr>
        <p:spPr>
          <a:xfrm>
            <a:off x="5774970" y="1870171"/>
            <a:ext cx="2887779" cy="1021767"/>
          </a:xfrm>
          <a:prstGeom prst="rect">
            <a:avLst/>
          </a:prstGeom>
        </p:spPr>
        <p:txBody>
          <a:bodyPr lIns="0" tIns="0" rIns="0" bIns="0" anchor="b">
            <a:noAutofit/>
          </a:bodyPr>
          <a:lstStyle>
            <a:lvl1pPr marL="0" indent="0">
              <a:lnSpc>
                <a:spcPct val="70000"/>
              </a:lnSpc>
              <a:buNone/>
              <a:defRPr sz="9600">
                <a:solidFill>
                  <a:schemeClr val="bg1"/>
                </a:solidFill>
                <a:latin typeface="+mj-lt"/>
              </a:defRPr>
            </a:lvl1pPr>
          </a:lstStyle>
          <a:p>
            <a:pPr lvl="0"/>
            <a:r>
              <a:rPr lang="en-US"/>
              <a:t>DATA</a:t>
            </a:r>
          </a:p>
        </p:txBody>
      </p:sp>
    </p:spTree>
    <p:extLst>
      <p:ext uri="{BB962C8B-B14F-4D97-AF65-F5344CB8AC3E}">
        <p14:creationId xmlns:p14="http://schemas.microsoft.com/office/powerpoint/2010/main" val="4247573218"/>
      </p:ext>
    </p:extLst>
  </p:cSld>
  <p:clrMapOvr>
    <a:masterClrMapping/>
  </p:clrMapOvr>
  <p:transition spd="med"/>
</p:sldLayout>
</file>

<file path=ppt/slideLayouts/slideLayout94.xml><?xml version="1.0" encoding="utf-8"?>
<p:sldLayout xmlns:a="http://schemas.openxmlformats.org/drawingml/2006/main" xmlns:r="http://schemas.openxmlformats.org/officeDocument/2006/relationships" xmlns:p="http://schemas.openxmlformats.org/presentationml/2006/main" showMasterSp="0" userDrawn="1">
  <p:cSld name="title + 2 data">
    <p:bg>
      <p:bgPr>
        <a:solidFill>
          <a:srgbClr val="730B39"/>
        </a:solidFill>
        <a:effectLst/>
      </p:bgPr>
    </p:bg>
    <p:spTree>
      <p:nvGrpSpPr>
        <p:cNvPr id="1" name=""/>
        <p:cNvGrpSpPr/>
        <p:nvPr/>
      </p:nvGrpSpPr>
      <p:grpSpPr>
        <a:xfrm>
          <a:off x="0" y="0"/>
          <a:ext cx="0" cy="0"/>
          <a:chOff x="0" y="0"/>
          <a:chExt cx="0" cy="0"/>
        </a:xfrm>
      </p:grpSpPr>
      <p:sp>
        <p:nvSpPr>
          <p:cNvPr id="7" name="Line">
            <a:extLst>
              <a:ext uri="{FF2B5EF4-FFF2-40B4-BE49-F238E27FC236}">
                <a16:creationId xmlns:a16="http://schemas.microsoft.com/office/drawing/2014/main" id="{75A3F116-BE2D-C038-C2E6-144D52BC30CB}"/>
              </a:ext>
            </a:extLst>
          </p:cNvPr>
          <p:cNvSpPr/>
          <p:nvPr userDrawn="1"/>
        </p:nvSpPr>
        <p:spPr>
          <a:xfrm>
            <a:off x="4694941" y="3339180"/>
            <a:ext cx="4144092" cy="0"/>
          </a:xfrm>
          <a:prstGeom prst="line">
            <a:avLst/>
          </a:prstGeom>
          <a:ln w="12700">
            <a:solidFill>
              <a:srgbClr val="FCFAF1">
                <a:alpha val="20000"/>
              </a:srgbClr>
            </a:solidFill>
            <a:miter lim="400000"/>
          </a:ln>
        </p:spPr>
        <p:txBody>
          <a:bodyPr lIns="19050" tIns="19050" rIns="19050" bIns="19050" anchor="ctr"/>
          <a:lstStyle/>
          <a:p>
            <a:endParaRPr sz="422"/>
          </a:p>
        </p:txBody>
      </p:sp>
      <p:pic>
        <p:nvPicPr>
          <p:cNvPr id="8" name="CGC logo white.png" descr="CGC logo white.png">
            <a:extLst>
              <a:ext uri="{FF2B5EF4-FFF2-40B4-BE49-F238E27FC236}">
                <a16:creationId xmlns:a16="http://schemas.microsoft.com/office/drawing/2014/main" id="{3BEA06A2-11BA-4D5A-FFAE-76B5B1DB2A44}"/>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285750" y="285750"/>
            <a:ext cx="1152091" cy="199818"/>
          </a:xfrm>
          <a:prstGeom prst="rect">
            <a:avLst/>
          </a:prstGeom>
          <a:ln w="12700">
            <a:miter lim="400000"/>
          </a:ln>
        </p:spPr>
      </p:pic>
      <p:sp>
        <p:nvSpPr>
          <p:cNvPr id="9" name="Text Placeholder 14">
            <a:extLst>
              <a:ext uri="{FF2B5EF4-FFF2-40B4-BE49-F238E27FC236}">
                <a16:creationId xmlns:a16="http://schemas.microsoft.com/office/drawing/2014/main" id="{D953348D-AF87-F426-D967-3EEA1D4226FE}"/>
              </a:ext>
            </a:extLst>
          </p:cNvPr>
          <p:cNvSpPr>
            <a:spLocks noGrp="1"/>
          </p:cNvSpPr>
          <p:nvPr>
            <p:ph type="body" sz="quarter" idx="23" hasCustomPrompt="1"/>
          </p:nvPr>
        </p:nvSpPr>
        <p:spPr>
          <a:xfrm>
            <a:off x="7020899" y="2321177"/>
            <a:ext cx="1725528" cy="700680"/>
          </a:xfrm>
        </p:spPr>
        <p:txBody>
          <a:bodyPr tIns="0" rIns="0" bIns="0" anchor="b">
            <a:noAutofit/>
          </a:bodyPr>
          <a:lstStyle>
            <a:lvl1pPr marL="0" indent="0">
              <a:lnSpc>
                <a:spcPct val="80000"/>
              </a:lnSpc>
              <a:buNone/>
              <a:defRPr sz="1200">
                <a:solidFill>
                  <a:schemeClr val="bg1"/>
                </a:solidFill>
              </a:defRPr>
            </a:lvl1pPr>
          </a:lstStyle>
          <a:p>
            <a:pPr lvl="0"/>
            <a:r>
              <a:rPr lang="en-US"/>
              <a:t>text</a:t>
            </a:r>
          </a:p>
        </p:txBody>
      </p:sp>
      <p:sp>
        <p:nvSpPr>
          <p:cNvPr id="10" name="Text Placeholder 6">
            <a:extLst>
              <a:ext uri="{FF2B5EF4-FFF2-40B4-BE49-F238E27FC236}">
                <a16:creationId xmlns:a16="http://schemas.microsoft.com/office/drawing/2014/main" id="{2D7746F6-DB34-FEA8-0EE1-1FB477A8D4B0}"/>
              </a:ext>
            </a:extLst>
          </p:cNvPr>
          <p:cNvSpPr>
            <a:spLocks noGrp="1"/>
          </p:cNvSpPr>
          <p:nvPr>
            <p:ph type="body" sz="quarter" idx="29" hasCustomPrompt="1"/>
          </p:nvPr>
        </p:nvSpPr>
        <p:spPr>
          <a:xfrm>
            <a:off x="4572000" y="1665754"/>
            <a:ext cx="2887779" cy="1611782"/>
          </a:xfrm>
          <a:prstGeom prst="rect">
            <a:avLst/>
          </a:prstGeom>
        </p:spPr>
        <p:txBody>
          <a:bodyPr tIns="0" rIns="0" bIns="0" anchor="b">
            <a:noAutofit/>
          </a:bodyPr>
          <a:lstStyle>
            <a:lvl1pPr marL="0" indent="0">
              <a:lnSpc>
                <a:spcPct val="70000"/>
              </a:lnSpc>
              <a:buNone/>
              <a:defRPr sz="11200">
                <a:solidFill>
                  <a:schemeClr val="accent3"/>
                </a:solidFill>
                <a:latin typeface="+mj-lt"/>
              </a:defRPr>
            </a:lvl1pPr>
          </a:lstStyle>
          <a:p>
            <a:pPr lvl="0"/>
            <a:r>
              <a:rPr lang="en-US"/>
              <a:t>00%</a:t>
            </a:r>
          </a:p>
        </p:txBody>
      </p:sp>
      <p:sp>
        <p:nvSpPr>
          <p:cNvPr id="11" name="Text Placeholder 14">
            <a:extLst>
              <a:ext uri="{FF2B5EF4-FFF2-40B4-BE49-F238E27FC236}">
                <a16:creationId xmlns:a16="http://schemas.microsoft.com/office/drawing/2014/main" id="{2841A0DB-504F-7E63-1757-E278F0C2F265}"/>
              </a:ext>
            </a:extLst>
          </p:cNvPr>
          <p:cNvSpPr>
            <a:spLocks noGrp="1"/>
          </p:cNvSpPr>
          <p:nvPr>
            <p:ph type="body" sz="quarter" idx="30" hasCustomPrompt="1"/>
          </p:nvPr>
        </p:nvSpPr>
        <p:spPr>
          <a:xfrm>
            <a:off x="7020899" y="4139928"/>
            <a:ext cx="1725528" cy="700680"/>
          </a:xfrm>
        </p:spPr>
        <p:txBody>
          <a:bodyPr tIns="0" rIns="0" bIns="0" anchor="b">
            <a:noAutofit/>
          </a:bodyPr>
          <a:lstStyle>
            <a:lvl1pPr marL="0" indent="0">
              <a:lnSpc>
                <a:spcPct val="80000"/>
              </a:lnSpc>
              <a:buNone/>
              <a:defRPr sz="1200">
                <a:solidFill>
                  <a:schemeClr val="bg1"/>
                </a:solidFill>
              </a:defRPr>
            </a:lvl1pPr>
          </a:lstStyle>
          <a:p>
            <a:pPr lvl="0"/>
            <a:r>
              <a:rPr lang="en-US"/>
              <a:t>text</a:t>
            </a:r>
          </a:p>
        </p:txBody>
      </p:sp>
      <p:sp>
        <p:nvSpPr>
          <p:cNvPr id="12" name="Text Placeholder 6">
            <a:extLst>
              <a:ext uri="{FF2B5EF4-FFF2-40B4-BE49-F238E27FC236}">
                <a16:creationId xmlns:a16="http://schemas.microsoft.com/office/drawing/2014/main" id="{53E941AF-584D-5ACE-2660-6294368FE852}"/>
              </a:ext>
            </a:extLst>
          </p:cNvPr>
          <p:cNvSpPr>
            <a:spLocks noGrp="1"/>
          </p:cNvSpPr>
          <p:nvPr>
            <p:ph type="body" sz="quarter" idx="31" hasCustomPrompt="1"/>
          </p:nvPr>
        </p:nvSpPr>
        <p:spPr>
          <a:xfrm>
            <a:off x="4572000" y="3454361"/>
            <a:ext cx="2887779" cy="1611782"/>
          </a:xfrm>
          <a:prstGeom prst="rect">
            <a:avLst/>
          </a:prstGeom>
        </p:spPr>
        <p:txBody>
          <a:bodyPr tIns="0" rIns="0" bIns="0" anchor="b">
            <a:noAutofit/>
          </a:bodyPr>
          <a:lstStyle>
            <a:lvl1pPr marL="0" indent="0">
              <a:lnSpc>
                <a:spcPct val="70000"/>
              </a:lnSpc>
              <a:buNone/>
              <a:defRPr sz="11200">
                <a:solidFill>
                  <a:schemeClr val="accent3"/>
                </a:solidFill>
                <a:latin typeface="+mj-lt"/>
              </a:defRPr>
            </a:lvl1pPr>
          </a:lstStyle>
          <a:p>
            <a:pPr lvl="0"/>
            <a:r>
              <a:rPr lang="en-US"/>
              <a:t>00%</a:t>
            </a:r>
          </a:p>
        </p:txBody>
      </p:sp>
      <p:sp>
        <p:nvSpPr>
          <p:cNvPr id="13" name="Text Placeholder 6">
            <a:extLst>
              <a:ext uri="{FF2B5EF4-FFF2-40B4-BE49-F238E27FC236}">
                <a16:creationId xmlns:a16="http://schemas.microsoft.com/office/drawing/2014/main" id="{A7530B34-F1BA-0E49-8E38-4125DB5AF131}"/>
              </a:ext>
            </a:extLst>
          </p:cNvPr>
          <p:cNvSpPr>
            <a:spLocks noGrp="1"/>
          </p:cNvSpPr>
          <p:nvPr>
            <p:ph type="body" sz="quarter" idx="22" hasCustomPrompt="1"/>
          </p:nvPr>
        </p:nvSpPr>
        <p:spPr>
          <a:xfrm>
            <a:off x="301323" y="3907419"/>
            <a:ext cx="3850640" cy="1021767"/>
          </a:xfrm>
          <a:prstGeom prst="rect">
            <a:avLst/>
          </a:prstGeom>
        </p:spPr>
        <p:txBody>
          <a:bodyPr lIns="0" tIns="0" rIns="0" bIns="0" anchor="b">
            <a:noAutofit/>
          </a:bodyPr>
          <a:lstStyle>
            <a:lvl1pPr marL="0" indent="0">
              <a:lnSpc>
                <a:spcPct val="70000"/>
              </a:lnSpc>
              <a:buNone/>
              <a:defRPr sz="3000">
                <a:solidFill>
                  <a:schemeClr val="bg1"/>
                </a:solidFill>
                <a:latin typeface="Lora" pitchFamily="2" charset="77"/>
              </a:defRPr>
            </a:lvl1pPr>
          </a:lstStyle>
          <a:p>
            <a:pPr lvl="0"/>
            <a:r>
              <a:rPr lang="en-US"/>
              <a:t>Title</a:t>
            </a:r>
          </a:p>
        </p:txBody>
      </p:sp>
    </p:spTree>
    <p:extLst>
      <p:ext uri="{BB962C8B-B14F-4D97-AF65-F5344CB8AC3E}">
        <p14:creationId xmlns:p14="http://schemas.microsoft.com/office/powerpoint/2010/main" val="3366235842"/>
      </p:ext>
    </p:extLst>
  </p:cSld>
  <p:clrMapOvr>
    <a:masterClrMapping/>
  </p:clrMapOvr>
  <p:transition spd="med"/>
</p:sldLayout>
</file>

<file path=ppt/slideLayouts/slideLayout95.xml><?xml version="1.0" encoding="utf-8"?>
<p:sldLayout xmlns:a="http://schemas.openxmlformats.org/drawingml/2006/main" xmlns:r="http://schemas.openxmlformats.org/officeDocument/2006/relationships" xmlns:p="http://schemas.openxmlformats.org/presentationml/2006/main" showMasterSp="0" preserve="1" userDrawn="1">
  <p:cSld name="Divider 1">
    <p:bg>
      <p:bgPr>
        <a:solidFill>
          <a:srgbClr val="0143FD"/>
        </a:solidFill>
        <a:effectLst/>
      </p:bgPr>
    </p:bg>
    <p:spTree>
      <p:nvGrpSpPr>
        <p:cNvPr id="1" name=""/>
        <p:cNvGrpSpPr/>
        <p:nvPr/>
      </p:nvGrpSpPr>
      <p:grpSpPr>
        <a:xfrm>
          <a:off x="0" y="0"/>
          <a:ext cx="0" cy="0"/>
          <a:chOff x="0" y="0"/>
          <a:chExt cx="0" cy="0"/>
        </a:xfrm>
      </p:grpSpPr>
      <p:pic>
        <p:nvPicPr>
          <p:cNvPr id="3" name="CGC logo white.png" descr="CGC logo white.png">
            <a:extLst>
              <a:ext uri="{FF2B5EF4-FFF2-40B4-BE49-F238E27FC236}">
                <a16:creationId xmlns:a16="http://schemas.microsoft.com/office/drawing/2014/main" id="{29CEE4A7-7864-EBE3-4582-0073BA645EDC}"/>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285750" y="285750"/>
            <a:ext cx="1152091" cy="199818"/>
          </a:xfrm>
          <a:prstGeom prst="rect">
            <a:avLst/>
          </a:prstGeom>
          <a:ln w="12700">
            <a:miter lim="400000"/>
          </a:ln>
        </p:spPr>
      </p:pic>
      <p:pic>
        <p:nvPicPr>
          <p:cNvPr id="2" name="shape-2-yellow.svg" descr="shape-2-yellow.svg">
            <a:extLst>
              <a:ext uri="{FF2B5EF4-FFF2-40B4-BE49-F238E27FC236}">
                <a16:creationId xmlns:a16="http://schemas.microsoft.com/office/drawing/2014/main" id="{C3C8F0B4-B26F-4232-4625-6D382D0D19CC}"/>
              </a:ext>
            </a:extLst>
          </p:cNvPr>
          <p:cNvPicPr>
            <a:picLocks noChangeAspect="1"/>
          </p:cNvPicPr>
          <p:nvPr userDrawn="1"/>
        </p:nvPicPr>
        <p:blipFill rotWithShape="1">
          <a:blip r:embed="rId3" cstate="hqprint">
            <a:extLst>
              <a:ext uri="{28A0092B-C50C-407E-A947-70E740481C1C}">
                <a14:useLocalDpi xmlns:a14="http://schemas.microsoft.com/office/drawing/2010/main"/>
              </a:ext>
            </a:extLst>
          </a:blip>
          <a:srcRect/>
          <a:stretch>
            <a:fillRect/>
          </a:stretch>
        </p:blipFill>
        <p:spPr>
          <a:xfrm>
            <a:off x="1008056" y="0"/>
            <a:ext cx="7127888" cy="5143500"/>
          </a:xfrm>
          <a:prstGeom prst="rect">
            <a:avLst/>
          </a:prstGeom>
          <a:ln w="12700">
            <a:miter lim="400000"/>
          </a:ln>
        </p:spPr>
      </p:pic>
    </p:spTree>
    <p:extLst>
      <p:ext uri="{BB962C8B-B14F-4D97-AF65-F5344CB8AC3E}">
        <p14:creationId xmlns:p14="http://schemas.microsoft.com/office/powerpoint/2010/main" val="768633851"/>
      </p:ext>
    </p:extLst>
  </p:cSld>
  <p:clrMapOvr>
    <a:masterClrMapping/>
  </p:clrMapOvr>
  <p:transition spd="med"/>
</p:sldLayout>
</file>

<file path=ppt/slideLayouts/slideLayout96.xml><?xml version="1.0" encoding="utf-8"?>
<p:sldLayout xmlns:a="http://schemas.openxmlformats.org/drawingml/2006/main" xmlns:r="http://schemas.openxmlformats.org/officeDocument/2006/relationships" xmlns:p="http://schemas.openxmlformats.org/presentationml/2006/main" showMasterSp="0" preserve="1" userDrawn="1">
  <p:cSld name="Divider 2">
    <p:bg>
      <p:bgPr>
        <a:solidFill>
          <a:srgbClr val="0143FD"/>
        </a:solidFill>
        <a:effectLst/>
      </p:bgPr>
    </p:bg>
    <p:spTree>
      <p:nvGrpSpPr>
        <p:cNvPr id="1" name=""/>
        <p:cNvGrpSpPr/>
        <p:nvPr/>
      </p:nvGrpSpPr>
      <p:grpSpPr>
        <a:xfrm>
          <a:off x="0" y="0"/>
          <a:ext cx="0" cy="0"/>
          <a:chOff x="0" y="0"/>
          <a:chExt cx="0" cy="0"/>
        </a:xfrm>
      </p:grpSpPr>
      <p:pic>
        <p:nvPicPr>
          <p:cNvPr id="2" name="shape-1.svg" descr="shape-1.svg">
            <a:extLst>
              <a:ext uri="{FF2B5EF4-FFF2-40B4-BE49-F238E27FC236}">
                <a16:creationId xmlns:a16="http://schemas.microsoft.com/office/drawing/2014/main" id="{408486AA-42D4-95EA-D486-B2242B14F789}"/>
              </a:ext>
            </a:extLst>
          </p:cNvPr>
          <p:cNvPicPr>
            <a:picLocks noChangeAspect="1"/>
          </p:cNvPicPr>
          <p:nvPr userDrawn="1"/>
        </p:nvPicPr>
        <p:blipFill>
          <a:blip r:embed="rId2" cstate="hqprint">
            <a:extLst>
              <a:ext uri="{28A0092B-C50C-407E-A947-70E740481C1C}">
                <a14:useLocalDpi xmlns:a14="http://schemas.microsoft.com/office/drawing/2010/main"/>
              </a:ext>
            </a:extLst>
          </a:blip>
          <a:srcRect/>
          <a:stretch>
            <a:fillRect/>
          </a:stretch>
        </p:blipFill>
        <p:spPr>
          <a:xfrm>
            <a:off x="-912465" y="-1"/>
            <a:ext cx="8340029" cy="5143501"/>
          </a:xfrm>
          <a:prstGeom prst="rect">
            <a:avLst/>
          </a:prstGeom>
          <a:ln w="12700">
            <a:miter lim="400000"/>
          </a:ln>
        </p:spPr>
      </p:pic>
      <p:pic>
        <p:nvPicPr>
          <p:cNvPr id="5" name="CGC logo black.png" descr="CGC logo black.png">
            <a:extLst>
              <a:ext uri="{FF2B5EF4-FFF2-40B4-BE49-F238E27FC236}">
                <a16:creationId xmlns:a16="http://schemas.microsoft.com/office/drawing/2014/main" id="{5C449BB9-447F-F90F-F0A4-5C285B9CA757}"/>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285750" y="285750"/>
            <a:ext cx="1152525" cy="199894"/>
          </a:xfrm>
          <a:prstGeom prst="rect">
            <a:avLst/>
          </a:prstGeom>
          <a:ln w="12700">
            <a:miter lim="400000"/>
          </a:ln>
        </p:spPr>
      </p:pic>
    </p:spTree>
    <p:extLst>
      <p:ext uri="{BB962C8B-B14F-4D97-AF65-F5344CB8AC3E}">
        <p14:creationId xmlns:p14="http://schemas.microsoft.com/office/powerpoint/2010/main" val="2791952024"/>
      </p:ext>
    </p:extLst>
  </p:cSld>
  <p:clrMapOvr>
    <a:masterClrMapping/>
  </p:clrMapOvr>
  <p:transition spd="med"/>
</p:sldLayout>
</file>

<file path=ppt/slideLayouts/slideLayout97.xml><?xml version="1.0" encoding="utf-8"?>
<p:sldLayout xmlns:a="http://schemas.openxmlformats.org/drawingml/2006/main" xmlns:r="http://schemas.openxmlformats.org/officeDocument/2006/relationships" xmlns:p="http://schemas.openxmlformats.org/presentationml/2006/main" showMasterSp="0" preserve="1" userDrawn="1">
  <p:cSld name="Divider 3">
    <p:bg>
      <p:bgPr>
        <a:solidFill>
          <a:srgbClr val="730B39"/>
        </a:solidFill>
        <a:effectLst/>
      </p:bgPr>
    </p:bg>
    <p:spTree>
      <p:nvGrpSpPr>
        <p:cNvPr id="1" name=""/>
        <p:cNvGrpSpPr/>
        <p:nvPr/>
      </p:nvGrpSpPr>
      <p:grpSpPr>
        <a:xfrm>
          <a:off x="0" y="0"/>
          <a:ext cx="0" cy="0"/>
          <a:chOff x="0" y="0"/>
          <a:chExt cx="0" cy="0"/>
        </a:xfrm>
      </p:grpSpPr>
      <p:pic>
        <p:nvPicPr>
          <p:cNvPr id="8" name="CGC logo white.png" descr="CGC logo white.png">
            <a:extLst>
              <a:ext uri="{FF2B5EF4-FFF2-40B4-BE49-F238E27FC236}">
                <a16:creationId xmlns:a16="http://schemas.microsoft.com/office/drawing/2014/main" id="{3BEA06A2-11BA-4D5A-FFAE-76B5B1DB2A44}"/>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285750" y="285750"/>
            <a:ext cx="1152091" cy="199818"/>
          </a:xfrm>
          <a:prstGeom prst="rect">
            <a:avLst/>
          </a:prstGeom>
          <a:ln w="12700">
            <a:miter lim="400000"/>
          </a:ln>
        </p:spPr>
      </p:pic>
      <p:pic>
        <p:nvPicPr>
          <p:cNvPr id="3" name="Rectangle 352-2.svg" descr="Rectangle 352-2.svg">
            <a:extLst>
              <a:ext uri="{FF2B5EF4-FFF2-40B4-BE49-F238E27FC236}">
                <a16:creationId xmlns:a16="http://schemas.microsoft.com/office/drawing/2014/main" id="{79DE09A6-017E-FB00-F595-E3E37A9C53F3}"/>
              </a:ext>
            </a:extLst>
          </p:cNvPr>
          <p:cNvPicPr>
            <a:picLocks noChangeAspect="1"/>
          </p:cNvPicPr>
          <p:nvPr userDrawn="1"/>
        </p:nvPicPr>
        <p:blipFill>
          <a:blip r:embed="rId3" cstate="hqprint">
            <a:extLst>
              <a:ext uri="{28A0092B-C50C-407E-A947-70E740481C1C}">
                <a14:useLocalDpi xmlns:a14="http://schemas.microsoft.com/office/drawing/2010/main"/>
              </a:ext>
            </a:extLst>
          </a:blip>
          <a:srcRect/>
          <a:stretch>
            <a:fillRect/>
          </a:stretch>
        </p:blipFill>
        <p:spPr>
          <a:xfrm>
            <a:off x="898810" y="-1"/>
            <a:ext cx="7346380" cy="5143501"/>
          </a:xfrm>
          <a:prstGeom prst="rect">
            <a:avLst/>
          </a:prstGeom>
          <a:ln w="12700">
            <a:miter lim="400000"/>
          </a:ln>
        </p:spPr>
      </p:pic>
    </p:spTree>
    <p:extLst>
      <p:ext uri="{BB962C8B-B14F-4D97-AF65-F5344CB8AC3E}">
        <p14:creationId xmlns:p14="http://schemas.microsoft.com/office/powerpoint/2010/main" val="1081967217"/>
      </p:ext>
    </p:extLst>
  </p:cSld>
  <p:clrMapOvr>
    <a:masterClrMapping/>
  </p:clrMapOvr>
  <p:transition spd="med"/>
</p:sldLayout>
</file>

<file path=ppt/slideLayouts/slideLayout98.xml><?xml version="1.0" encoding="utf-8"?>
<p:sldLayout xmlns:a="http://schemas.openxmlformats.org/drawingml/2006/main" xmlns:r="http://schemas.openxmlformats.org/officeDocument/2006/relationships" xmlns:p="http://schemas.openxmlformats.org/presentationml/2006/main" showMasterSp="0" preserve="1" userDrawn="1">
  <p:cSld name="Divider 4">
    <p:bg>
      <p:bgPr>
        <a:solidFill>
          <a:srgbClr val="730B39"/>
        </a:solidFill>
        <a:effectLst/>
      </p:bgPr>
    </p:bg>
    <p:spTree>
      <p:nvGrpSpPr>
        <p:cNvPr id="1" name=""/>
        <p:cNvGrpSpPr/>
        <p:nvPr/>
      </p:nvGrpSpPr>
      <p:grpSpPr>
        <a:xfrm>
          <a:off x="0" y="0"/>
          <a:ext cx="0" cy="0"/>
          <a:chOff x="0" y="0"/>
          <a:chExt cx="0" cy="0"/>
        </a:xfrm>
      </p:grpSpPr>
      <p:pic>
        <p:nvPicPr>
          <p:cNvPr id="8" name="CGC logo white.png" descr="CGC logo white.png">
            <a:extLst>
              <a:ext uri="{FF2B5EF4-FFF2-40B4-BE49-F238E27FC236}">
                <a16:creationId xmlns:a16="http://schemas.microsoft.com/office/drawing/2014/main" id="{3BEA06A2-11BA-4D5A-FFAE-76B5B1DB2A44}"/>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285750" y="285750"/>
            <a:ext cx="1152091" cy="199818"/>
          </a:xfrm>
          <a:prstGeom prst="rect">
            <a:avLst/>
          </a:prstGeom>
          <a:ln w="12700">
            <a:miter lim="400000"/>
          </a:ln>
        </p:spPr>
      </p:pic>
      <p:pic>
        <p:nvPicPr>
          <p:cNvPr id="2" name="Rectangle 355-3.svg" descr="Rectangle 355-3.svg">
            <a:extLst>
              <a:ext uri="{FF2B5EF4-FFF2-40B4-BE49-F238E27FC236}">
                <a16:creationId xmlns:a16="http://schemas.microsoft.com/office/drawing/2014/main" id="{1DFC7C83-1F51-228B-353D-02A8F1C3F363}"/>
              </a:ext>
            </a:extLst>
          </p:cNvPr>
          <p:cNvPicPr>
            <a:picLocks noChangeAspect="1"/>
          </p:cNvPicPr>
          <p:nvPr userDrawn="1"/>
        </p:nvPicPr>
        <p:blipFill>
          <a:blip r:embed="rId3" cstate="hqprint">
            <a:extLst>
              <a:ext uri="{28A0092B-C50C-407E-A947-70E740481C1C}">
                <a14:useLocalDpi xmlns:a14="http://schemas.microsoft.com/office/drawing/2010/main"/>
              </a:ext>
            </a:extLst>
          </a:blip>
          <a:srcRect/>
          <a:stretch>
            <a:fillRect/>
          </a:stretch>
        </p:blipFill>
        <p:spPr>
          <a:xfrm>
            <a:off x="758858" y="0"/>
            <a:ext cx="7626284" cy="5143500"/>
          </a:xfrm>
          <a:prstGeom prst="rect">
            <a:avLst/>
          </a:prstGeom>
          <a:ln w="12700">
            <a:miter lim="400000"/>
          </a:ln>
        </p:spPr>
      </p:pic>
    </p:spTree>
    <p:extLst>
      <p:ext uri="{BB962C8B-B14F-4D97-AF65-F5344CB8AC3E}">
        <p14:creationId xmlns:p14="http://schemas.microsoft.com/office/powerpoint/2010/main" val="1867017947"/>
      </p:ext>
    </p:extLst>
  </p:cSld>
  <p:clrMapOvr>
    <a:masterClrMapping/>
  </p:clrMapOvr>
  <p:transition spd="med"/>
</p:sldLayout>
</file>

<file path=ppt/slideLayouts/slideLayout99.xml><?xml version="1.0" encoding="utf-8"?>
<p:sldLayout xmlns:a="http://schemas.openxmlformats.org/drawingml/2006/main" xmlns:r="http://schemas.openxmlformats.org/officeDocument/2006/relationships" xmlns:p="http://schemas.openxmlformats.org/presentationml/2006/main" showMasterSp="0" preserve="1" userDrawn="1">
  <p:cSld name="Divider 5">
    <p:bg>
      <p:bgPr>
        <a:solidFill>
          <a:srgbClr val="0F2240"/>
        </a:solidFill>
        <a:effectLst/>
      </p:bgPr>
    </p:bg>
    <p:spTree>
      <p:nvGrpSpPr>
        <p:cNvPr id="1" name=""/>
        <p:cNvGrpSpPr/>
        <p:nvPr/>
      </p:nvGrpSpPr>
      <p:grpSpPr>
        <a:xfrm>
          <a:off x="0" y="0"/>
          <a:ext cx="0" cy="0"/>
          <a:chOff x="0" y="0"/>
          <a:chExt cx="0" cy="0"/>
        </a:xfrm>
      </p:grpSpPr>
      <p:sp>
        <p:nvSpPr>
          <p:cNvPr id="58" name="Slide Number"/>
          <p:cNvSpPr txBox="1">
            <a:spLocks noGrp="1"/>
          </p:cNvSpPr>
          <p:nvPr>
            <p:ph type="sldNum" sz="quarter" idx="2"/>
          </p:nvPr>
        </p:nvSpPr>
        <p:spPr>
          <a:prstGeom prst="rect">
            <a:avLst/>
          </a:prstGeom>
        </p:spPr>
        <p:txBody>
          <a:bodyPr/>
          <a:lstStyle/>
          <a:p>
            <a:fld id="{86CB4B4D-7CA3-9044-876B-883B54F8677D}" type="slidenum">
              <a:t>‹#›</a:t>
            </a:fld>
            <a:endParaRPr/>
          </a:p>
        </p:txBody>
      </p:sp>
      <p:pic>
        <p:nvPicPr>
          <p:cNvPr id="8" name="CGC logo white.png" descr="CGC logo white.png">
            <a:extLst>
              <a:ext uri="{FF2B5EF4-FFF2-40B4-BE49-F238E27FC236}">
                <a16:creationId xmlns:a16="http://schemas.microsoft.com/office/drawing/2014/main" id="{3BEA06A2-11BA-4D5A-FFAE-76B5B1DB2A44}"/>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285750" y="285750"/>
            <a:ext cx="1152091" cy="199818"/>
          </a:xfrm>
          <a:prstGeom prst="rect">
            <a:avLst/>
          </a:prstGeom>
          <a:ln w="12700">
            <a:miter lim="400000"/>
          </a:ln>
        </p:spPr>
      </p:pic>
      <p:pic>
        <p:nvPicPr>
          <p:cNvPr id="3" name="Ellipse 2-3.svg" descr="Ellipse 2-3.svg">
            <a:extLst>
              <a:ext uri="{FF2B5EF4-FFF2-40B4-BE49-F238E27FC236}">
                <a16:creationId xmlns:a16="http://schemas.microsoft.com/office/drawing/2014/main" id="{6CE3AE40-2016-A2D2-2B91-9074A433B74A}"/>
              </a:ext>
            </a:extLst>
          </p:cNvPr>
          <p:cNvPicPr>
            <a:picLocks noChangeAspect="1"/>
          </p:cNvPicPr>
          <p:nvPr userDrawn="1"/>
        </p:nvPicPr>
        <p:blipFill>
          <a:blip r:embed="rId3" cstate="hqprint">
            <a:extLst>
              <a:ext uri="{28A0092B-C50C-407E-A947-70E740481C1C}">
                <a14:useLocalDpi xmlns:a14="http://schemas.microsoft.com/office/drawing/2010/main"/>
              </a:ext>
            </a:extLst>
          </a:blip>
          <a:srcRect/>
          <a:stretch>
            <a:fillRect/>
          </a:stretch>
        </p:blipFill>
        <p:spPr>
          <a:xfrm>
            <a:off x="0" y="917959"/>
            <a:ext cx="9144000" cy="4225541"/>
          </a:xfrm>
          <a:prstGeom prst="rect">
            <a:avLst/>
          </a:prstGeom>
          <a:ln w="12700">
            <a:miter lim="400000"/>
          </a:ln>
        </p:spPr>
      </p:pic>
    </p:spTree>
    <p:extLst>
      <p:ext uri="{BB962C8B-B14F-4D97-AF65-F5344CB8AC3E}">
        <p14:creationId xmlns:p14="http://schemas.microsoft.com/office/powerpoint/2010/main" val="3934034644"/>
      </p:ext>
    </p:extLst>
  </p:cSld>
  <p:clrMapOvr>
    <a:masterClrMapping/>
  </p:clrMapOvr>
  <p:transition spd="med"/>
</p:sldLayout>
</file>

<file path=ppt/slideLayouts/slideLayout100.xml><?xml version="1.0" encoding="utf-8"?>
<p:sldLayout xmlns:a="http://schemas.openxmlformats.org/drawingml/2006/main" xmlns:r="http://schemas.openxmlformats.org/officeDocument/2006/relationships" xmlns:p="http://schemas.openxmlformats.org/presentationml/2006/main" showMasterSp="0" preserve="1" userDrawn="1">
  <p:cSld name="text left + image right">
    <p:bg>
      <p:bgPr>
        <a:solidFill>
          <a:srgbClr val="FDFAF2"/>
        </a:solidFill>
        <a:effectLst/>
      </p:bgPr>
    </p:bg>
    <p:spTree>
      <p:nvGrpSpPr>
        <p:cNvPr id="1" name=""/>
        <p:cNvGrpSpPr/>
        <p:nvPr/>
      </p:nvGrpSpPr>
      <p:grpSpPr>
        <a:xfrm>
          <a:off x="0" y="0"/>
          <a:ext cx="0" cy="0"/>
          <a:chOff x="0" y="0"/>
          <a:chExt cx="0" cy="0"/>
        </a:xfrm>
      </p:grpSpPr>
      <p:pic>
        <p:nvPicPr>
          <p:cNvPr id="65" name="CGC logo.png" descr="CGC logo.png"/>
          <p:cNvPicPr>
            <a:picLocks noChangeAspect="1"/>
          </p:cNvPicPr>
          <p:nvPr/>
        </p:nvPicPr>
        <p:blipFill>
          <a:blip r:embed="rId2" cstate="hqprint">
            <a:extLst>
              <a:ext uri="{28A0092B-C50C-407E-A947-70E740481C1C}">
                <a14:useLocalDpi xmlns:a14="http://schemas.microsoft.com/office/drawing/2010/main"/>
              </a:ext>
            </a:extLst>
          </a:blip>
          <a:stretch>
            <a:fillRect/>
          </a:stretch>
        </p:blipFill>
        <p:spPr>
          <a:xfrm>
            <a:off x="285750" y="285750"/>
            <a:ext cx="1152525" cy="199894"/>
          </a:xfrm>
          <a:prstGeom prst="rect">
            <a:avLst/>
          </a:prstGeom>
          <a:ln w="12700">
            <a:miter lim="400000"/>
          </a:ln>
        </p:spPr>
      </p:pic>
      <p:sp>
        <p:nvSpPr>
          <p:cNvPr id="66" name="Slide Number"/>
          <p:cNvSpPr txBox="1">
            <a:spLocks noGrp="1"/>
          </p:cNvSpPr>
          <p:nvPr>
            <p:ph type="sldNum" sz="quarter" idx="2"/>
          </p:nvPr>
        </p:nvSpPr>
        <p:spPr>
          <a:prstGeom prst="rect">
            <a:avLst/>
          </a:prstGeom>
        </p:spPr>
        <p:txBody>
          <a:bodyPr/>
          <a:lstStyle>
            <a:lvl1pPr>
              <a:defRPr>
                <a:solidFill>
                  <a:schemeClr val="tx1"/>
                </a:solidFill>
              </a:defRPr>
            </a:lvl1pPr>
          </a:lstStyle>
          <a:p>
            <a:fld id="{86CB4B4D-7CA3-9044-876B-883B54F8677D}" type="slidenum">
              <a:rPr lang="en-GB" smtClean="0"/>
              <a:pPr/>
              <a:t>‹#›</a:t>
            </a:fld>
            <a:endParaRPr lang="en-GB"/>
          </a:p>
        </p:txBody>
      </p:sp>
      <p:sp>
        <p:nvSpPr>
          <p:cNvPr id="7" name="Text Placeholder 14">
            <a:extLst>
              <a:ext uri="{FF2B5EF4-FFF2-40B4-BE49-F238E27FC236}">
                <a16:creationId xmlns:a16="http://schemas.microsoft.com/office/drawing/2014/main" id="{2D53EDEB-3EB4-CF5B-E7BB-083C7EA7F0B2}"/>
              </a:ext>
            </a:extLst>
          </p:cNvPr>
          <p:cNvSpPr>
            <a:spLocks noGrp="1"/>
          </p:cNvSpPr>
          <p:nvPr>
            <p:ph type="body" sz="quarter" idx="23" hasCustomPrompt="1"/>
          </p:nvPr>
        </p:nvSpPr>
        <p:spPr>
          <a:xfrm>
            <a:off x="681950" y="1706082"/>
            <a:ext cx="3479800" cy="700680"/>
          </a:xfrm>
        </p:spPr>
        <p:txBody>
          <a:bodyPr lIns="0" tIns="0" rIns="0" bIns="0" anchor="b">
            <a:noAutofit/>
          </a:bodyPr>
          <a:lstStyle>
            <a:lvl1pPr marL="0" indent="0">
              <a:lnSpc>
                <a:spcPct val="90000"/>
              </a:lnSpc>
              <a:spcBef>
                <a:spcPts val="600"/>
              </a:spcBef>
              <a:buNone/>
              <a:defRPr sz="2300">
                <a:solidFill>
                  <a:schemeClr val="tx1"/>
                </a:solidFill>
              </a:defRPr>
            </a:lvl1pPr>
          </a:lstStyle>
          <a:p>
            <a:pPr lvl="0"/>
            <a:r>
              <a:rPr lang="en-US"/>
              <a:t>text</a:t>
            </a:r>
          </a:p>
        </p:txBody>
      </p:sp>
      <p:sp>
        <p:nvSpPr>
          <p:cNvPr id="8" name="Text Placeholder 14">
            <a:extLst>
              <a:ext uri="{FF2B5EF4-FFF2-40B4-BE49-F238E27FC236}">
                <a16:creationId xmlns:a16="http://schemas.microsoft.com/office/drawing/2014/main" id="{B29DC10B-64B8-2FA4-6D5F-C8DF0B39C78E}"/>
              </a:ext>
            </a:extLst>
          </p:cNvPr>
          <p:cNvSpPr>
            <a:spLocks noGrp="1"/>
          </p:cNvSpPr>
          <p:nvPr>
            <p:ph type="body" sz="quarter" idx="24" hasCustomPrompt="1"/>
          </p:nvPr>
        </p:nvSpPr>
        <p:spPr>
          <a:xfrm>
            <a:off x="681949" y="2501918"/>
            <a:ext cx="3479801" cy="1125282"/>
          </a:xfrm>
        </p:spPr>
        <p:txBody>
          <a:bodyPr lIns="0" tIns="0" rIns="0" bIns="0" anchor="t">
            <a:noAutofit/>
          </a:bodyPr>
          <a:lstStyle>
            <a:lvl1pPr marL="0" indent="0">
              <a:lnSpc>
                <a:spcPct val="120000"/>
              </a:lnSpc>
              <a:spcBef>
                <a:spcPts val="600"/>
              </a:spcBef>
              <a:buNone/>
              <a:defRPr sz="900">
                <a:solidFill>
                  <a:schemeClr val="tx1"/>
                </a:solidFill>
              </a:defRPr>
            </a:lvl1pPr>
          </a:lstStyle>
          <a:p>
            <a:pPr lvl="0"/>
            <a:r>
              <a:rPr lang="en-US"/>
              <a:t>text</a:t>
            </a:r>
          </a:p>
        </p:txBody>
      </p:sp>
      <p:sp>
        <p:nvSpPr>
          <p:cNvPr id="4" name="Picture Placeholder 2">
            <a:extLst>
              <a:ext uri="{FF2B5EF4-FFF2-40B4-BE49-F238E27FC236}">
                <a16:creationId xmlns:a16="http://schemas.microsoft.com/office/drawing/2014/main" id="{42C7E378-69E6-B6BB-2DA7-9E51A39524CF}"/>
              </a:ext>
            </a:extLst>
          </p:cNvPr>
          <p:cNvSpPr>
            <a:spLocks noGrp="1"/>
          </p:cNvSpPr>
          <p:nvPr>
            <p:ph type="pic" sz="quarter" idx="25"/>
          </p:nvPr>
        </p:nvSpPr>
        <p:spPr>
          <a:xfrm>
            <a:off x="5590133" y="1249932"/>
            <a:ext cx="2096542" cy="2644206"/>
          </a:xfrm>
        </p:spPr>
        <p:txBody>
          <a:bodyPr/>
          <a:lstStyle/>
          <a:p>
            <a:endParaRPr lang="en-US"/>
          </a:p>
        </p:txBody>
      </p:sp>
    </p:spTree>
    <p:extLst>
      <p:ext uri="{BB962C8B-B14F-4D97-AF65-F5344CB8AC3E}">
        <p14:creationId xmlns:p14="http://schemas.microsoft.com/office/powerpoint/2010/main" val="1207743048"/>
      </p:ext>
    </p:extLst>
  </p:cSld>
  <p:clrMapOvr>
    <a:masterClrMapping/>
  </p:clrMapOvr>
  <p:transition spd="med"/>
</p:sldLayout>
</file>

<file path=ppt/slideLayouts/slideLayout101.xml><?xml version="1.0" encoding="utf-8"?>
<p:sldLayout xmlns:a="http://schemas.openxmlformats.org/drawingml/2006/main" xmlns:r="http://schemas.openxmlformats.org/officeDocument/2006/relationships" xmlns:p="http://schemas.openxmlformats.org/presentationml/2006/main" showMasterSp="0" preserve="1" userDrawn="1">
  <p:cSld name="text left + image on yellow shape right">
    <p:bg>
      <p:bgPr>
        <a:solidFill>
          <a:srgbClr val="FDFAF2"/>
        </a:solidFill>
        <a:effectLst/>
      </p:bgPr>
    </p:bg>
    <p:spTree>
      <p:nvGrpSpPr>
        <p:cNvPr id="1" name=""/>
        <p:cNvGrpSpPr/>
        <p:nvPr/>
      </p:nvGrpSpPr>
      <p:grpSpPr>
        <a:xfrm>
          <a:off x="0" y="0"/>
          <a:ext cx="0" cy="0"/>
          <a:chOff x="0" y="0"/>
          <a:chExt cx="0" cy="0"/>
        </a:xfrm>
      </p:grpSpPr>
      <p:pic>
        <p:nvPicPr>
          <p:cNvPr id="65" name="CGC logo.png" descr="CGC logo.png"/>
          <p:cNvPicPr>
            <a:picLocks noChangeAspect="1"/>
          </p:cNvPicPr>
          <p:nvPr/>
        </p:nvPicPr>
        <p:blipFill>
          <a:blip r:embed="rId2" cstate="hqprint">
            <a:extLst>
              <a:ext uri="{28A0092B-C50C-407E-A947-70E740481C1C}">
                <a14:useLocalDpi xmlns:a14="http://schemas.microsoft.com/office/drawing/2010/main"/>
              </a:ext>
            </a:extLst>
          </a:blip>
          <a:stretch>
            <a:fillRect/>
          </a:stretch>
        </p:blipFill>
        <p:spPr>
          <a:xfrm>
            <a:off x="285750" y="285750"/>
            <a:ext cx="1152525" cy="199894"/>
          </a:xfrm>
          <a:prstGeom prst="rect">
            <a:avLst/>
          </a:prstGeom>
          <a:ln w="12700">
            <a:miter lim="400000"/>
          </a:ln>
        </p:spPr>
      </p:pic>
      <p:sp>
        <p:nvSpPr>
          <p:cNvPr id="66" name="Slide Number"/>
          <p:cNvSpPr txBox="1">
            <a:spLocks noGrp="1"/>
          </p:cNvSpPr>
          <p:nvPr>
            <p:ph type="sldNum" sz="quarter" idx="2"/>
          </p:nvPr>
        </p:nvSpPr>
        <p:spPr>
          <a:prstGeom prst="rect">
            <a:avLst/>
          </a:prstGeom>
        </p:spPr>
        <p:txBody>
          <a:bodyPr/>
          <a:lstStyle>
            <a:lvl1pPr>
              <a:defRPr>
                <a:solidFill>
                  <a:schemeClr val="tx1"/>
                </a:solidFill>
              </a:defRPr>
            </a:lvl1pPr>
          </a:lstStyle>
          <a:p>
            <a:fld id="{86CB4B4D-7CA3-9044-876B-883B54F8677D}" type="slidenum">
              <a:rPr lang="en-GB" smtClean="0"/>
              <a:pPr/>
              <a:t>‹#›</a:t>
            </a:fld>
            <a:endParaRPr lang="en-GB"/>
          </a:p>
        </p:txBody>
      </p:sp>
      <p:grpSp>
        <p:nvGrpSpPr>
          <p:cNvPr id="6" name="Group">
            <a:extLst>
              <a:ext uri="{FF2B5EF4-FFF2-40B4-BE49-F238E27FC236}">
                <a16:creationId xmlns:a16="http://schemas.microsoft.com/office/drawing/2014/main" id="{B48A7C2C-C5BB-46E8-77C7-543C1B0EB866}"/>
              </a:ext>
            </a:extLst>
          </p:cNvPr>
          <p:cNvGrpSpPr/>
          <p:nvPr userDrawn="1"/>
        </p:nvGrpSpPr>
        <p:grpSpPr>
          <a:xfrm>
            <a:off x="5477999" y="2157127"/>
            <a:ext cx="3184615" cy="2342301"/>
            <a:chOff x="0" y="0"/>
            <a:chExt cx="6268502" cy="4610516"/>
          </a:xfrm>
        </p:grpSpPr>
        <p:sp>
          <p:nvSpPr>
            <p:cNvPr id="9" name="Oval">
              <a:extLst>
                <a:ext uri="{FF2B5EF4-FFF2-40B4-BE49-F238E27FC236}">
                  <a16:creationId xmlns:a16="http://schemas.microsoft.com/office/drawing/2014/main" id="{7A5CDB67-6845-E979-9FD9-C40FFC2567AA}"/>
                </a:ext>
              </a:extLst>
            </p:cNvPr>
            <p:cNvSpPr/>
            <p:nvPr/>
          </p:nvSpPr>
          <p:spPr>
            <a:xfrm>
              <a:off x="2301727" y="-1"/>
              <a:ext cx="3966776" cy="4610518"/>
            </a:xfrm>
            <a:prstGeom prst="ellipse">
              <a:avLst/>
            </a:prstGeom>
            <a:solidFill>
              <a:srgbClr val="E7E69F"/>
            </a:solidFill>
            <a:ln w="12700" cap="flat">
              <a:noFill/>
              <a:miter lim="400000"/>
            </a:ln>
            <a:effectLst/>
          </p:spPr>
          <p:txBody>
            <a:bodyPr wrap="square" lIns="19050" tIns="19050" rIns="19050" bIns="19050" numCol="1" anchor="ctr">
              <a:noAutofit/>
            </a:bodyPr>
            <a:lstStyle/>
            <a:p>
              <a:pPr algn="ctr" defTabSz="309563">
                <a:lnSpc>
                  <a:spcPct val="120000"/>
                </a:lnSpc>
                <a:spcBef>
                  <a:spcPts val="0"/>
                </a:spcBef>
                <a:defRPr cap="all">
                  <a:solidFill>
                    <a:srgbClr val="FFFFFF"/>
                  </a:solidFill>
                  <a:latin typeface="Proxima Nova Extrabold"/>
                  <a:ea typeface="Proxima Nova Extrabold"/>
                  <a:cs typeface="Proxima Nova Extrabold"/>
                  <a:sym typeface="Proxima Nova Extrabold"/>
                </a:defRPr>
              </a:pPr>
              <a:endParaRPr sz="422"/>
            </a:p>
          </p:txBody>
        </p:sp>
        <p:sp>
          <p:nvSpPr>
            <p:cNvPr id="11" name="Rectangle">
              <a:extLst>
                <a:ext uri="{FF2B5EF4-FFF2-40B4-BE49-F238E27FC236}">
                  <a16:creationId xmlns:a16="http://schemas.microsoft.com/office/drawing/2014/main" id="{F5DF4BC9-7BDD-5BB2-C91A-B791AF45CA4B}"/>
                </a:ext>
              </a:extLst>
            </p:cNvPr>
            <p:cNvSpPr/>
            <p:nvPr/>
          </p:nvSpPr>
          <p:spPr>
            <a:xfrm>
              <a:off x="0" y="0"/>
              <a:ext cx="4362489" cy="4610517"/>
            </a:xfrm>
            <a:prstGeom prst="rect">
              <a:avLst/>
            </a:prstGeom>
            <a:solidFill>
              <a:srgbClr val="E7E69F"/>
            </a:solidFill>
            <a:ln w="12700" cap="flat">
              <a:noFill/>
              <a:miter lim="400000"/>
            </a:ln>
            <a:effectLst/>
          </p:spPr>
          <p:txBody>
            <a:bodyPr wrap="square" lIns="19050" tIns="19050" rIns="19050" bIns="19050" numCol="1" anchor="ctr">
              <a:noAutofit/>
            </a:bodyPr>
            <a:lstStyle/>
            <a:p>
              <a:pPr algn="ctr" defTabSz="309563">
                <a:lnSpc>
                  <a:spcPct val="120000"/>
                </a:lnSpc>
                <a:spcBef>
                  <a:spcPts val="0"/>
                </a:spcBef>
                <a:defRPr cap="all">
                  <a:solidFill>
                    <a:srgbClr val="FFFFFF"/>
                  </a:solidFill>
                  <a:latin typeface="Proxima Nova Extrabold"/>
                  <a:ea typeface="Proxima Nova Extrabold"/>
                  <a:cs typeface="Proxima Nova Extrabold"/>
                  <a:sym typeface="Proxima Nova Extrabold"/>
                </a:defRPr>
              </a:pPr>
              <a:endParaRPr sz="422"/>
            </a:p>
          </p:txBody>
        </p:sp>
      </p:grpSp>
      <p:sp>
        <p:nvSpPr>
          <p:cNvPr id="3" name="Picture Placeholder 3">
            <a:extLst>
              <a:ext uri="{FF2B5EF4-FFF2-40B4-BE49-F238E27FC236}">
                <a16:creationId xmlns:a16="http://schemas.microsoft.com/office/drawing/2014/main" id="{30F159FC-A9FC-742E-320C-B40636BE8578}"/>
              </a:ext>
            </a:extLst>
          </p:cNvPr>
          <p:cNvSpPr>
            <a:spLocks noGrp="1"/>
          </p:cNvSpPr>
          <p:nvPr>
            <p:ph type="pic" sz="quarter" idx="15"/>
          </p:nvPr>
        </p:nvSpPr>
        <p:spPr>
          <a:xfrm>
            <a:off x="5225030" y="916464"/>
            <a:ext cx="2485847" cy="3267755"/>
          </a:xfrm>
        </p:spPr>
        <p:txBody>
          <a:bodyPr/>
          <a:lstStyle/>
          <a:p>
            <a:endParaRPr lang="en-US"/>
          </a:p>
        </p:txBody>
      </p:sp>
      <p:sp>
        <p:nvSpPr>
          <p:cNvPr id="4" name="Text Placeholder 14">
            <a:extLst>
              <a:ext uri="{FF2B5EF4-FFF2-40B4-BE49-F238E27FC236}">
                <a16:creationId xmlns:a16="http://schemas.microsoft.com/office/drawing/2014/main" id="{5D298AB4-6382-6351-94B0-48D666B8E4C3}"/>
              </a:ext>
            </a:extLst>
          </p:cNvPr>
          <p:cNvSpPr>
            <a:spLocks noGrp="1"/>
          </p:cNvSpPr>
          <p:nvPr>
            <p:ph type="body" sz="quarter" idx="23" hasCustomPrompt="1"/>
          </p:nvPr>
        </p:nvSpPr>
        <p:spPr>
          <a:xfrm>
            <a:off x="681950" y="1706082"/>
            <a:ext cx="3479800" cy="700680"/>
          </a:xfrm>
        </p:spPr>
        <p:txBody>
          <a:bodyPr lIns="0" tIns="0" rIns="0" bIns="0" anchor="b">
            <a:noAutofit/>
          </a:bodyPr>
          <a:lstStyle>
            <a:lvl1pPr marL="0" indent="0">
              <a:lnSpc>
                <a:spcPct val="90000"/>
              </a:lnSpc>
              <a:spcBef>
                <a:spcPts val="600"/>
              </a:spcBef>
              <a:buNone/>
              <a:defRPr sz="2300">
                <a:solidFill>
                  <a:schemeClr val="tx1"/>
                </a:solidFill>
              </a:defRPr>
            </a:lvl1pPr>
          </a:lstStyle>
          <a:p>
            <a:pPr lvl="0"/>
            <a:r>
              <a:rPr lang="en-US"/>
              <a:t>text</a:t>
            </a:r>
          </a:p>
        </p:txBody>
      </p:sp>
      <p:sp>
        <p:nvSpPr>
          <p:cNvPr id="5" name="Text Placeholder 14">
            <a:extLst>
              <a:ext uri="{FF2B5EF4-FFF2-40B4-BE49-F238E27FC236}">
                <a16:creationId xmlns:a16="http://schemas.microsoft.com/office/drawing/2014/main" id="{5D22C491-53AF-84B7-17BD-A5842EE4FAC2}"/>
              </a:ext>
            </a:extLst>
          </p:cNvPr>
          <p:cNvSpPr>
            <a:spLocks noGrp="1"/>
          </p:cNvSpPr>
          <p:nvPr>
            <p:ph type="body" sz="quarter" idx="24" hasCustomPrompt="1"/>
          </p:nvPr>
        </p:nvSpPr>
        <p:spPr>
          <a:xfrm>
            <a:off x="681949" y="2501918"/>
            <a:ext cx="3479801" cy="1125282"/>
          </a:xfrm>
        </p:spPr>
        <p:txBody>
          <a:bodyPr lIns="0" tIns="0" rIns="0" bIns="0" anchor="t">
            <a:noAutofit/>
          </a:bodyPr>
          <a:lstStyle>
            <a:lvl1pPr marL="0" indent="0">
              <a:lnSpc>
                <a:spcPct val="120000"/>
              </a:lnSpc>
              <a:spcBef>
                <a:spcPts val="600"/>
              </a:spcBef>
              <a:buNone/>
              <a:defRPr sz="900">
                <a:solidFill>
                  <a:schemeClr val="tx1"/>
                </a:solidFill>
              </a:defRPr>
            </a:lvl1pPr>
          </a:lstStyle>
          <a:p>
            <a:pPr lvl="0"/>
            <a:r>
              <a:rPr lang="en-US"/>
              <a:t>text</a:t>
            </a:r>
          </a:p>
        </p:txBody>
      </p:sp>
    </p:spTree>
    <p:extLst>
      <p:ext uri="{BB962C8B-B14F-4D97-AF65-F5344CB8AC3E}">
        <p14:creationId xmlns:p14="http://schemas.microsoft.com/office/powerpoint/2010/main" val="1867420307"/>
      </p:ext>
    </p:extLst>
  </p:cSld>
  <p:clrMapOvr>
    <a:masterClrMapping/>
  </p:clrMapOvr>
  <p:transition spd="med"/>
</p:sldLayout>
</file>

<file path=ppt/slideLayouts/slideLayout102.xml><?xml version="1.0" encoding="utf-8"?>
<p:sldLayout xmlns:a="http://schemas.openxmlformats.org/drawingml/2006/main" xmlns:r="http://schemas.openxmlformats.org/officeDocument/2006/relationships" xmlns:p="http://schemas.openxmlformats.org/presentationml/2006/main" showMasterSp="0" preserve="1" userDrawn="1">
  <p:cSld name="text left, full image right - dark blue">
    <p:bg>
      <p:bgPr>
        <a:solidFill>
          <a:srgbClr val="0F2240"/>
        </a:solidFill>
        <a:effectLst/>
      </p:bgPr>
    </p:bg>
    <p:spTree>
      <p:nvGrpSpPr>
        <p:cNvPr id="1" name=""/>
        <p:cNvGrpSpPr/>
        <p:nvPr/>
      </p:nvGrpSpPr>
      <p:grpSpPr>
        <a:xfrm>
          <a:off x="0" y="0"/>
          <a:ext cx="0" cy="0"/>
          <a:chOff x="0" y="0"/>
          <a:chExt cx="0" cy="0"/>
        </a:xfrm>
      </p:grpSpPr>
      <p:sp>
        <p:nvSpPr>
          <p:cNvPr id="66" name="Slide Number"/>
          <p:cNvSpPr txBox="1">
            <a:spLocks noGrp="1"/>
          </p:cNvSpPr>
          <p:nvPr>
            <p:ph type="sldNum" sz="quarter" idx="2"/>
          </p:nvPr>
        </p:nvSpPr>
        <p:spPr>
          <a:prstGeom prst="rect">
            <a:avLst/>
          </a:prstGeom>
        </p:spPr>
        <p:txBody>
          <a:bodyPr/>
          <a:lstStyle/>
          <a:p>
            <a:fld id="{86CB4B4D-7CA3-9044-876B-883B54F8677D}" type="slidenum">
              <a:t>‹#›</a:t>
            </a:fld>
            <a:endParaRPr/>
          </a:p>
        </p:txBody>
      </p:sp>
      <p:pic>
        <p:nvPicPr>
          <p:cNvPr id="2" name="image6.jpeg" descr="image6.jpeg">
            <a:extLst>
              <a:ext uri="{FF2B5EF4-FFF2-40B4-BE49-F238E27FC236}">
                <a16:creationId xmlns:a16="http://schemas.microsoft.com/office/drawing/2014/main" id="{F70AB0A8-4ABF-C0D0-1CAE-1493E853AF40}"/>
              </a:ext>
            </a:extLst>
          </p:cNvPr>
          <p:cNvPicPr>
            <a:picLocks noChangeAspect="1"/>
          </p:cNvPicPr>
          <p:nvPr userDrawn="1"/>
        </p:nvPicPr>
        <p:blipFill>
          <a:blip r:embed="rId2" cstate="hqprint">
            <a:extLst>
              <a:ext uri="{28A0092B-C50C-407E-A947-70E740481C1C}">
                <a14:useLocalDpi xmlns:a14="http://schemas.microsoft.com/office/drawing/2010/main"/>
              </a:ext>
            </a:extLst>
          </a:blip>
          <a:srcRect/>
          <a:stretch>
            <a:fillRect/>
          </a:stretch>
        </p:blipFill>
        <p:spPr>
          <a:xfrm>
            <a:off x="4168934" y="-447"/>
            <a:ext cx="4989240" cy="5144381"/>
          </a:xfrm>
          <a:prstGeom prst="rect">
            <a:avLst/>
          </a:prstGeom>
          <a:ln w="12700">
            <a:miter lim="400000"/>
          </a:ln>
        </p:spPr>
      </p:pic>
      <p:pic>
        <p:nvPicPr>
          <p:cNvPr id="4" name="CGC logo white.png" descr="CGC logo white.png">
            <a:extLst>
              <a:ext uri="{FF2B5EF4-FFF2-40B4-BE49-F238E27FC236}">
                <a16:creationId xmlns:a16="http://schemas.microsoft.com/office/drawing/2014/main" id="{1AFAFEE2-5253-317A-BE2B-7A3DFED7B941}"/>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285750" y="285750"/>
            <a:ext cx="1152091" cy="199818"/>
          </a:xfrm>
          <a:prstGeom prst="rect">
            <a:avLst/>
          </a:prstGeom>
          <a:ln w="12700">
            <a:miter lim="400000"/>
          </a:ln>
        </p:spPr>
      </p:pic>
      <p:sp>
        <p:nvSpPr>
          <p:cNvPr id="5" name="Text Placeholder 14">
            <a:extLst>
              <a:ext uri="{FF2B5EF4-FFF2-40B4-BE49-F238E27FC236}">
                <a16:creationId xmlns:a16="http://schemas.microsoft.com/office/drawing/2014/main" id="{5E2DD4A9-F0BB-306A-B08E-781F19CF30CC}"/>
              </a:ext>
            </a:extLst>
          </p:cNvPr>
          <p:cNvSpPr>
            <a:spLocks noGrp="1"/>
          </p:cNvSpPr>
          <p:nvPr>
            <p:ph type="body" sz="quarter" idx="23" hasCustomPrompt="1"/>
          </p:nvPr>
        </p:nvSpPr>
        <p:spPr>
          <a:xfrm>
            <a:off x="906440" y="964642"/>
            <a:ext cx="2389419" cy="1546813"/>
          </a:xfrm>
        </p:spPr>
        <p:txBody>
          <a:bodyPr lIns="0" tIns="0" rIns="0" bIns="0" anchor="b">
            <a:noAutofit/>
          </a:bodyPr>
          <a:lstStyle>
            <a:lvl1pPr marL="0" indent="0">
              <a:lnSpc>
                <a:spcPct val="90000"/>
              </a:lnSpc>
              <a:spcBef>
                <a:spcPts val="600"/>
              </a:spcBef>
              <a:buNone/>
              <a:defRPr sz="2300">
                <a:solidFill>
                  <a:schemeClr val="bg1"/>
                </a:solidFill>
              </a:defRPr>
            </a:lvl1pPr>
          </a:lstStyle>
          <a:p>
            <a:pPr lvl="0"/>
            <a:r>
              <a:rPr lang="en-US"/>
              <a:t>text</a:t>
            </a:r>
          </a:p>
        </p:txBody>
      </p:sp>
      <p:sp>
        <p:nvSpPr>
          <p:cNvPr id="10" name="Text Placeholder 14">
            <a:extLst>
              <a:ext uri="{FF2B5EF4-FFF2-40B4-BE49-F238E27FC236}">
                <a16:creationId xmlns:a16="http://schemas.microsoft.com/office/drawing/2014/main" id="{62AF82C4-18BB-C675-E7BD-EF80A83EB39F}"/>
              </a:ext>
            </a:extLst>
          </p:cNvPr>
          <p:cNvSpPr>
            <a:spLocks noGrp="1"/>
          </p:cNvSpPr>
          <p:nvPr>
            <p:ph type="body" sz="quarter" idx="24" hasCustomPrompt="1"/>
          </p:nvPr>
        </p:nvSpPr>
        <p:spPr>
          <a:xfrm>
            <a:off x="906440" y="2786774"/>
            <a:ext cx="2389419" cy="1700607"/>
          </a:xfrm>
        </p:spPr>
        <p:txBody>
          <a:bodyPr lIns="0" tIns="0" rIns="0" bIns="0" anchor="t">
            <a:noAutofit/>
          </a:bodyPr>
          <a:lstStyle>
            <a:lvl1pPr marL="0" indent="0">
              <a:lnSpc>
                <a:spcPct val="120000"/>
              </a:lnSpc>
              <a:spcBef>
                <a:spcPts val="600"/>
              </a:spcBef>
              <a:buNone/>
              <a:defRPr sz="900">
                <a:solidFill>
                  <a:schemeClr val="bg1"/>
                </a:solidFill>
              </a:defRPr>
            </a:lvl1pPr>
          </a:lstStyle>
          <a:p>
            <a:pPr lvl="0"/>
            <a:r>
              <a:rPr lang="en-US"/>
              <a:t>text</a:t>
            </a:r>
          </a:p>
        </p:txBody>
      </p:sp>
    </p:spTree>
    <p:extLst>
      <p:ext uri="{BB962C8B-B14F-4D97-AF65-F5344CB8AC3E}">
        <p14:creationId xmlns:p14="http://schemas.microsoft.com/office/powerpoint/2010/main" val="810420856"/>
      </p:ext>
    </p:extLst>
  </p:cSld>
  <p:clrMapOvr>
    <a:masterClrMapping/>
  </p:clrMapOvr>
  <p:transition spd="med"/>
</p:sldLayout>
</file>

<file path=ppt/slideLayouts/slideLayout103.xml><?xml version="1.0" encoding="utf-8"?>
<p:sldLayout xmlns:a="http://schemas.openxmlformats.org/drawingml/2006/main" xmlns:r="http://schemas.openxmlformats.org/officeDocument/2006/relationships" xmlns:p="http://schemas.openxmlformats.org/presentationml/2006/main" showMasterSp="0" preserve="1" userDrawn="1">
  <p:cSld name="title, numbered list left + image over shape right - light">
    <p:bg>
      <p:bgPr>
        <a:solidFill>
          <a:srgbClr val="FDFAF2"/>
        </a:solidFill>
        <a:effectLst/>
      </p:bgPr>
    </p:bg>
    <p:spTree>
      <p:nvGrpSpPr>
        <p:cNvPr id="1" name=""/>
        <p:cNvGrpSpPr/>
        <p:nvPr/>
      </p:nvGrpSpPr>
      <p:grpSpPr>
        <a:xfrm>
          <a:off x="0" y="0"/>
          <a:ext cx="0" cy="0"/>
          <a:chOff x="0" y="0"/>
          <a:chExt cx="0" cy="0"/>
        </a:xfrm>
      </p:grpSpPr>
      <p:pic>
        <p:nvPicPr>
          <p:cNvPr id="65" name="CGC logo.png" descr="CGC logo.png"/>
          <p:cNvPicPr>
            <a:picLocks noChangeAspect="1"/>
          </p:cNvPicPr>
          <p:nvPr/>
        </p:nvPicPr>
        <p:blipFill>
          <a:blip r:embed="rId2" cstate="hqprint">
            <a:extLst>
              <a:ext uri="{28A0092B-C50C-407E-A947-70E740481C1C}">
                <a14:useLocalDpi xmlns:a14="http://schemas.microsoft.com/office/drawing/2010/main"/>
              </a:ext>
            </a:extLst>
          </a:blip>
          <a:stretch>
            <a:fillRect/>
          </a:stretch>
        </p:blipFill>
        <p:spPr>
          <a:xfrm>
            <a:off x="285750" y="285750"/>
            <a:ext cx="1152525" cy="199894"/>
          </a:xfrm>
          <a:prstGeom prst="rect">
            <a:avLst/>
          </a:prstGeom>
          <a:ln w="12700">
            <a:miter lim="400000"/>
          </a:ln>
        </p:spPr>
      </p:pic>
      <p:sp>
        <p:nvSpPr>
          <p:cNvPr id="66" name="Slide Number"/>
          <p:cNvSpPr txBox="1">
            <a:spLocks noGrp="1"/>
          </p:cNvSpPr>
          <p:nvPr>
            <p:ph type="sldNum" sz="quarter" idx="2"/>
          </p:nvPr>
        </p:nvSpPr>
        <p:spPr>
          <a:prstGeom prst="rect">
            <a:avLst/>
          </a:prstGeom>
        </p:spPr>
        <p:txBody>
          <a:bodyPr/>
          <a:lstStyle>
            <a:lvl1pPr>
              <a:defRPr>
                <a:solidFill>
                  <a:schemeClr val="tx1"/>
                </a:solidFill>
              </a:defRPr>
            </a:lvl1pPr>
          </a:lstStyle>
          <a:p>
            <a:fld id="{86CB4B4D-7CA3-9044-876B-883B54F8677D}" type="slidenum">
              <a:rPr lang="en-GB" smtClean="0"/>
              <a:pPr/>
              <a:t>‹#›</a:t>
            </a:fld>
            <a:endParaRPr lang="en-GB"/>
          </a:p>
        </p:txBody>
      </p:sp>
      <p:sp>
        <p:nvSpPr>
          <p:cNvPr id="8" name="Text Placeholder 14">
            <a:extLst>
              <a:ext uri="{FF2B5EF4-FFF2-40B4-BE49-F238E27FC236}">
                <a16:creationId xmlns:a16="http://schemas.microsoft.com/office/drawing/2014/main" id="{B29DC10B-64B8-2FA4-6D5F-C8DF0B39C78E}"/>
              </a:ext>
            </a:extLst>
          </p:cNvPr>
          <p:cNvSpPr>
            <a:spLocks noGrp="1"/>
          </p:cNvSpPr>
          <p:nvPr>
            <p:ph type="body" sz="quarter" idx="24" hasCustomPrompt="1"/>
          </p:nvPr>
        </p:nvSpPr>
        <p:spPr>
          <a:xfrm>
            <a:off x="682373" y="2106269"/>
            <a:ext cx="2859619" cy="2485828"/>
          </a:xfrm>
        </p:spPr>
        <p:txBody>
          <a:bodyPr lIns="0" tIns="0" rIns="0" bIns="0" anchor="t">
            <a:noAutofit/>
          </a:bodyPr>
          <a:lstStyle>
            <a:lvl1pPr marL="228600" indent="-228600">
              <a:lnSpc>
                <a:spcPct val="130000"/>
              </a:lnSpc>
              <a:spcBef>
                <a:spcPts val="600"/>
              </a:spcBef>
              <a:buClr>
                <a:srgbClr val="0F2240"/>
              </a:buClr>
              <a:buSzPct val="100000"/>
              <a:buFont typeface="+mj-lt"/>
              <a:buAutoNum type="arabicPeriod"/>
              <a:defRPr sz="900">
                <a:solidFill>
                  <a:schemeClr val="tx1"/>
                </a:solidFill>
              </a:defRPr>
            </a:lvl1pPr>
          </a:lstStyle>
          <a:p>
            <a:pPr lvl="0"/>
            <a:r>
              <a:rPr lang="en-US"/>
              <a:t>Text</a:t>
            </a:r>
          </a:p>
        </p:txBody>
      </p:sp>
      <p:grpSp>
        <p:nvGrpSpPr>
          <p:cNvPr id="2" name="Group">
            <a:extLst>
              <a:ext uri="{FF2B5EF4-FFF2-40B4-BE49-F238E27FC236}">
                <a16:creationId xmlns:a16="http://schemas.microsoft.com/office/drawing/2014/main" id="{8059C15D-22A5-537C-3859-416EACDF8E81}"/>
              </a:ext>
            </a:extLst>
          </p:cNvPr>
          <p:cNvGrpSpPr/>
          <p:nvPr userDrawn="1"/>
        </p:nvGrpSpPr>
        <p:grpSpPr>
          <a:xfrm>
            <a:off x="5477999" y="2157128"/>
            <a:ext cx="2350689" cy="1728944"/>
            <a:chOff x="0" y="0"/>
            <a:chExt cx="6268502" cy="4610516"/>
          </a:xfrm>
        </p:grpSpPr>
        <p:sp>
          <p:nvSpPr>
            <p:cNvPr id="3" name="Oval">
              <a:extLst>
                <a:ext uri="{FF2B5EF4-FFF2-40B4-BE49-F238E27FC236}">
                  <a16:creationId xmlns:a16="http://schemas.microsoft.com/office/drawing/2014/main" id="{B05EAF7A-8138-7A57-21E2-D56D8287317A}"/>
                </a:ext>
              </a:extLst>
            </p:cNvPr>
            <p:cNvSpPr/>
            <p:nvPr/>
          </p:nvSpPr>
          <p:spPr>
            <a:xfrm>
              <a:off x="2301727" y="-1"/>
              <a:ext cx="3966776" cy="4610518"/>
            </a:xfrm>
            <a:prstGeom prst="ellipse">
              <a:avLst/>
            </a:prstGeom>
            <a:solidFill>
              <a:srgbClr val="E7E69F"/>
            </a:solidFill>
            <a:ln w="12700" cap="flat">
              <a:noFill/>
              <a:miter lim="400000"/>
            </a:ln>
            <a:effectLst/>
          </p:spPr>
          <p:txBody>
            <a:bodyPr wrap="square" lIns="19050" tIns="19050" rIns="19050" bIns="19050" numCol="1" anchor="ctr">
              <a:noAutofit/>
            </a:bodyPr>
            <a:lstStyle/>
            <a:p>
              <a:pPr algn="ctr" defTabSz="309563">
                <a:lnSpc>
                  <a:spcPct val="120000"/>
                </a:lnSpc>
                <a:spcBef>
                  <a:spcPts val="0"/>
                </a:spcBef>
                <a:defRPr cap="all">
                  <a:solidFill>
                    <a:srgbClr val="FFFFFF"/>
                  </a:solidFill>
                  <a:latin typeface="Proxima Nova Extrabold"/>
                  <a:ea typeface="Proxima Nova Extrabold"/>
                  <a:cs typeface="Proxima Nova Extrabold"/>
                  <a:sym typeface="Proxima Nova Extrabold"/>
                </a:defRPr>
              </a:pPr>
              <a:endParaRPr sz="422"/>
            </a:p>
          </p:txBody>
        </p:sp>
        <p:sp>
          <p:nvSpPr>
            <p:cNvPr id="4" name="Rectangle">
              <a:extLst>
                <a:ext uri="{FF2B5EF4-FFF2-40B4-BE49-F238E27FC236}">
                  <a16:creationId xmlns:a16="http://schemas.microsoft.com/office/drawing/2014/main" id="{B2C854AB-DE0C-2C69-BB32-051DCDB26982}"/>
                </a:ext>
              </a:extLst>
            </p:cNvPr>
            <p:cNvSpPr/>
            <p:nvPr/>
          </p:nvSpPr>
          <p:spPr>
            <a:xfrm>
              <a:off x="0" y="0"/>
              <a:ext cx="4362489" cy="4610517"/>
            </a:xfrm>
            <a:prstGeom prst="rect">
              <a:avLst/>
            </a:prstGeom>
            <a:solidFill>
              <a:srgbClr val="E7E69F"/>
            </a:solidFill>
            <a:ln w="12700" cap="flat">
              <a:noFill/>
              <a:miter lim="400000"/>
            </a:ln>
            <a:effectLst/>
          </p:spPr>
          <p:txBody>
            <a:bodyPr wrap="square" lIns="19050" tIns="19050" rIns="19050" bIns="19050" numCol="1" anchor="ctr">
              <a:noAutofit/>
            </a:bodyPr>
            <a:lstStyle/>
            <a:p>
              <a:pPr algn="ctr" defTabSz="309563">
                <a:lnSpc>
                  <a:spcPct val="120000"/>
                </a:lnSpc>
                <a:spcBef>
                  <a:spcPts val="0"/>
                </a:spcBef>
                <a:defRPr cap="all">
                  <a:solidFill>
                    <a:srgbClr val="FFFFFF"/>
                  </a:solidFill>
                  <a:latin typeface="Proxima Nova Extrabold"/>
                  <a:ea typeface="Proxima Nova Extrabold"/>
                  <a:cs typeface="Proxima Nova Extrabold"/>
                  <a:sym typeface="Proxima Nova Extrabold"/>
                </a:defRPr>
              </a:pPr>
              <a:endParaRPr sz="422"/>
            </a:p>
          </p:txBody>
        </p:sp>
      </p:grpSp>
      <p:sp>
        <p:nvSpPr>
          <p:cNvPr id="16" name="Text Placeholder 6">
            <a:extLst>
              <a:ext uri="{FF2B5EF4-FFF2-40B4-BE49-F238E27FC236}">
                <a16:creationId xmlns:a16="http://schemas.microsoft.com/office/drawing/2014/main" id="{B4A8DE5E-EA71-D55D-4C6E-88E1312C3F1C}"/>
              </a:ext>
            </a:extLst>
          </p:cNvPr>
          <p:cNvSpPr>
            <a:spLocks noGrp="1"/>
          </p:cNvSpPr>
          <p:nvPr>
            <p:ph type="body" sz="quarter" idx="22" hasCustomPrompt="1"/>
          </p:nvPr>
        </p:nvSpPr>
        <p:spPr>
          <a:xfrm>
            <a:off x="672325" y="859917"/>
            <a:ext cx="2859619" cy="1021767"/>
          </a:xfrm>
          <a:prstGeom prst="rect">
            <a:avLst/>
          </a:prstGeom>
        </p:spPr>
        <p:txBody>
          <a:bodyPr lIns="0" tIns="0" rIns="0" bIns="0" anchor="b">
            <a:noAutofit/>
          </a:bodyPr>
          <a:lstStyle>
            <a:lvl1pPr marL="0" indent="0">
              <a:lnSpc>
                <a:spcPct val="70000"/>
              </a:lnSpc>
              <a:buNone/>
              <a:defRPr sz="3000">
                <a:solidFill>
                  <a:schemeClr val="tx1"/>
                </a:solidFill>
                <a:latin typeface="+mj-lt"/>
              </a:defRPr>
            </a:lvl1pPr>
          </a:lstStyle>
          <a:p>
            <a:pPr lvl="0"/>
            <a:r>
              <a:rPr lang="en-US"/>
              <a:t>TITLE</a:t>
            </a:r>
          </a:p>
        </p:txBody>
      </p:sp>
      <p:sp>
        <p:nvSpPr>
          <p:cNvPr id="9" name="Picture Placeholder 2">
            <a:extLst>
              <a:ext uri="{FF2B5EF4-FFF2-40B4-BE49-F238E27FC236}">
                <a16:creationId xmlns:a16="http://schemas.microsoft.com/office/drawing/2014/main" id="{8DA9CE4B-DEA9-E277-E376-38ECAFFD9B8D}"/>
              </a:ext>
            </a:extLst>
          </p:cNvPr>
          <p:cNvSpPr>
            <a:spLocks noGrp="1"/>
          </p:cNvSpPr>
          <p:nvPr>
            <p:ph type="pic" sz="quarter" idx="25"/>
          </p:nvPr>
        </p:nvSpPr>
        <p:spPr>
          <a:xfrm>
            <a:off x="5063090" y="1257427"/>
            <a:ext cx="1844599" cy="2412058"/>
          </a:xfrm>
        </p:spPr>
        <p:txBody>
          <a:bodyPr/>
          <a:lstStyle/>
          <a:p>
            <a:endParaRPr lang="en-US"/>
          </a:p>
        </p:txBody>
      </p:sp>
    </p:spTree>
    <p:extLst>
      <p:ext uri="{BB962C8B-B14F-4D97-AF65-F5344CB8AC3E}">
        <p14:creationId xmlns:p14="http://schemas.microsoft.com/office/powerpoint/2010/main" val="331049310"/>
      </p:ext>
    </p:extLst>
  </p:cSld>
  <p:clrMapOvr>
    <a:masterClrMapping/>
  </p:clrMapOvr>
  <p:transition spd="med"/>
</p:sldLayout>
</file>

<file path=ppt/slideLayouts/slideLayout104.xml><?xml version="1.0" encoding="utf-8"?>
<p:sldLayout xmlns:a="http://schemas.openxmlformats.org/drawingml/2006/main" xmlns:r="http://schemas.openxmlformats.org/officeDocument/2006/relationships" xmlns:p="http://schemas.openxmlformats.org/presentationml/2006/main" showMasterSp="0" preserve="1" userDrawn="1">
  <p:cSld name="title, numbered list left + image over shape right - dark">
    <p:bg>
      <p:bgPr>
        <a:solidFill>
          <a:srgbClr val="0F2240"/>
        </a:solidFill>
        <a:effectLst/>
      </p:bgPr>
    </p:bg>
    <p:spTree>
      <p:nvGrpSpPr>
        <p:cNvPr id="1" name=""/>
        <p:cNvGrpSpPr/>
        <p:nvPr/>
      </p:nvGrpSpPr>
      <p:grpSpPr>
        <a:xfrm>
          <a:off x="0" y="0"/>
          <a:ext cx="0" cy="0"/>
          <a:chOff x="0" y="0"/>
          <a:chExt cx="0" cy="0"/>
        </a:xfrm>
      </p:grpSpPr>
      <p:sp>
        <p:nvSpPr>
          <p:cNvPr id="66" name="Slide Number"/>
          <p:cNvSpPr txBox="1">
            <a:spLocks noGrp="1"/>
          </p:cNvSpPr>
          <p:nvPr>
            <p:ph type="sldNum" sz="quarter" idx="2"/>
          </p:nvPr>
        </p:nvSpPr>
        <p:spPr>
          <a:prstGeom prst="rect">
            <a:avLst/>
          </a:prstGeom>
        </p:spPr>
        <p:txBody>
          <a:bodyPr/>
          <a:lstStyle>
            <a:lvl1pPr>
              <a:defRPr>
                <a:solidFill>
                  <a:schemeClr val="bg1"/>
                </a:solidFill>
              </a:defRPr>
            </a:lvl1pPr>
          </a:lstStyle>
          <a:p>
            <a:fld id="{86CB4B4D-7CA3-9044-876B-883B54F8677D}" type="slidenum">
              <a:rPr lang="en-GB" smtClean="0"/>
              <a:pPr/>
              <a:t>‹#›</a:t>
            </a:fld>
            <a:endParaRPr lang="en-GB"/>
          </a:p>
        </p:txBody>
      </p:sp>
      <p:pic>
        <p:nvPicPr>
          <p:cNvPr id="5" name="Rectangle burgundy.svg" descr="Rectangle burgundy.svg">
            <a:extLst>
              <a:ext uri="{FF2B5EF4-FFF2-40B4-BE49-F238E27FC236}">
                <a16:creationId xmlns:a16="http://schemas.microsoft.com/office/drawing/2014/main" id="{844A400C-9A83-8AA4-CFCA-DE9794DB8174}"/>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5101466" y="952500"/>
            <a:ext cx="3024188" cy="3238500"/>
          </a:xfrm>
          <a:prstGeom prst="rect">
            <a:avLst/>
          </a:prstGeom>
          <a:ln w="12700">
            <a:miter lim="400000"/>
          </a:ln>
        </p:spPr>
      </p:pic>
      <p:pic>
        <p:nvPicPr>
          <p:cNvPr id="10" name="CGC logo white.png" descr="CGC logo white.png">
            <a:extLst>
              <a:ext uri="{FF2B5EF4-FFF2-40B4-BE49-F238E27FC236}">
                <a16:creationId xmlns:a16="http://schemas.microsoft.com/office/drawing/2014/main" id="{72298F98-B4C8-43FE-3BF1-7CECBDFE3880}"/>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285750" y="285750"/>
            <a:ext cx="1152091" cy="199818"/>
          </a:xfrm>
          <a:prstGeom prst="rect">
            <a:avLst/>
          </a:prstGeom>
          <a:ln w="12700">
            <a:miter lim="400000"/>
          </a:ln>
        </p:spPr>
      </p:pic>
      <p:sp>
        <p:nvSpPr>
          <p:cNvPr id="3" name="Picture Placeholder 3">
            <a:extLst>
              <a:ext uri="{FF2B5EF4-FFF2-40B4-BE49-F238E27FC236}">
                <a16:creationId xmlns:a16="http://schemas.microsoft.com/office/drawing/2014/main" id="{42671B41-535D-F109-9D02-787902652E56}"/>
              </a:ext>
            </a:extLst>
          </p:cNvPr>
          <p:cNvSpPr>
            <a:spLocks noGrp="1"/>
          </p:cNvSpPr>
          <p:nvPr>
            <p:ph type="pic" sz="quarter" idx="15"/>
          </p:nvPr>
        </p:nvSpPr>
        <p:spPr>
          <a:xfrm>
            <a:off x="5053042" y="1365721"/>
            <a:ext cx="1844599" cy="2412058"/>
          </a:xfrm>
        </p:spPr>
        <p:txBody>
          <a:bodyPr/>
          <a:lstStyle/>
          <a:p>
            <a:endParaRPr lang="en-US"/>
          </a:p>
        </p:txBody>
      </p:sp>
      <p:sp>
        <p:nvSpPr>
          <p:cNvPr id="4" name="Text Placeholder 14">
            <a:extLst>
              <a:ext uri="{FF2B5EF4-FFF2-40B4-BE49-F238E27FC236}">
                <a16:creationId xmlns:a16="http://schemas.microsoft.com/office/drawing/2014/main" id="{92269894-93A5-2D1B-8294-D85DA45F1BCF}"/>
              </a:ext>
            </a:extLst>
          </p:cNvPr>
          <p:cNvSpPr>
            <a:spLocks noGrp="1"/>
          </p:cNvSpPr>
          <p:nvPr>
            <p:ph type="body" sz="quarter" idx="25" hasCustomPrompt="1"/>
          </p:nvPr>
        </p:nvSpPr>
        <p:spPr>
          <a:xfrm>
            <a:off x="682373" y="2106269"/>
            <a:ext cx="2859619" cy="2485828"/>
          </a:xfrm>
        </p:spPr>
        <p:txBody>
          <a:bodyPr lIns="0" tIns="0" rIns="0" bIns="0" anchor="t">
            <a:noAutofit/>
          </a:bodyPr>
          <a:lstStyle>
            <a:lvl1pPr marL="228600" indent="-228600">
              <a:lnSpc>
                <a:spcPct val="130000"/>
              </a:lnSpc>
              <a:spcBef>
                <a:spcPts val="600"/>
              </a:spcBef>
              <a:buClr>
                <a:srgbClr val="FFFFFF"/>
              </a:buClr>
              <a:buSzPct val="100000"/>
              <a:buFont typeface="+mj-lt"/>
              <a:buAutoNum type="arabicPeriod"/>
              <a:defRPr sz="900">
                <a:solidFill>
                  <a:schemeClr val="bg1"/>
                </a:solidFill>
              </a:defRPr>
            </a:lvl1pPr>
          </a:lstStyle>
          <a:p>
            <a:pPr lvl="0"/>
            <a:r>
              <a:rPr lang="en-US"/>
              <a:t>Text</a:t>
            </a:r>
          </a:p>
        </p:txBody>
      </p:sp>
      <p:sp>
        <p:nvSpPr>
          <p:cNvPr id="6" name="Text Placeholder 6">
            <a:extLst>
              <a:ext uri="{FF2B5EF4-FFF2-40B4-BE49-F238E27FC236}">
                <a16:creationId xmlns:a16="http://schemas.microsoft.com/office/drawing/2014/main" id="{95D25687-1F32-EC65-4B18-1265C0496D66}"/>
              </a:ext>
            </a:extLst>
          </p:cNvPr>
          <p:cNvSpPr>
            <a:spLocks noGrp="1"/>
          </p:cNvSpPr>
          <p:nvPr>
            <p:ph type="body" sz="quarter" idx="26" hasCustomPrompt="1"/>
          </p:nvPr>
        </p:nvSpPr>
        <p:spPr>
          <a:xfrm>
            <a:off x="672325" y="859917"/>
            <a:ext cx="2859619" cy="1021767"/>
          </a:xfrm>
          <a:prstGeom prst="rect">
            <a:avLst/>
          </a:prstGeom>
        </p:spPr>
        <p:txBody>
          <a:bodyPr lIns="0" tIns="0" rIns="0" bIns="0" anchor="b">
            <a:noAutofit/>
          </a:bodyPr>
          <a:lstStyle>
            <a:lvl1pPr marL="0" indent="0">
              <a:lnSpc>
                <a:spcPct val="70000"/>
              </a:lnSpc>
              <a:buNone/>
              <a:defRPr sz="3000">
                <a:solidFill>
                  <a:schemeClr val="bg1"/>
                </a:solidFill>
                <a:latin typeface="+mj-lt"/>
              </a:defRPr>
            </a:lvl1pPr>
          </a:lstStyle>
          <a:p>
            <a:pPr lvl="0"/>
            <a:r>
              <a:rPr lang="en-US"/>
              <a:t>TITLE</a:t>
            </a:r>
          </a:p>
        </p:txBody>
      </p:sp>
    </p:spTree>
    <p:extLst>
      <p:ext uri="{BB962C8B-B14F-4D97-AF65-F5344CB8AC3E}">
        <p14:creationId xmlns:p14="http://schemas.microsoft.com/office/powerpoint/2010/main" val="3032288021"/>
      </p:ext>
    </p:extLst>
  </p:cSld>
  <p:clrMapOvr>
    <a:masterClrMapping/>
  </p:clrMapOvr>
  <p:transition spd="med"/>
</p:sldLayout>
</file>

<file path=ppt/slideLayouts/slideLayout105.xml><?xml version="1.0" encoding="utf-8"?>
<p:sldLayout xmlns:a="http://schemas.openxmlformats.org/drawingml/2006/main" xmlns:r="http://schemas.openxmlformats.org/officeDocument/2006/relationships" xmlns:p="http://schemas.openxmlformats.org/presentationml/2006/main" showMasterSp="0" preserve="1" userDrawn="1">
  <p:cSld name="team 1">
    <p:bg>
      <p:bgPr>
        <a:solidFill>
          <a:srgbClr val="0F2240"/>
        </a:solidFill>
        <a:effectLst/>
      </p:bgPr>
    </p:bg>
    <p:spTree>
      <p:nvGrpSpPr>
        <p:cNvPr id="1" name=""/>
        <p:cNvGrpSpPr/>
        <p:nvPr/>
      </p:nvGrpSpPr>
      <p:grpSpPr>
        <a:xfrm>
          <a:off x="0" y="0"/>
          <a:ext cx="0" cy="0"/>
          <a:chOff x="0" y="0"/>
          <a:chExt cx="0" cy="0"/>
        </a:xfrm>
      </p:grpSpPr>
      <p:sp>
        <p:nvSpPr>
          <p:cNvPr id="66" name="Slide Number"/>
          <p:cNvSpPr txBox="1">
            <a:spLocks noGrp="1"/>
          </p:cNvSpPr>
          <p:nvPr>
            <p:ph type="sldNum" sz="quarter" idx="2"/>
          </p:nvPr>
        </p:nvSpPr>
        <p:spPr>
          <a:prstGeom prst="rect">
            <a:avLst/>
          </a:prstGeom>
        </p:spPr>
        <p:txBody>
          <a:bodyPr/>
          <a:lstStyle>
            <a:lvl1pPr>
              <a:defRPr>
                <a:solidFill>
                  <a:schemeClr val="bg1"/>
                </a:solidFill>
              </a:defRPr>
            </a:lvl1pPr>
          </a:lstStyle>
          <a:p>
            <a:fld id="{86CB4B4D-7CA3-9044-876B-883B54F8677D}" type="slidenum">
              <a:rPr lang="en-GB" smtClean="0"/>
              <a:pPr/>
              <a:t>‹#›</a:t>
            </a:fld>
            <a:endParaRPr lang="en-GB"/>
          </a:p>
        </p:txBody>
      </p:sp>
      <p:pic>
        <p:nvPicPr>
          <p:cNvPr id="10" name="CGC logo white.png" descr="CGC logo white.png">
            <a:extLst>
              <a:ext uri="{FF2B5EF4-FFF2-40B4-BE49-F238E27FC236}">
                <a16:creationId xmlns:a16="http://schemas.microsoft.com/office/drawing/2014/main" id="{72298F98-B4C8-43FE-3BF1-7CECBDFE3880}"/>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285750" y="285750"/>
            <a:ext cx="1152091" cy="199818"/>
          </a:xfrm>
          <a:prstGeom prst="rect">
            <a:avLst/>
          </a:prstGeom>
          <a:ln w="12700">
            <a:miter lim="400000"/>
          </a:ln>
        </p:spPr>
      </p:pic>
      <p:sp>
        <p:nvSpPr>
          <p:cNvPr id="23" name="Text Placeholder 6">
            <a:extLst>
              <a:ext uri="{FF2B5EF4-FFF2-40B4-BE49-F238E27FC236}">
                <a16:creationId xmlns:a16="http://schemas.microsoft.com/office/drawing/2014/main" id="{D53B23B1-E16E-83D6-D97B-C9EB01F1BC74}"/>
              </a:ext>
            </a:extLst>
          </p:cNvPr>
          <p:cNvSpPr>
            <a:spLocks noGrp="1"/>
          </p:cNvSpPr>
          <p:nvPr>
            <p:ph type="body" sz="quarter" idx="22" hasCustomPrompt="1"/>
          </p:nvPr>
        </p:nvSpPr>
        <p:spPr>
          <a:xfrm>
            <a:off x="683288" y="793696"/>
            <a:ext cx="3731638" cy="762933"/>
          </a:xfrm>
          <a:prstGeom prst="rect">
            <a:avLst/>
          </a:prstGeom>
        </p:spPr>
        <p:txBody>
          <a:bodyPr lIns="0" tIns="0" rIns="0" bIns="0" anchor="b">
            <a:noAutofit/>
          </a:bodyPr>
          <a:lstStyle>
            <a:lvl1pPr marL="0" indent="0">
              <a:lnSpc>
                <a:spcPct val="70000"/>
              </a:lnSpc>
              <a:buNone/>
              <a:defRPr sz="3000">
                <a:solidFill>
                  <a:schemeClr val="bg1"/>
                </a:solidFill>
                <a:latin typeface="+mj-lt"/>
              </a:defRPr>
            </a:lvl1pPr>
          </a:lstStyle>
          <a:p>
            <a:pPr lvl="0"/>
            <a:r>
              <a:rPr lang="en-US"/>
              <a:t>TITLE</a:t>
            </a:r>
          </a:p>
        </p:txBody>
      </p:sp>
      <p:sp>
        <p:nvSpPr>
          <p:cNvPr id="24" name="Text Placeholder 6">
            <a:extLst>
              <a:ext uri="{FF2B5EF4-FFF2-40B4-BE49-F238E27FC236}">
                <a16:creationId xmlns:a16="http://schemas.microsoft.com/office/drawing/2014/main" id="{0CA2449B-9DC1-5550-A315-3ED3A0C79991}"/>
              </a:ext>
            </a:extLst>
          </p:cNvPr>
          <p:cNvSpPr>
            <a:spLocks noGrp="1"/>
          </p:cNvSpPr>
          <p:nvPr>
            <p:ph type="body" sz="quarter" idx="23" hasCustomPrompt="1"/>
          </p:nvPr>
        </p:nvSpPr>
        <p:spPr>
          <a:xfrm>
            <a:off x="683288" y="1864757"/>
            <a:ext cx="1399666" cy="249532"/>
          </a:xfrm>
          <a:prstGeom prst="rect">
            <a:avLst/>
          </a:prstGeom>
        </p:spPr>
        <p:txBody>
          <a:bodyPr lIns="0" tIns="0" rIns="0" bIns="0" anchor="b">
            <a:noAutofit/>
          </a:bodyPr>
          <a:lstStyle>
            <a:lvl1pPr marL="0" indent="0">
              <a:lnSpc>
                <a:spcPct val="70000"/>
              </a:lnSpc>
              <a:buNone/>
              <a:defRPr sz="900">
                <a:solidFill>
                  <a:schemeClr val="bg1"/>
                </a:solidFill>
                <a:latin typeface="+mj-lt"/>
              </a:defRPr>
            </a:lvl1pPr>
          </a:lstStyle>
          <a:p>
            <a:pPr lvl="0"/>
            <a:r>
              <a:rPr lang="en-US"/>
              <a:t>TITLE</a:t>
            </a:r>
          </a:p>
        </p:txBody>
      </p:sp>
      <p:sp>
        <p:nvSpPr>
          <p:cNvPr id="25" name="Text Placeholder 6">
            <a:extLst>
              <a:ext uri="{FF2B5EF4-FFF2-40B4-BE49-F238E27FC236}">
                <a16:creationId xmlns:a16="http://schemas.microsoft.com/office/drawing/2014/main" id="{BCA2DD0A-0402-F729-8458-69B09650F70B}"/>
              </a:ext>
            </a:extLst>
          </p:cNvPr>
          <p:cNvSpPr>
            <a:spLocks noGrp="1"/>
          </p:cNvSpPr>
          <p:nvPr>
            <p:ph type="body" sz="quarter" idx="24" hasCustomPrompt="1"/>
          </p:nvPr>
        </p:nvSpPr>
        <p:spPr>
          <a:xfrm>
            <a:off x="2693391" y="1864757"/>
            <a:ext cx="1399666" cy="249532"/>
          </a:xfrm>
          <a:prstGeom prst="rect">
            <a:avLst/>
          </a:prstGeom>
        </p:spPr>
        <p:txBody>
          <a:bodyPr lIns="0" tIns="0" rIns="0" bIns="0" anchor="b">
            <a:noAutofit/>
          </a:bodyPr>
          <a:lstStyle>
            <a:lvl1pPr marL="0" indent="0">
              <a:lnSpc>
                <a:spcPct val="70000"/>
              </a:lnSpc>
              <a:buNone/>
              <a:defRPr sz="900">
                <a:solidFill>
                  <a:schemeClr val="bg1"/>
                </a:solidFill>
                <a:latin typeface="+mj-lt"/>
              </a:defRPr>
            </a:lvl1pPr>
          </a:lstStyle>
          <a:p>
            <a:pPr lvl="0"/>
            <a:r>
              <a:rPr lang="en-US"/>
              <a:t>TITLE</a:t>
            </a:r>
          </a:p>
        </p:txBody>
      </p:sp>
      <p:sp>
        <p:nvSpPr>
          <p:cNvPr id="26" name="Text Placeholder 6">
            <a:extLst>
              <a:ext uri="{FF2B5EF4-FFF2-40B4-BE49-F238E27FC236}">
                <a16:creationId xmlns:a16="http://schemas.microsoft.com/office/drawing/2014/main" id="{327FE00C-44FF-5C00-7799-9102890BB5A4}"/>
              </a:ext>
            </a:extLst>
          </p:cNvPr>
          <p:cNvSpPr>
            <a:spLocks noGrp="1"/>
          </p:cNvSpPr>
          <p:nvPr>
            <p:ph type="body" sz="quarter" idx="25" hasCustomPrompt="1"/>
          </p:nvPr>
        </p:nvSpPr>
        <p:spPr>
          <a:xfrm>
            <a:off x="4703496" y="1864757"/>
            <a:ext cx="1399666" cy="249532"/>
          </a:xfrm>
          <a:prstGeom prst="rect">
            <a:avLst/>
          </a:prstGeom>
        </p:spPr>
        <p:txBody>
          <a:bodyPr lIns="0" tIns="0" rIns="0" bIns="0" anchor="b">
            <a:noAutofit/>
          </a:bodyPr>
          <a:lstStyle>
            <a:lvl1pPr marL="0" indent="0">
              <a:lnSpc>
                <a:spcPct val="70000"/>
              </a:lnSpc>
              <a:buNone/>
              <a:defRPr sz="900">
                <a:solidFill>
                  <a:schemeClr val="bg1"/>
                </a:solidFill>
                <a:latin typeface="+mj-lt"/>
              </a:defRPr>
            </a:lvl1pPr>
          </a:lstStyle>
          <a:p>
            <a:pPr lvl="0"/>
            <a:r>
              <a:rPr lang="en-US"/>
              <a:t>TITLE</a:t>
            </a:r>
          </a:p>
        </p:txBody>
      </p:sp>
      <p:sp>
        <p:nvSpPr>
          <p:cNvPr id="27" name="Text Placeholder 6">
            <a:extLst>
              <a:ext uri="{FF2B5EF4-FFF2-40B4-BE49-F238E27FC236}">
                <a16:creationId xmlns:a16="http://schemas.microsoft.com/office/drawing/2014/main" id="{EB3FF2B9-8BB2-0653-BB23-8382C9FA00D6}"/>
              </a:ext>
            </a:extLst>
          </p:cNvPr>
          <p:cNvSpPr>
            <a:spLocks noGrp="1"/>
          </p:cNvSpPr>
          <p:nvPr>
            <p:ph type="body" sz="quarter" idx="26" hasCustomPrompt="1"/>
          </p:nvPr>
        </p:nvSpPr>
        <p:spPr>
          <a:xfrm>
            <a:off x="683288" y="3914142"/>
            <a:ext cx="1399666" cy="249532"/>
          </a:xfrm>
          <a:prstGeom prst="rect">
            <a:avLst/>
          </a:prstGeom>
        </p:spPr>
        <p:txBody>
          <a:bodyPr lIns="0" tIns="0" rIns="0" bIns="0" anchor="b">
            <a:noAutofit/>
          </a:bodyPr>
          <a:lstStyle>
            <a:lvl1pPr marL="0" indent="0">
              <a:lnSpc>
                <a:spcPct val="70000"/>
              </a:lnSpc>
              <a:buNone/>
              <a:defRPr sz="900">
                <a:solidFill>
                  <a:schemeClr val="accent3"/>
                </a:solidFill>
                <a:latin typeface="+mj-lt"/>
              </a:defRPr>
            </a:lvl1pPr>
          </a:lstStyle>
          <a:p>
            <a:pPr lvl="0"/>
            <a:r>
              <a:rPr lang="en-US"/>
              <a:t>NAME</a:t>
            </a:r>
          </a:p>
        </p:txBody>
      </p:sp>
      <p:sp>
        <p:nvSpPr>
          <p:cNvPr id="28" name="Text Placeholder 14">
            <a:extLst>
              <a:ext uri="{FF2B5EF4-FFF2-40B4-BE49-F238E27FC236}">
                <a16:creationId xmlns:a16="http://schemas.microsoft.com/office/drawing/2014/main" id="{C2B4A7F2-126D-9724-D34C-3E04AB2557ED}"/>
              </a:ext>
            </a:extLst>
          </p:cNvPr>
          <p:cNvSpPr>
            <a:spLocks noGrp="1"/>
          </p:cNvSpPr>
          <p:nvPr>
            <p:ph type="body" sz="quarter" idx="27" hasCustomPrompt="1"/>
          </p:nvPr>
        </p:nvSpPr>
        <p:spPr>
          <a:xfrm>
            <a:off x="683288" y="4175426"/>
            <a:ext cx="1399666" cy="444896"/>
          </a:xfrm>
        </p:spPr>
        <p:txBody>
          <a:bodyPr lIns="0" tIns="0" rIns="0" bIns="0" anchor="t">
            <a:noAutofit/>
          </a:bodyPr>
          <a:lstStyle>
            <a:lvl1pPr marL="0" indent="0">
              <a:lnSpc>
                <a:spcPct val="120000"/>
              </a:lnSpc>
              <a:spcBef>
                <a:spcPts val="600"/>
              </a:spcBef>
              <a:buNone/>
              <a:defRPr sz="900">
                <a:solidFill>
                  <a:schemeClr val="bg1"/>
                </a:solidFill>
              </a:defRPr>
            </a:lvl1pPr>
          </a:lstStyle>
          <a:p>
            <a:pPr lvl="0"/>
            <a:r>
              <a:rPr lang="en-US"/>
              <a:t>Title</a:t>
            </a:r>
          </a:p>
        </p:txBody>
      </p:sp>
      <p:sp>
        <p:nvSpPr>
          <p:cNvPr id="37" name="Text Placeholder 6">
            <a:extLst>
              <a:ext uri="{FF2B5EF4-FFF2-40B4-BE49-F238E27FC236}">
                <a16:creationId xmlns:a16="http://schemas.microsoft.com/office/drawing/2014/main" id="{47BE12A1-90DF-8647-70AC-6B14B6C7A5F5}"/>
              </a:ext>
            </a:extLst>
          </p:cNvPr>
          <p:cNvSpPr>
            <a:spLocks noGrp="1"/>
          </p:cNvSpPr>
          <p:nvPr>
            <p:ph type="body" sz="quarter" idx="31" hasCustomPrompt="1"/>
          </p:nvPr>
        </p:nvSpPr>
        <p:spPr>
          <a:xfrm>
            <a:off x="2692535" y="3914142"/>
            <a:ext cx="1399666" cy="249532"/>
          </a:xfrm>
          <a:prstGeom prst="rect">
            <a:avLst/>
          </a:prstGeom>
        </p:spPr>
        <p:txBody>
          <a:bodyPr lIns="0" tIns="0" rIns="0" bIns="0" anchor="b">
            <a:noAutofit/>
          </a:bodyPr>
          <a:lstStyle>
            <a:lvl1pPr marL="0" indent="0">
              <a:lnSpc>
                <a:spcPct val="70000"/>
              </a:lnSpc>
              <a:buNone/>
              <a:defRPr sz="900">
                <a:solidFill>
                  <a:schemeClr val="accent3"/>
                </a:solidFill>
                <a:latin typeface="+mj-lt"/>
              </a:defRPr>
            </a:lvl1pPr>
          </a:lstStyle>
          <a:p>
            <a:pPr lvl="0"/>
            <a:r>
              <a:rPr lang="en-US"/>
              <a:t>NAME</a:t>
            </a:r>
          </a:p>
        </p:txBody>
      </p:sp>
      <p:sp>
        <p:nvSpPr>
          <p:cNvPr id="38" name="Text Placeholder 14">
            <a:extLst>
              <a:ext uri="{FF2B5EF4-FFF2-40B4-BE49-F238E27FC236}">
                <a16:creationId xmlns:a16="http://schemas.microsoft.com/office/drawing/2014/main" id="{890C6F4B-2BF3-2DED-D4B6-9156077EF6A6}"/>
              </a:ext>
            </a:extLst>
          </p:cNvPr>
          <p:cNvSpPr>
            <a:spLocks noGrp="1"/>
          </p:cNvSpPr>
          <p:nvPr>
            <p:ph type="body" sz="quarter" idx="32" hasCustomPrompt="1"/>
          </p:nvPr>
        </p:nvSpPr>
        <p:spPr>
          <a:xfrm>
            <a:off x="2692535" y="4175426"/>
            <a:ext cx="1399666" cy="444896"/>
          </a:xfrm>
        </p:spPr>
        <p:txBody>
          <a:bodyPr lIns="0" tIns="0" rIns="0" bIns="0" anchor="t">
            <a:noAutofit/>
          </a:bodyPr>
          <a:lstStyle>
            <a:lvl1pPr marL="0" indent="0">
              <a:lnSpc>
                <a:spcPct val="120000"/>
              </a:lnSpc>
              <a:spcBef>
                <a:spcPts val="600"/>
              </a:spcBef>
              <a:buNone/>
              <a:defRPr sz="900">
                <a:solidFill>
                  <a:schemeClr val="bg1"/>
                </a:solidFill>
              </a:defRPr>
            </a:lvl1pPr>
          </a:lstStyle>
          <a:p>
            <a:pPr lvl="0"/>
            <a:r>
              <a:rPr lang="en-US"/>
              <a:t>Title</a:t>
            </a:r>
          </a:p>
        </p:txBody>
      </p:sp>
      <p:sp>
        <p:nvSpPr>
          <p:cNvPr id="39" name="Text Placeholder 6">
            <a:extLst>
              <a:ext uri="{FF2B5EF4-FFF2-40B4-BE49-F238E27FC236}">
                <a16:creationId xmlns:a16="http://schemas.microsoft.com/office/drawing/2014/main" id="{04A5D7E3-8090-F3DC-B12E-149159A54BBE}"/>
              </a:ext>
            </a:extLst>
          </p:cNvPr>
          <p:cNvSpPr>
            <a:spLocks noGrp="1"/>
          </p:cNvSpPr>
          <p:nvPr>
            <p:ph type="body" sz="quarter" idx="33" hasCustomPrompt="1"/>
          </p:nvPr>
        </p:nvSpPr>
        <p:spPr>
          <a:xfrm>
            <a:off x="4696973" y="3914142"/>
            <a:ext cx="1399666" cy="249532"/>
          </a:xfrm>
          <a:prstGeom prst="rect">
            <a:avLst/>
          </a:prstGeom>
        </p:spPr>
        <p:txBody>
          <a:bodyPr lIns="0" tIns="0" rIns="0" bIns="0" anchor="b">
            <a:noAutofit/>
          </a:bodyPr>
          <a:lstStyle>
            <a:lvl1pPr marL="0" indent="0">
              <a:lnSpc>
                <a:spcPct val="70000"/>
              </a:lnSpc>
              <a:buNone/>
              <a:defRPr sz="900">
                <a:solidFill>
                  <a:schemeClr val="accent3"/>
                </a:solidFill>
                <a:latin typeface="+mj-lt"/>
              </a:defRPr>
            </a:lvl1pPr>
          </a:lstStyle>
          <a:p>
            <a:pPr lvl="0"/>
            <a:r>
              <a:rPr lang="en-US"/>
              <a:t>NAME</a:t>
            </a:r>
          </a:p>
        </p:txBody>
      </p:sp>
      <p:sp>
        <p:nvSpPr>
          <p:cNvPr id="40" name="Text Placeholder 14">
            <a:extLst>
              <a:ext uri="{FF2B5EF4-FFF2-40B4-BE49-F238E27FC236}">
                <a16:creationId xmlns:a16="http://schemas.microsoft.com/office/drawing/2014/main" id="{E0CD75A4-3269-7E99-2124-994DDB7A70CF}"/>
              </a:ext>
            </a:extLst>
          </p:cNvPr>
          <p:cNvSpPr>
            <a:spLocks noGrp="1"/>
          </p:cNvSpPr>
          <p:nvPr>
            <p:ph type="body" sz="quarter" idx="34" hasCustomPrompt="1"/>
          </p:nvPr>
        </p:nvSpPr>
        <p:spPr>
          <a:xfrm>
            <a:off x="4696973" y="4175426"/>
            <a:ext cx="1399666" cy="444896"/>
          </a:xfrm>
        </p:spPr>
        <p:txBody>
          <a:bodyPr lIns="0" tIns="0" rIns="0" bIns="0" anchor="t">
            <a:noAutofit/>
          </a:bodyPr>
          <a:lstStyle>
            <a:lvl1pPr marL="0" indent="0">
              <a:lnSpc>
                <a:spcPct val="120000"/>
              </a:lnSpc>
              <a:spcBef>
                <a:spcPts val="600"/>
              </a:spcBef>
              <a:buNone/>
              <a:defRPr sz="900">
                <a:solidFill>
                  <a:schemeClr val="bg1"/>
                </a:solidFill>
              </a:defRPr>
            </a:lvl1pPr>
          </a:lstStyle>
          <a:p>
            <a:pPr lvl="0"/>
            <a:r>
              <a:rPr lang="en-US"/>
              <a:t>Title</a:t>
            </a:r>
          </a:p>
        </p:txBody>
      </p:sp>
      <p:sp>
        <p:nvSpPr>
          <p:cNvPr id="41" name="Text Placeholder 6">
            <a:extLst>
              <a:ext uri="{FF2B5EF4-FFF2-40B4-BE49-F238E27FC236}">
                <a16:creationId xmlns:a16="http://schemas.microsoft.com/office/drawing/2014/main" id="{B6857B61-560E-6B11-5B1F-C061C2E22C09}"/>
              </a:ext>
            </a:extLst>
          </p:cNvPr>
          <p:cNvSpPr>
            <a:spLocks noGrp="1"/>
          </p:cNvSpPr>
          <p:nvPr>
            <p:ph type="body" sz="quarter" idx="35" hasCustomPrompt="1"/>
          </p:nvPr>
        </p:nvSpPr>
        <p:spPr>
          <a:xfrm>
            <a:off x="6272165" y="3914142"/>
            <a:ext cx="1399666" cy="249532"/>
          </a:xfrm>
          <a:prstGeom prst="rect">
            <a:avLst/>
          </a:prstGeom>
        </p:spPr>
        <p:txBody>
          <a:bodyPr lIns="0" tIns="0" rIns="0" bIns="0" anchor="b">
            <a:noAutofit/>
          </a:bodyPr>
          <a:lstStyle>
            <a:lvl1pPr marL="0" indent="0">
              <a:lnSpc>
                <a:spcPct val="70000"/>
              </a:lnSpc>
              <a:buNone/>
              <a:defRPr sz="900">
                <a:solidFill>
                  <a:schemeClr val="accent3"/>
                </a:solidFill>
                <a:latin typeface="+mj-lt"/>
              </a:defRPr>
            </a:lvl1pPr>
          </a:lstStyle>
          <a:p>
            <a:pPr lvl="0"/>
            <a:r>
              <a:rPr lang="en-US"/>
              <a:t>NAME</a:t>
            </a:r>
          </a:p>
        </p:txBody>
      </p:sp>
      <p:sp>
        <p:nvSpPr>
          <p:cNvPr id="42" name="Text Placeholder 14">
            <a:extLst>
              <a:ext uri="{FF2B5EF4-FFF2-40B4-BE49-F238E27FC236}">
                <a16:creationId xmlns:a16="http://schemas.microsoft.com/office/drawing/2014/main" id="{347CE136-1DFD-A7F1-EA99-FA181327685A}"/>
              </a:ext>
            </a:extLst>
          </p:cNvPr>
          <p:cNvSpPr>
            <a:spLocks noGrp="1"/>
          </p:cNvSpPr>
          <p:nvPr>
            <p:ph type="body" sz="quarter" idx="36" hasCustomPrompt="1"/>
          </p:nvPr>
        </p:nvSpPr>
        <p:spPr>
          <a:xfrm>
            <a:off x="6272165" y="4175426"/>
            <a:ext cx="1399666" cy="444896"/>
          </a:xfrm>
        </p:spPr>
        <p:txBody>
          <a:bodyPr lIns="0" tIns="0" rIns="0" bIns="0" anchor="t">
            <a:noAutofit/>
          </a:bodyPr>
          <a:lstStyle>
            <a:lvl1pPr marL="0" indent="0">
              <a:lnSpc>
                <a:spcPct val="120000"/>
              </a:lnSpc>
              <a:spcBef>
                <a:spcPts val="600"/>
              </a:spcBef>
              <a:buNone/>
              <a:defRPr sz="900">
                <a:solidFill>
                  <a:schemeClr val="bg1"/>
                </a:solidFill>
              </a:defRPr>
            </a:lvl1pPr>
          </a:lstStyle>
          <a:p>
            <a:pPr lvl="0"/>
            <a:r>
              <a:rPr lang="en-US"/>
              <a:t>Title</a:t>
            </a:r>
          </a:p>
        </p:txBody>
      </p:sp>
      <p:sp>
        <p:nvSpPr>
          <p:cNvPr id="3" name="Picture Placeholder 3">
            <a:extLst>
              <a:ext uri="{FF2B5EF4-FFF2-40B4-BE49-F238E27FC236}">
                <a16:creationId xmlns:a16="http://schemas.microsoft.com/office/drawing/2014/main" id="{BC2B2CED-FCAE-2A7E-C4DD-77EE4FAD1BEA}"/>
              </a:ext>
            </a:extLst>
          </p:cNvPr>
          <p:cNvSpPr>
            <a:spLocks noGrp="1"/>
          </p:cNvSpPr>
          <p:nvPr>
            <p:ph type="pic" sz="quarter" idx="15"/>
          </p:nvPr>
        </p:nvSpPr>
        <p:spPr>
          <a:xfrm>
            <a:off x="683288" y="2185809"/>
            <a:ext cx="1399667" cy="1775520"/>
          </a:xfrm>
        </p:spPr>
        <p:txBody>
          <a:bodyPr/>
          <a:lstStyle/>
          <a:p>
            <a:endParaRPr lang="en-US"/>
          </a:p>
        </p:txBody>
      </p:sp>
      <p:sp>
        <p:nvSpPr>
          <p:cNvPr id="5" name="Picture Placeholder 3">
            <a:extLst>
              <a:ext uri="{FF2B5EF4-FFF2-40B4-BE49-F238E27FC236}">
                <a16:creationId xmlns:a16="http://schemas.microsoft.com/office/drawing/2014/main" id="{0161BDA0-583F-80B9-8588-8D678B61BD01}"/>
              </a:ext>
            </a:extLst>
          </p:cNvPr>
          <p:cNvSpPr>
            <a:spLocks noGrp="1"/>
          </p:cNvSpPr>
          <p:nvPr>
            <p:ph type="pic" sz="quarter" idx="37"/>
          </p:nvPr>
        </p:nvSpPr>
        <p:spPr>
          <a:xfrm>
            <a:off x="2693391" y="2185809"/>
            <a:ext cx="1399667" cy="1775520"/>
          </a:xfrm>
        </p:spPr>
        <p:txBody>
          <a:bodyPr/>
          <a:lstStyle/>
          <a:p>
            <a:endParaRPr lang="en-US"/>
          </a:p>
        </p:txBody>
      </p:sp>
      <p:sp>
        <p:nvSpPr>
          <p:cNvPr id="7" name="Picture Placeholder 3">
            <a:extLst>
              <a:ext uri="{FF2B5EF4-FFF2-40B4-BE49-F238E27FC236}">
                <a16:creationId xmlns:a16="http://schemas.microsoft.com/office/drawing/2014/main" id="{47CA3839-A02D-3BBB-19DD-0B2C41EA6FD5}"/>
              </a:ext>
            </a:extLst>
          </p:cNvPr>
          <p:cNvSpPr>
            <a:spLocks noGrp="1"/>
          </p:cNvSpPr>
          <p:nvPr>
            <p:ph type="pic" sz="quarter" idx="38"/>
          </p:nvPr>
        </p:nvSpPr>
        <p:spPr>
          <a:xfrm>
            <a:off x="4703495" y="2185809"/>
            <a:ext cx="1399667" cy="1775520"/>
          </a:xfrm>
        </p:spPr>
        <p:txBody>
          <a:bodyPr/>
          <a:lstStyle/>
          <a:p>
            <a:endParaRPr lang="en-US"/>
          </a:p>
        </p:txBody>
      </p:sp>
      <p:sp>
        <p:nvSpPr>
          <p:cNvPr id="9" name="Picture Placeholder 3">
            <a:extLst>
              <a:ext uri="{FF2B5EF4-FFF2-40B4-BE49-F238E27FC236}">
                <a16:creationId xmlns:a16="http://schemas.microsoft.com/office/drawing/2014/main" id="{DD4965AE-5D44-8DBC-4EB2-8F169F5E8C2A}"/>
              </a:ext>
            </a:extLst>
          </p:cNvPr>
          <p:cNvSpPr>
            <a:spLocks noGrp="1"/>
          </p:cNvSpPr>
          <p:nvPr>
            <p:ph type="pic" sz="quarter" idx="39"/>
          </p:nvPr>
        </p:nvSpPr>
        <p:spPr>
          <a:xfrm>
            <a:off x="6272164" y="2185809"/>
            <a:ext cx="1399667" cy="1775520"/>
          </a:xfrm>
        </p:spPr>
        <p:txBody>
          <a:bodyPr/>
          <a:lstStyle/>
          <a:p>
            <a:endParaRPr lang="en-US"/>
          </a:p>
        </p:txBody>
      </p:sp>
    </p:spTree>
    <p:extLst>
      <p:ext uri="{BB962C8B-B14F-4D97-AF65-F5344CB8AC3E}">
        <p14:creationId xmlns:p14="http://schemas.microsoft.com/office/powerpoint/2010/main" val="661056016"/>
      </p:ext>
    </p:extLst>
  </p:cSld>
  <p:clrMapOvr>
    <a:masterClrMapping/>
  </p:clrMapOvr>
  <p:transition spd="med"/>
</p:sldLayout>
</file>

<file path=ppt/slideLayouts/slideLayout106.xml><?xml version="1.0" encoding="utf-8"?>
<p:sldLayout xmlns:a="http://schemas.openxmlformats.org/drawingml/2006/main" xmlns:r="http://schemas.openxmlformats.org/officeDocument/2006/relationships" xmlns:p="http://schemas.openxmlformats.org/presentationml/2006/main" showMasterSp="0" preserve="1" userDrawn="1">
  <p:cSld name="team 2">
    <p:bg>
      <p:bgPr>
        <a:solidFill>
          <a:srgbClr val="0143FD"/>
        </a:solidFill>
        <a:effectLst/>
      </p:bgPr>
    </p:bg>
    <p:spTree>
      <p:nvGrpSpPr>
        <p:cNvPr id="1" name=""/>
        <p:cNvGrpSpPr/>
        <p:nvPr/>
      </p:nvGrpSpPr>
      <p:grpSpPr>
        <a:xfrm>
          <a:off x="0" y="0"/>
          <a:ext cx="0" cy="0"/>
          <a:chOff x="0" y="0"/>
          <a:chExt cx="0" cy="0"/>
        </a:xfrm>
      </p:grpSpPr>
      <p:sp>
        <p:nvSpPr>
          <p:cNvPr id="66" name="Slide Number"/>
          <p:cNvSpPr txBox="1">
            <a:spLocks noGrp="1"/>
          </p:cNvSpPr>
          <p:nvPr>
            <p:ph type="sldNum" sz="quarter" idx="2"/>
          </p:nvPr>
        </p:nvSpPr>
        <p:spPr>
          <a:prstGeom prst="rect">
            <a:avLst/>
          </a:prstGeom>
        </p:spPr>
        <p:txBody>
          <a:bodyPr/>
          <a:lstStyle>
            <a:lvl1pPr>
              <a:defRPr>
                <a:solidFill>
                  <a:schemeClr val="bg1"/>
                </a:solidFill>
              </a:defRPr>
            </a:lvl1pPr>
          </a:lstStyle>
          <a:p>
            <a:fld id="{86CB4B4D-7CA3-9044-876B-883B54F8677D}" type="slidenum">
              <a:rPr lang="en-GB" smtClean="0"/>
              <a:pPr/>
              <a:t>‹#›</a:t>
            </a:fld>
            <a:endParaRPr lang="en-GB"/>
          </a:p>
        </p:txBody>
      </p:sp>
      <p:pic>
        <p:nvPicPr>
          <p:cNvPr id="10" name="CGC logo white.png" descr="CGC logo white.png">
            <a:extLst>
              <a:ext uri="{FF2B5EF4-FFF2-40B4-BE49-F238E27FC236}">
                <a16:creationId xmlns:a16="http://schemas.microsoft.com/office/drawing/2014/main" id="{72298F98-B4C8-43FE-3BF1-7CECBDFE3880}"/>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285750" y="285750"/>
            <a:ext cx="1152091" cy="199818"/>
          </a:xfrm>
          <a:prstGeom prst="rect">
            <a:avLst/>
          </a:prstGeom>
          <a:ln w="12700">
            <a:miter lim="400000"/>
          </a:ln>
        </p:spPr>
      </p:pic>
      <p:sp>
        <p:nvSpPr>
          <p:cNvPr id="9" name="Text Placeholder 6">
            <a:extLst>
              <a:ext uri="{FF2B5EF4-FFF2-40B4-BE49-F238E27FC236}">
                <a16:creationId xmlns:a16="http://schemas.microsoft.com/office/drawing/2014/main" id="{336776E3-C178-EF11-402C-F3A75DDD52D9}"/>
              </a:ext>
            </a:extLst>
          </p:cNvPr>
          <p:cNvSpPr>
            <a:spLocks noGrp="1"/>
          </p:cNvSpPr>
          <p:nvPr>
            <p:ph type="body" sz="quarter" idx="22" hasCustomPrompt="1"/>
          </p:nvPr>
        </p:nvSpPr>
        <p:spPr>
          <a:xfrm>
            <a:off x="683288" y="793696"/>
            <a:ext cx="3731638" cy="762933"/>
          </a:xfrm>
          <a:prstGeom prst="rect">
            <a:avLst/>
          </a:prstGeom>
        </p:spPr>
        <p:txBody>
          <a:bodyPr lIns="0" tIns="0" rIns="0" bIns="0" anchor="b">
            <a:noAutofit/>
          </a:bodyPr>
          <a:lstStyle>
            <a:lvl1pPr marL="0" indent="0">
              <a:lnSpc>
                <a:spcPct val="70000"/>
              </a:lnSpc>
              <a:buNone/>
              <a:defRPr sz="3000">
                <a:solidFill>
                  <a:schemeClr val="bg1"/>
                </a:solidFill>
                <a:latin typeface="+mj-lt"/>
              </a:defRPr>
            </a:lvl1pPr>
          </a:lstStyle>
          <a:p>
            <a:pPr lvl="0"/>
            <a:r>
              <a:rPr lang="en-US"/>
              <a:t>TITLE</a:t>
            </a:r>
          </a:p>
        </p:txBody>
      </p:sp>
      <p:sp>
        <p:nvSpPr>
          <p:cNvPr id="11" name="Text Placeholder 6">
            <a:extLst>
              <a:ext uri="{FF2B5EF4-FFF2-40B4-BE49-F238E27FC236}">
                <a16:creationId xmlns:a16="http://schemas.microsoft.com/office/drawing/2014/main" id="{FBA58E26-9F5E-79C1-EDBB-FCD8320E8809}"/>
              </a:ext>
            </a:extLst>
          </p:cNvPr>
          <p:cNvSpPr>
            <a:spLocks noGrp="1"/>
          </p:cNvSpPr>
          <p:nvPr>
            <p:ph type="body" sz="quarter" idx="23" hasCustomPrompt="1"/>
          </p:nvPr>
        </p:nvSpPr>
        <p:spPr>
          <a:xfrm>
            <a:off x="683288" y="1864757"/>
            <a:ext cx="1399666" cy="249532"/>
          </a:xfrm>
          <a:prstGeom prst="rect">
            <a:avLst/>
          </a:prstGeom>
        </p:spPr>
        <p:txBody>
          <a:bodyPr lIns="0" tIns="0" rIns="0" bIns="0" anchor="b">
            <a:noAutofit/>
          </a:bodyPr>
          <a:lstStyle>
            <a:lvl1pPr marL="0" indent="0">
              <a:lnSpc>
                <a:spcPct val="70000"/>
              </a:lnSpc>
              <a:buNone/>
              <a:defRPr sz="900">
                <a:solidFill>
                  <a:schemeClr val="bg1"/>
                </a:solidFill>
                <a:latin typeface="+mj-lt"/>
              </a:defRPr>
            </a:lvl1pPr>
          </a:lstStyle>
          <a:p>
            <a:pPr lvl="0"/>
            <a:r>
              <a:rPr lang="en-US"/>
              <a:t>TITLE</a:t>
            </a:r>
          </a:p>
        </p:txBody>
      </p:sp>
      <p:sp>
        <p:nvSpPr>
          <p:cNvPr id="12" name="Text Placeholder 6">
            <a:extLst>
              <a:ext uri="{FF2B5EF4-FFF2-40B4-BE49-F238E27FC236}">
                <a16:creationId xmlns:a16="http://schemas.microsoft.com/office/drawing/2014/main" id="{6EEE6BC8-4573-38B3-3381-CF2437AB1D0F}"/>
              </a:ext>
            </a:extLst>
          </p:cNvPr>
          <p:cNvSpPr>
            <a:spLocks noGrp="1"/>
          </p:cNvSpPr>
          <p:nvPr>
            <p:ph type="body" sz="quarter" idx="26" hasCustomPrompt="1"/>
          </p:nvPr>
        </p:nvSpPr>
        <p:spPr>
          <a:xfrm>
            <a:off x="683288" y="3914142"/>
            <a:ext cx="1399666" cy="249532"/>
          </a:xfrm>
          <a:prstGeom prst="rect">
            <a:avLst/>
          </a:prstGeom>
        </p:spPr>
        <p:txBody>
          <a:bodyPr lIns="0" tIns="0" rIns="0" bIns="0" anchor="b">
            <a:noAutofit/>
          </a:bodyPr>
          <a:lstStyle>
            <a:lvl1pPr marL="0" indent="0">
              <a:lnSpc>
                <a:spcPct val="70000"/>
              </a:lnSpc>
              <a:buNone/>
              <a:defRPr sz="900">
                <a:solidFill>
                  <a:schemeClr val="accent3"/>
                </a:solidFill>
                <a:latin typeface="+mj-lt"/>
              </a:defRPr>
            </a:lvl1pPr>
          </a:lstStyle>
          <a:p>
            <a:pPr lvl="0"/>
            <a:r>
              <a:rPr lang="en-US"/>
              <a:t>NAME</a:t>
            </a:r>
          </a:p>
        </p:txBody>
      </p:sp>
      <p:sp>
        <p:nvSpPr>
          <p:cNvPr id="13" name="Text Placeholder 14">
            <a:extLst>
              <a:ext uri="{FF2B5EF4-FFF2-40B4-BE49-F238E27FC236}">
                <a16:creationId xmlns:a16="http://schemas.microsoft.com/office/drawing/2014/main" id="{535DBD7A-E7E5-7870-4165-48B8A4EE9287}"/>
              </a:ext>
            </a:extLst>
          </p:cNvPr>
          <p:cNvSpPr>
            <a:spLocks noGrp="1"/>
          </p:cNvSpPr>
          <p:nvPr>
            <p:ph type="body" sz="quarter" idx="27" hasCustomPrompt="1"/>
          </p:nvPr>
        </p:nvSpPr>
        <p:spPr>
          <a:xfrm>
            <a:off x="683288" y="4175426"/>
            <a:ext cx="1399666" cy="444896"/>
          </a:xfrm>
        </p:spPr>
        <p:txBody>
          <a:bodyPr lIns="0" tIns="0" rIns="0" bIns="0" anchor="t">
            <a:noAutofit/>
          </a:bodyPr>
          <a:lstStyle>
            <a:lvl1pPr marL="0" indent="0">
              <a:lnSpc>
                <a:spcPct val="120000"/>
              </a:lnSpc>
              <a:spcBef>
                <a:spcPts val="600"/>
              </a:spcBef>
              <a:buNone/>
              <a:defRPr sz="900">
                <a:solidFill>
                  <a:schemeClr val="bg1"/>
                </a:solidFill>
              </a:defRPr>
            </a:lvl1pPr>
          </a:lstStyle>
          <a:p>
            <a:pPr lvl="0"/>
            <a:r>
              <a:rPr lang="en-US"/>
              <a:t>Title</a:t>
            </a:r>
          </a:p>
        </p:txBody>
      </p:sp>
      <p:sp>
        <p:nvSpPr>
          <p:cNvPr id="14" name="Picture Placeholder 3">
            <a:extLst>
              <a:ext uri="{FF2B5EF4-FFF2-40B4-BE49-F238E27FC236}">
                <a16:creationId xmlns:a16="http://schemas.microsoft.com/office/drawing/2014/main" id="{C128EA7E-7AE6-E2FC-67EC-000F1776785F}"/>
              </a:ext>
            </a:extLst>
          </p:cNvPr>
          <p:cNvSpPr>
            <a:spLocks noGrp="1"/>
          </p:cNvSpPr>
          <p:nvPr>
            <p:ph type="pic" sz="quarter" idx="15"/>
          </p:nvPr>
        </p:nvSpPr>
        <p:spPr>
          <a:xfrm>
            <a:off x="683288" y="2185809"/>
            <a:ext cx="1399667" cy="1775520"/>
          </a:xfrm>
        </p:spPr>
        <p:txBody>
          <a:bodyPr/>
          <a:lstStyle/>
          <a:p>
            <a:endParaRPr lang="en-US"/>
          </a:p>
        </p:txBody>
      </p:sp>
      <p:sp>
        <p:nvSpPr>
          <p:cNvPr id="15" name="Text Placeholder 6">
            <a:extLst>
              <a:ext uri="{FF2B5EF4-FFF2-40B4-BE49-F238E27FC236}">
                <a16:creationId xmlns:a16="http://schemas.microsoft.com/office/drawing/2014/main" id="{161E54D1-390B-C65A-BB90-6EA5D71BC4FC}"/>
              </a:ext>
            </a:extLst>
          </p:cNvPr>
          <p:cNvSpPr>
            <a:spLocks noGrp="1"/>
          </p:cNvSpPr>
          <p:nvPr>
            <p:ph type="body" sz="quarter" idx="40" hasCustomPrompt="1"/>
          </p:nvPr>
        </p:nvSpPr>
        <p:spPr>
          <a:xfrm>
            <a:off x="2290707" y="1864757"/>
            <a:ext cx="1399666" cy="249532"/>
          </a:xfrm>
          <a:prstGeom prst="rect">
            <a:avLst/>
          </a:prstGeom>
        </p:spPr>
        <p:txBody>
          <a:bodyPr lIns="0" tIns="0" rIns="0" bIns="0" anchor="b">
            <a:noAutofit/>
          </a:bodyPr>
          <a:lstStyle>
            <a:lvl1pPr marL="0" indent="0">
              <a:lnSpc>
                <a:spcPct val="70000"/>
              </a:lnSpc>
              <a:buNone/>
              <a:defRPr sz="900">
                <a:solidFill>
                  <a:schemeClr val="bg1"/>
                </a:solidFill>
                <a:latin typeface="+mj-lt"/>
              </a:defRPr>
            </a:lvl1pPr>
          </a:lstStyle>
          <a:p>
            <a:pPr lvl="0"/>
            <a:r>
              <a:rPr lang="en-US"/>
              <a:t>TITLE</a:t>
            </a:r>
          </a:p>
        </p:txBody>
      </p:sp>
      <p:sp>
        <p:nvSpPr>
          <p:cNvPr id="16" name="Text Placeholder 6">
            <a:extLst>
              <a:ext uri="{FF2B5EF4-FFF2-40B4-BE49-F238E27FC236}">
                <a16:creationId xmlns:a16="http://schemas.microsoft.com/office/drawing/2014/main" id="{404901E3-6A03-A3EB-89BF-58211E3B18AF}"/>
              </a:ext>
            </a:extLst>
          </p:cNvPr>
          <p:cNvSpPr>
            <a:spLocks noGrp="1"/>
          </p:cNvSpPr>
          <p:nvPr>
            <p:ph type="body" sz="quarter" idx="41" hasCustomPrompt="1"/>
          </p:nvPr>
        </p:nvSpPr>
        <p:spPr>
          <a:xfrm>
            <a:off x="2290707" y="3914142"/>
            <a:ext cx="1399666" cy="249532"/>
          </a:xfrm>
          <a:prstGeom prst="rect">
            <a:avLst/>
          </a:prstGeom>
        </p:spPr>
        <p:txBody>
          <a:bodyPr lIns="0" tIns="0" rIns="0" bIns="0" anchor="b">
            <a:noAutofit/>
          </a:bodyPr>
          <a:lstStyle>
            <a:lvl1pPr marL="0" indent="0">
              <a:lnSpc>
                <a:spcPct val="70000"/>
              </a:lnSpc>
              <a:buNone/>
              <a:defRPr sz="900">
                <a:solidFill>
                  <a:schemeClr val="accent3"/>
                </a:solidFill>
                <a:latin typeface="+mj-lt"/>
              </a:defRPr>
            </a:lvl1pPr>
          </a:lstStyle>
          <a:p>
            <a:pPr lvl="0"/>
            <a:r>
              <a:rPr lang="en-US"/>
              <a:t>NAME</a:t>
            </a:r>
          </a:p>
        </p:txBody>
      </p:sp>
      <p:sp>
        <p:nvSpPr>
          <p:cNvPr id="17" name="Text Placeholder 14">
            <a:extLst>
              <a:ext uri="{FF2B5EF4-FFF2-40B4-BE49-F238E27FC236}">
                <a16:creationId xmlns:a16="http://schemas.microsoft.com/office/drawing/2014/main" id="{F659ED7A-E1DD-8A26-450C-A7D2086CD322}"/>
              </a:ext>
            </a:extLst>
          </p:cNvPr>
          <p:cNvSpPr>
            <a:spLocks noGrp="1"/>
          </p:cNvSpPr>
          <p:nvPr>
            <p:ph type="body" sz="quarter" idx="42" hasCustomPrompt="1"/>
          </p:nvPr>
        </p:nvSpPr>
        <p:spPr>
          <a:xfrm>
            <a:off x="2290707" y="4175426"/>
            <a:ext cx="1399666" cy="444896"/>
          </a:xfrm>
        </p:spPr>
        <p:txBody>
          <a:bodyPr lIns="0" tIns="0" rIns="0" bIns="0" anchor="t">
            <a:noAutofit/>
          </a:bodyPr>
          <a:lstStyle>
            <a:lvl1pPr marL="0" indent="0">
              <a:lnSpc>
                <a:spcPct val="120000"/>
              </a:lnSpc>
              <a:spcBef>
                <a:spcPts val="600"/>
              </a:spcBef>
              <a:buNone/>
              <a:defRPr sz="900">
                <a:solidFill>
                  <a:schemeClr val="bg1"/>
                </a:solidFill>
              </a:defRPr>
            </a:lvl1pPr>
          </a:lstStyle>
          <a:p>
            <a:pPr lvl="0"/>
            <a:r>
              <a:rPr lang="en-US"/>
              <a:t>Title</a:t>
            </a:r>
          </a:p>
        </p:txBody>
      </p:sp>
      <p:sp>
        <p:nvSpPr>
          <p:cNvPr id="18" name="Picture Placeholder 3">
            <a:extLst>
              <a:ext uri="{FF2B5EF4-FFF2-40B4-BE49-F238E27FC236}">
                <a16:creationId xmlns:a16="http://schemas.microsoft.com/office/drawing/2014/main" id="{1D430B87-4ECB-97C6-148B-43D2D38C3CC7}"/>
              </a:ext>
            </a:extLst>
          </p:cNvPr>
          <p:cNvSpPr>
            <a:spLocks noGrp="1"/>
          </p:cNvSpPr>
          <p:nvPr>
            <p:ph type="pic" sz="quarter" idx="43"/>
          </p:nvPr>
        </p:nvSpPr>
        <p:spPr>
          <a:xfrm>
            <a:off x="2290707" y="2185809"/>
            <a:ext cx="1399667" cy="1775520"/>
          </a:xfrm>
        </p:spPr>
        <p:txBody>
          <a:bodyPr/>
          <a:lstStyle/>
          <a:p>
            <a:endParaRPr lang="en-US"/>
          </a:p>
        </p:txBody>
      </p:sp>
      <p:sp>
        <p:nvSpPr>
          <p:cNvPr id="19" name="Text Placeholder 6">
            <a:extLst>
              <a:ext uri="{FF2B5EF4-FFF2-40B4-BE49-F238E27FC236}">
                <a16:creationId xmlns:a16="http://schemas.microsoft.com/office/drawing/2014/main" id="{AC02FEAF-4C51-B395-3791-7934DD2A2CC3}"/>
              </a:ext>
            </a:extLst>
          </p:cNvPr>
          <p:cNvSpPr>
            <a:spLocks noGrp="1"/>
          </p:cNvSpPr>
          <p:nvPr>
            <p:ph type="body" sz="quarter" idx="44" hasCustomPrompt="1"/>
          </p:nvPr>
        </p:nvSpPr>
        <p:spPr>
          <a:xfrm>
            <a:off x="3898126" y="1864757"/>
            <a:ext cx="1399666" cy="249532"/>
          </a:xfrm>
          <a:prstGeom prst="rect">
            <a:avLst/>
          </a:prstGeom>
        </p:spPr>
        <p:txBody>
          <a:bodyPr lIns="0" tIns="0" rIns="0" bIns="0" anchor="b">
            <a:noAutofit/>
          </a:bodyPr>
          <a:lstStyle>
            <a:lvl1pPr marL="0" indent="0">
              <a:lnSpc>
                <a:spcPct val="70000"/>
              </a:lnSpc>
              <a:buNone/>
              <a:defRPr sz="900">
                <a:solidFill>
                  <a:schemeClr val="bg1"/>
                </a:solidFill>
                <a:latin typeface="+mj-lt"/>
              </a:defRPr>
            </a:lvl1pPr>
          </a:lstStyle>
          <a:p>
            <a:pPr lvl="0"/>
            <a:r>
              <a:rPr lang="en-US"/>
              <a:t>TITLE</a:t>
            </a:r>
          </a:p>
        </p:txBody>
      </p:sp>
      <p:sp>
        <p:nvSpPr>
          <p:cNvPr id="20" name="Text Placeholder 6">
            <a:extLst>
              <a:ext uri="{FF2B5EF4-FFF2-40B4-BE49-F238E27FC236}">
                <a16:creationId xmlns:a16="http://schemas.microsoft.com/office/drawing/2014/main" id="{E1CB1441-306E-6F30-7DBF-9412B4DAB813}"/>
              </a:ext>
            </a:extLst>
          </p:cNvPr>
          <p:cNvSpPr>
            <a:spLocks noGrp="1"/>
          </p:cNvSpPr>
          <p:nvPr>
            <p:ph type="body" sz="quarter" idx="45" hasCustomPrompt="1"/>
          </p:nvPr>
        </p:nvSpPr>
        <p:spPr>
          <a:xfrm>
            <a:off x="3898126" y="3914142"/>
            <a:ext cx="1399666" cy="249532"/>
          </a:xfrm>
          <a:prstGeom prst="rect">
            <a:avLst/>
          </a:prstGeom>
        </p:spPr>
        <p:txBody>
          <a:bodyPr lIns="0" tIns="0" rIns="0" bIns="0" anchor="b">
            <a:noAutofit/>
          </a:bodyPr>
          <a:lstStyle>
            <a:lvl1pPr marL="0" indent="0">
              <a:lnSpc>
                <a:spcPct val="70000"/>
              </a:lnSpc>
              <a:buNone/>
              <a:defRPr sz="900">
                <a:solidFill>
                  <a:schemeClr val="accent3"/>
                </a:solidFill>
                <a:latin typeface="+mj-lt"/>
              </a:defRPr>
            </a:lvl1pPr>
          </a:lstStyle>
          <a:p>
            <a:pPr lvl="0"/>
            <a:r>
              <a:rPr lang="en-US"/>
              <a:t>NAME</a:t>
            </a:r>
          </a:p>
        </p:txBody>
      </p:sp>
      <p:sp>
        <p:nvSpPr>
          <p:cNvPr id="21" name="Text Placeholder 14">
            <a:extLst>
              <a:ext uri="{FF2B5EF4-FFF2-40B4-BE49-F238E27FC236}">
                <a16:creationId xmlns:a16="http://schemas.microsoft.com/office/drawing/2014/main" id="{98F7F71E-2733-3E64-C6A6-86600B0BB1B2}"/>
              </a:ext>
            </a:extLst>
          </p:cNvPr>
          <p:cNvSpPr>
            <a:spLocks noGrp="1"/>
          </p:cNvSpPr>
          <p:nvPr>
            <p:ph type="body" sz="quarter" idx="46" hasCustomPrompt="1"/>
          </p:nvPr>
        </p:nvSpPr>
        <p:spPr>
          <a:xfrm>
            <a:off x="3898126" y="4175426"/>
            <a:ext cx="1399666" cy="444896"/>
          </a:xfrm>
        </p:spPr>
        <p:txBody>
          <a:bodyPr lIns="0" tIns="0" rIns="0" bIns="0" anchor="t">
            <a:noAutofit/>
          </a:bodyPr>
          <a:lstStyle>
            <a:lvl1pPr marL="0" indent="0">
              <a:lnSpc>
                <a:spcPct val="120000"/>
              </a:lnSpc>
              <a:spcBef>
                <a:spcPts val="600"/>
              </a:spcBef>
              <a:buNone/>
              <a:defRPr sz="900">
                <a:solidFill>
                  <a:schemeClr val="bg1"/>
                </a:solidFill>
              </a:defRPr>
            </a:lvl1pPr>
          </a:lstStyle>
          <a:p>
            <a:pPr lvl="0"/>
            <a:r>
              <a:rPr lang="en-US"/>
              <a:t>Title</a:t>
            </a:r>
          </a:p>
        </p:txBody>
      </p:sp>
      <p:sp>
        <p:nvSpPr>
          <p:cNvPr id="22" name="Picture Placeholder 3">
            <a:extLst>
              <a:ext uri="{FF2B5EF4-FFF2-40B4-BE49-F238E27FC236}">
                <a16:creationId xmlns:a16="http://schemas.microsoft.com/office/drawing/2014/main" id="{C89CD3F7-82E0-0BCF-3D8C-7E686E139E06}"/>
              </a:ext>
            </a:extLst>
          </p:cNvPr>
          <p:cNvSpPr>
            <a:spLocks noGrp="1"/>
          </p:cNvSpPr>
          <p:nvPr>
            <p:ph type="pic" sz="quarter" idx="47"/>
          </p:nvPr>
        </p:nvSpPr>
        <p:spPr>
          <a:xfrm>
            <a:off x="3898126" y="2185809"/>
            <a:ext cx="1399667" cy="1775520"/>
          </a:xfrm>
        </p:spPr>
        <p:txBody>
          <a:bodyPr/>
          <a:lstStyle/>
          <a:p>
            <a:endParaRPr lang="en-US"/>
          </a:p>
        </p:txBody>
      </p:sp>
      <p:sp>
        <p:nvSpPr>
          <p:cNvPr id="29" name="Text Placeholder 6">
            <a:extLst>
              <a:ext uri="{FF2B5EF4-FFF2-40B4-BE49-F238E27FC236}">
                <a16:creationId xmlns:a16="http://schemas.microsoft.com/office/drawing/2014/main" id="{F6CEC693-B324-D00A-8D9D-9B132D4B6E91}"/>
              </a:ext>
            </a:extLst>
          </p:cNvPr>
          <p:cNvSpPr>
            <a:spLocks noGrp="1"/>
          </p:cNvSpPr>
          <p:nvPr>
            <p:ph type="body" sz="quarter" idx="48" hasCustomPrompt="1"/>
          </p:nvPr>
        </p:nvSpPr>
        <p:spPr>
          <a:xfrm>
            <a:off x="5505545" y="3914142"/>
            <a:ext cx="1399666" cy="249532"/>
          </a:xfrm>
          <a:prstGeom prst="rect">
            <a:avLst/>
          </a:prstGeom>
        </p:spPr>
        <p:txBody>
          <a:bodyPr lIns="0" tIns="0" rIns="0" bIns="0" anchor="b">
            <a:noAutofit/>
          </a:bodyPr>
          <a:lstStyle>
            <a:lvl1pPr marL="0" indent="0">
              <a:lnSpc>
                <a:spcPct val="70000"/>
              </a:lnSpc>
              <a:buNone/>
              <a:defRPr sz="900">
                <a:solidFill>
                  <a:schemeClr val="accent3"/>
                </a:solidFill>
                <a:latin typeface="+mj-lt"/>
              </a:defRPr>
            </a:lvl1pPr>
          </a:lstStyle>
          <a:p>
            <a:pPr lvl="0"/>
            <a:r>
              <a:rPr lang="en-US"/>
              <a:t>NAME</a:t>
            </a:r>
          </a:p>
        </p:txBody>
      </p:sp>
      <p:sp>
        <p:nvSpPr>
          <p:cNvPr id="31" name="Text Placeholder 14">
            <a:extLst>
              <a:ext uri="{FF2B5EF4-FFF2-40B4-BE49-F238E27FC236}">
                <a16:creationId xmlns:a16="http://schemas.microsoft.com/office/drawing/2014/main" id="{4BB22DF8-8168-1DE7-634E-79C083FD0E8F}"/>
              </a:ext>
            </a:extLst>
          </p:cNvPr>
          <p:cNvSpPr>
            <a:spLocks noGrp="1"/>
          </p:cNvSpPr>
          <p:nvPr>
            <p:ph type="body" sz="quarter" idx="49" hasCustomPrompt="1"/>
          </p:nvPr>
        </p:nvSpPr>
        <p:spPr>
          <a:xfrm>
            <a:off x="5505545" y="4175426"/>
            <a:ext cx="1399666" cy="444896"/>
          </a:xfrm>
        </p:spPr>
        <p:txBody>
          <a:bodyPr lIns="0" tIns="0" rIns="0" bIns="0" anchor="t">
            <a:noAutofit/>
          </a:bodyPr>
          <a:lstStyle>
            <a:lvl1pPr marL="0" indent="0">
              <a:lnSpc>
                <a:spcPct val="120000"/>
              </a:lnSpc>
              <a:spcBef>
                <a:spcPts val="600"/>
              </a:spcBef>
              <a:buNone/>
              <a:defRPr sz="900">
                <a:solidFill>
                  <a:schemeClr val="bg1"/>
                </a:solidFill>
              </a:defRPr>
            </a:lvl1pPr>
          </a:lstStyle>
          <a:p>
            <a:pPr lvl="0"/>
            <a:r>
              <a:rPr lang="en-US"/>
              <a:t>Title</a:t>
            </a:r>
          </a:p>
        </p:txBody>
      </p:sp>
      <p:sp>
        <p:nvSpPr>
          <p:cNvPr id="33" name="Picture Placeholder 3">
            <a:extLst>
              <a:ext uri="{FF2B5EF4-FFF2-40B4-BE49-F238E27FC236}">
                <a16:creationId xmlns:a16="http://schemas.microsoft.com/office/drawing/2014/main" id="{14E02F90-412C-C598-04F0-2972E4C91B22}"/>
              </a:ext>
            </a:extLst>
          </p:cNvPr>
          <p:cNvSpPr>
            <a:spLocks noGrp="1"/>
          </p:cNvSpPr>
          <p:nvPr>
            <p:ph type="pic" sz="quarter" idx="50"/>
          </p:nvPr>
        </p:nvSpPr>
        <p:spPr>
          <a:xfrm>
            <a:off x="5505545" y="2185809"/>
            <a:ext cx="1399667" cy="1775520"/>
          </a:xfrm>
        </p:spPr>
        <p:txBody>
          <a:bodyPr/>
          <a:lstStyle/>
          <a:p>
            <a:endParaRPr lang="en-US"/>
          </a:p>
        </p:txBody>
      </p:sp>
    </p:spTree>
    <p:extLst>
      <p:ext uri="{BB962C8B-B14F-4D97-AF65-F5344CB8AC3E}">
        <p14:creationId xmlns:p14="http://schemas.microsoft.com/office/powerpoint/2010/main" val="929922752"/>
      </p:ext>
    </p:extLst>
  </p:cSld>
  <p:clrMapOvr>
    <a:masterClrMapping/>
  </p:clrMapOvr>
  <p:transition spd="med"/>
</p:sldLayout>
</file>

<file path=ppt/slideLayouts/slideLayout107.xml><?xml version="1.0" encoding="utf-8"?>
<p:sldLayout xmlns:a="http://schemas.openxmlformats.org/drawingml/2006/main" xmlns:r="http://schemas.openxmlformats.org/officeDocument/2006/relationships" xmlns:p="http://schemas.openxmlformats.org/presentationml/2006/main" showMasterSp="0" preserve="1" userDrawn="1">
  <p:cSld name="team 3">
    <p:bg>
      <p:bgPr>
        <a:solidFill>
          <a:srgbClr val="FDFAF2"/>
        </a:solidFill>
        <a:effectLst/>
      </p:bgPr>
    </p:bg>
    <p:spTree>
      <p:nvGrpSpPr>
        <p:cNvPr id="1" name=""/>
        <p:cNvGrpSpPr/>
        <p:nvPr/>
      </p:nvGrpSpPr>
      <p:grpSpPr>
        <a:xfrm>
          <a:off x="0" y="0"/>
          <a:ext cx="0" cy="0"/>
          <a:chOff x="0" y="0"/>
          <a:chExt cx="0" cy="0"/>
        </a:xfrm>
      </p:grpSpPr>
      <p:pic>
        <p:nvPicPr>
          <p:cNvPr id="65" name="CGC logo.png" descr="CGC logo.png"/>
          <p:cNvPicPr>
            <a:picLocks noChangeAspect="1"/>
          </p:cNvPicPr>
          <p:nvPr/>
        </p:nvPicPr>
        <p:blipFill>
          <a:blip r:embed="rId2" cstate="hqprint">
            <a:extLst>
              <a:ext uri="{28A0092B-C50C-407E-A947-70E740481C1C}">
                <a14:useLocalDpi xmlns:a14="http://schemas.microsoft.com/office/drawing/2010/main"/>
              </a:ext>
            </a:extLst>
          </a:blip>
          <a:stretch>
            <a:fillRect/>
          </a:stretch>
        </p:blipFill>
        <p:spPr>
          <a:xfrm>
            <a:off x="285750" y="285750"/>
            <a:ext cx="1152525" cy="199894"/>
          </a:xfrm>
          <a:prstGeom prst="rect">
            <a:avLst/>
          </a:prstGeom>
          <a:ln w="12700">
            <a:miter lim="400000"/>
          </a:ln>
        </p:spPr>
      </p:pic>
      <p:sp>
        <p:nvSpPr>
          <p:cNvPr id="66" name="Slide Number"/>
          <p:cNvSpPr txBox="1">
            <a:spLocks noGrp="1"/>
          </p:cNvSpPr>
          <p:nvPr>
            <p:ph type="sldNum" sz="quarter" idx="2"/>
          </p:nvPr>
        </p:nvSpPr>
        <p:spPr>
          <a:prstGeom prst="rect">
            <a:avLst/>
          </a:prstGeom>
        </p:spPr>
        <p:txBody>
          <a:bodyPr/>
          <a:lstStyle>
            <a:lvl1pPr>
              <a:defRPr>
                <a:solidFill>
                  <a:schemeClr val="tx1"/>
                </a:solidFill>
              </a:defRPr>
            </a:lvl1pPr>
          </a:lstStyle>
          <a:p>
            <a:fld id="{86CB4B4D-7CA3-9044-876B-883B54F8677D}" type="slidenum">
              <a:rPr lang="en-GB" smtClean="0"/>
              <a:pPr/>
              <a:t>‹#›</a:t>
            </a:fld>
            <a:endParaRPr lang="en-GB"/>
          </a:p>
        </p:txBody>
      </p:sp>
      <p:sp>
        <p:nvSpPr>
          <p:cNvPr id="40" name="Text Placeholder 6">
            <a:extLst>
              <a:ext uri="{FF2B5EF4-FFF2-40B4-BE49-F238E27FC236}">
                <a16:creationId xmlns:a16="http://schemas.microsoft.com/office/drawing/2014/main" id="{F92676DC-E92C-EF50-85EB-CB0267900686}"/>
              </a:ext>
            </a:extLst>
          </p:cNvPr>
          <p:cNvSpPr>
            <a:spLocks noGrp="1"/>
          </p:cNvSpPr>
          <p:nvPr>
            <p:ph type="body" sz="quarter" idx="22" hasCustomPrompt="1"/>
          </p:nvPr>
        </p:nvSpPr>
        <p:spPr>
          <a:xfrm>
            <a:off x="635162" y="805164"/>
            <a:ext cx="3731638" cy="762933"/>
          </a:xfrm>
          <a:prstGeom prst="rect">
            <a:avLst/>
          </a:prstGeom>
        </p:spPr>
        <p:txBody>
          <a:bodyPr lIns="0" tIns="0" rIns="0" bIns="0" anchor="b">
            <a:noAutofit/>
          </a:bodyPr>
          <a:lstStyle>
            <a:lvl1pPr marL="0" indent="0">
              <a:lnSpc>
                <a:spcPct val="70000"/>
              </a:lnSpc>
              <a:buNone/>
              <a:defRPr sz="3000">
                <a:solidFill>
                  <a:schemeClr val="tx1"/>
                </a:solidFill>
                <a:latin typeface="+mj-lt"/>
              </a:defRPr>
            </a:lvl1pPr>
          </a:lstStyle>
          <a:p>
            <a:pPr lvl="0"/>
            <a:r>
              <a:rPr lang="en-US"/>
              <a:t>TITLE</a:t>
            </a:r>
          </a:p>
        </p:txBody>
      </p:sp>
      <p:sp>
        <p:nvSpPr>
          <p:cNvPr id="41" name="Text Placeholder 6">
            <a:extLst>
              <a:ext uri="{FF2B5EF4-FFF2-40B4-BE49-F238E27FC236}">
                <a16:creationId xmlns:a16="http://schemas.microsoft.com/office/drawing/2014/main" id="{44770585-3115-73E0-E960-F39C79EA16C1}"/>
              </a:ext>
            </a:extLst>
          </p:cNvPr>
          <p:cNvSpPr>
            <a:spLocks noGrp="1"/>
          </p:cNvSpPr>
          <p:nvPr>
            <p:ph type="body" sz="quarter" idx="23" hasCustomPrompt="1"/>
          </p:nvPr>
        </p:nvSpPr>
        <p:spPr>
          <a:xfrm>
            <a:off x="635162" y="1887617"/>
            <a:ext cx="1399666" cy="249532"/>
          </a:xfrm>
          <a:prstGeom prst="rect">
            <a:avLst/>
          </a:prstGeom>
        </p:spPr>
        <p:txBody>
          <a:bodyPr lIns="0" tIns="0" rIns="0" bIns="0" anchor="b">
            <a:noAutofit/>
          </a:bodyPr>
          <a:lstStyle>
            <a:lvl1pPr marL="0" indent="0">
              <a:lnSpc>
                <a:spcPct val="70000"/>
              </a:lnSpc>
              <a:buNone/>
              <a:defRPr sz="900">
                <a:solidFill>
                  <a:schemeClr val="tx1"/>
                </a:solidFill>
                <a:latin typeface="+mj-lt"/>
              </a:defRPr>
            </a:lvl1pPr>
          </a:lstStyle>
          <a:p>
            <a:pPr lvl="0"/>
            <a:r>
              <a:rPr lang="en-US"/>
              <a:t>TITLE</a:t>
            </a:r>
          </a:p>
        </p:txBody>
      </p:sp>
      <p:sp>
        <p:nvSpPr>
          <p:cNvPr id="42" name="Text Placeholder 14">
            <a:extLst>
              <a:ext uri="{FF2B5EF4-FFF2-40B4-BE49-F238E27FC236}">
                <a16:creationId xmlns:a16="http://schemas.microsoft.com/office/drawing/2014/main" id="{DCED42A6-D027-99D9-8E7C-5F0A7B2B8848}"/>
              </a:ext>
            </a:extLst>
          </p:cNvPr>
          <p:cNvSpPr>
            <a:spLocks noGrp="1"/>
          </p:cNvSpPr>
          <p:nvPr>
            <p:ph type="body" sz="quarter" idx="27" hasCustomPrompt="1"/>
          </p:nvPr>
        </p:nvSpPr>
        <p:spPr>
          <a:xfrm>
            <a:off x="614219" y="3056526"/>
            <a:ext cx="962704" cy="444896"/>
          </a:xfrm>
        </p:spPr>
        <p:txBody>
          <a:bodyPr lIns="0" tIns="0" rIns="0" bIns="0" anchor="t">
            <a:noAutofit/>
          </a:bodyPr>
          <a:lstStyle>
            <a:lvl1pPr marL="0" indent="0">
              <a:lnSpc>
                <a:spcPct val="120000"/>
              </a:lnSpc>
              <a:spcBef>
                <a:spcPts val="600"/>
              </a:spcBef>
              <a:buNone/>
              <a:defRPr sz="830">
                <a:solidFill>
                  <a:schemeClr val="tx1"/>
                </a:solidFill>
              </a:defRPr>
            </a:lvl1pPr>
          </a:lstStyle>
          <a:p>
            <a:pPr lvl="0"/>
            <a:r>
              <a:rPr lang="en-US"/>
              <a:t>Title</a:t>
            </a:r>
          </a:p>
        </p:txBody>
      </p:sp>
      <p:sp>
        <p:nvSpPr>
          <p:cNvPr id="43" name="Text Placeholder 14">
            <a:extLst>
              <a:ext uri="{FF2B5EF4-FFF2-40B4-BE49-F238E27FC236}">
                <a16:creationId xmlns:a16="http://schemas.microsoft.com/office/drawing/2014/main" id="{E001698E-0196-A6F0-F1F4-BE1992550EC0}"/>
              </a:ext>
            </a:extLst>
          </p:cNvPr>
          <p:cNvSpPr>
            <a:spLocks noGrp="1"/>
          </p:cNvSpPr>
          <p:nvPr>
            <p:ph type="body" sz="quarter" idx="28" hasCustomPrompt="1"/>
          </p:nvPr>
        </p:nvSpPr>
        <p:spPr>
          <a:xfrm>
            <a:off x="1848740" y="3056526"/>
            <a:ext cx="962704" cy="444896"/>
          </a:xfrm>
        </p:spPr>
        <p:txBody>
          <a:bodyPr lIns="0" tIns="0" rIns="0" bIns="0" anchor="t">
            <a:noAutofit/>
          </a:bodyPr>
          <a:lstStyle>
            <a:lvl1pPr marL="0" indent="0">
              <a:lnSpc>
                <a:spcPct val="120000"/>
              </a:lnSpc>
              <a:spcBef>
                <a:spcPts val="600"/>
              </a:spcBef>
              <a:buNone/>
              <a:defRPr sz="830">
                <a:solidFill>
                  <a:schemeClr val="tx1"/>
                </a:solidFill>
              </a:defRPr>
            </a:lvl1pPr>
          </a:lstStyle>
          <a:p>
            <a:pPr lvl="0"/>
            <a:r>
              <a:rPr lang="en-US"/>
              <a:t>Title</a:t>
            </a:r>
          </a:p>
        </p:txBody>
      </p:sp>
      <p:sp>
        <p:nvSpPr>
          <p:cNvPr id="44" name="Text Placeholder 14">
            <a:extLst>
              <a:ext uri="{FF2B5EF4-FFF2-40B4-BE49-F238E27FC236}">
                <a16:creationId xmlns:a16="http://schemas.microsoft.com/office/drawing/2014/main" id="{AE656DD7-3107-567E-9B1E-87A13F4A05C3}"/>
              </a:ext>
            </a:extLst>
          </p:cNvPr>
          <p:cNvSpPr>
            <a:spLocks noGrp="1"/>
          </p:cNvSpPr>
          <p:nvPr>
            <p:ph type="body" sz="quarter" idx="29" hasCustomPrompt="1"/>
          </p:nvPr>
        </p:nvSpPr>
        <p:spPr>
          <a:xfrm>
            <a:off x="3054543" y="3056526"/>
            <a:ext cx="962704" cy="444896"/>
          </a:xfrm>
        </p:spPr>
        <p:txBody>
          <a:bodyPr lIns="0" tIns="0" rIns="0" bIns="0" anchor="t">
            <a:noAutofit/>
          </a:bodyPr>
          <a:lstStyle>
            <a:lvl1pPr marL="0" indent="0">
              <a:lnSpc>
                <a:spcPct val="120000"/>
              </a:lnSpc>
              <a:spcBef>
                <a:spcPts val="600"/>
              </a:spcBef>
              <a:buNone/>
              <a:defRPr sz="830">
                <a:solidFill>
                  <a:schemeClr val="tx1"/>
                </a:solidFill>
              </a:defRPr>
            </a:lvl1pPr>
          </a:lstStyle>
          <a:p>
            <a:pPr lvl="0"/>
            <a:r>
              <a:rPr lang="en-US"/>
              <a:t>Title</a:t>
            </a:r>
          </a:p>
        </p:txBody>
      </p:sp>
      <p:sp>
        <p:nvSpPr>
          <p:cNvPr id="45" name="Text Placeholder 14">
            <a:extLst>
              <a:ext uri="{FF2B5EF4-FFF2-40B4-BE49-F238E27FC236}">
                <a16:creationId xmlns:a16="http://schemas.microsoft.com/office/drawing/2014/main" id="{752FA3E4-650E-34ED-495C-F40435CBFC27}"/>
              </a:ext>
            </a:extLst>
          </p:cNvPr>
          <p:cNvSpPr>
            <a:spLocks noGrp="1"/>
          </p:cNvSpPr>
          <p:nvPr>
            <p:ph type="body" sz="quarter" idx="30" hasCustomPrompt="1"/>
          </p:nvPr>
        </p:nvSpPr>
        <p:spPr>
          <a:xfrm>
            <a:off x="4289064" y="3056526"/>
            <a:ext cx="962704" cy="444896"/>
          </a:xfrm>
        </p:spPr>
        <p:txBody>
          <a:bodyPr lIns="0" tIns="0" rIns="0" bIns="0" anchor="t">
            <a:noAutofit/>
          </a:bodyPr>
          <a:lstStyle>
            <a:lvl1pPr marL="0" indent="0">
              <a:lnSpc>
                <a:spcPct val="120000"/>
              </a:lnSpc>
              <a:spcBef>
                <a:spcPts val="600"/>
              </a:spcBef>
              <a:buNone/>
              <a:defRPr sz="830">
                <a:solidFill>
                  <a:schemeClr val="tx1"/>
                </a:solidFill>
              </a:defRPr>
            </a:lvl1pPr>
          </a:lstStyle>
          <a:p>
            <a:pPr lvl="0"/>
            <a:r>
              <a:rPr lang="en-US"/>
              <a:t>Title</a:t>
            </a:r>
          </a:p>
        </p:txBody>
      </p:sp>
      <p:sp>
        <p:nvSpPr>
          <p:cNvPr id="46" name="Text Placeholder 14">
            <a:extLst>
              <a:ext uri="{FF2B5EF4-FFF2-40B4-BE49-F238E27FC236}">
                <a16:creationId xmlns:a16="http://schemas.microsoft.com/office/drawing/2014/main" id="{5156BC2D-F296-3D4C-E38E-EC77EBB2BFAF}"/>
              </a:ext>
            </a:extLst>
          </p:cNvPr>
          <p:cNvSpPr>
            <a:spLocks noGrp="1"/>
          </p:cNvSpPr>
          <p:nvPr>
            <p:ph type="body" sz="quarter" idx="31" hasCustomPrompt="1"/>
          </p:nvPr>
        </p:nvSpPr>
        <p:spPr>
          <a:xfrm>
            <a:off x="5526467" y="3045491"/>
            <a:ext cx="962704" cy="444896"/>
          </a:xfrm>
        </p:spPr>
        <p:txBody>
          <a:bodyPr lIns="0" tIns="0" rIns="0" bIns="0" anchor="t">
            <a:noAutofit/>
          </a:bodyPr>
          <a:lstStyle>
            <a:lvl1pPr marL="0" indent="0">
              <a:lnSpc>
                <a:spcPct val="120000"/>
              </a:lnSpc>
              <a:spcBef>
                <a:spcPts val="600"/>
              </a:spcBef>
              <a:buNone/>
              <a:defRPr sz="830">
                <a:solidFill>
                  <a:schemeClr val="tx1"/>
                </a:solidFill>
              </a:defRPr>
            </a:lvl1pPr>
          </a:lstStyle>
          <a:p>
            <a:pPr lvl="0"/>
            <a:r>
              <a:rPr lang="en-US"/>
              <a:t>Title</a:t>
            </a:r>
          </a:p>
        </p:txBody>
      </p:sp>
      <p:sp>
        <p:nvSpPr>
          <p:cNvPr id="50" name="Text Placeholder 14">
            <a:extLst>
              <a:ext uri="{FF2B5EF4-FFF2-40B4-BE49-F238E27FC236}">
                <a16:creationId xmlns:a16="http://schemas.microsoft.com/office/drawing/2014/main" id="{6CAA8EDE-5CFC-3C0D-BEDF-584B75E23942}"/>
              </a:ext>
            </a:extLst>
          </p:cNvPr>
          <p:cNvSpPr>
            <a:spLocks noGrp="1"/>
          </p:cNvSpPr>
          <p:nvPr>
            <p:ph type="body" sz="quarter" idx="32" hasCustomPrompt="1"/>
          </p:nvPr>
        </p:nvSpPr>
        <p:spPr>
          <a:xfrm>
            <a:off x="614219" y="4583875"/>
            <a:ext cx="962704" cy="444896"/>
          </a:xfrm>
        </p:spPr>
        <p:txBody>
          <a:bodyPr lIns="0" tIns="0" rIns="0" bIns="0" anchor="t">
            <a:noAutofit/>
          </a:bodyPr>
          <a:lstStyle>
            <a:lvl1pPr marL="0" indent="0">
              <a:lnSpc>
                <a:spcPct val="120000"/>
              </a:lnSpc>
              <a:spcBef>
                <a:spcPts val="600"/>
              </a:spcBef>
              <a:buNone/>
              <a:defRPr sz="830">
                <a:solidFill>
                  <a:schemeClr val="tx1"/>
                </a:solidFill>
              </a:defRPr>
            </a:lvl1pPr>
          </a:lstStyle>
          <a:p>
            <a:pPr lvl="0"/>
            <a:r>
              <a:rPr lang="en-US"/>
              <a:t>Title</a:t>
            </a:r>
          </a:p>
        </p:txBody>
      </p:sp>
      <p:sp>
        <p:nvSpPr>
          <p:cNvPr id="51" name="Text Placeholder 14">
            <a:extLst>
              <a:ext uri="{FF2B5EF4-FFF2-40B4-BE49-F238E27FC236}">
                <a16:creationId xmlns:a16="http://schemas.microsoft.com/office/drawing/2014/main" id="{199BFAC7-2FD9-F246-D472-02B62C5FBEF2}"/>
              </a:ext>
            </a:extLst>
          </p:cNvPr>
          <p:cNvSpPr>
            <a:spLocks noGrp="1"/>
          </p:cNvSpPr>
          <p:nvPr>
            <p:ph type="body" sz="quarter" idx="33" hasCustomPrompt="1"/>
          </p:nvPr>
        </p:nvSpPr>
        <p:spPr>
          <a:xfrm>
            <a:off x="1848740" y="4583875"/>
            <a:ext cx="962704" cy="444896"/>
          </a:xfrm>
        </p:spPr>
        <p:txBody>
          <a:bodyPr lIns="0" tIns="0" rIns="0" bIns="0" anchor="t">
            <a:noAutofit/>
          </a:bodyPr>
          <a:lstStyle>
            <a:lvl1pPr marL="0" indent="0">
              <a:lnSpc>
                <a:spcPct val="120000"/>
              </a:lnSpc>
              <a:spcBef>
                <a:spcPts val="600"/>
              </a:spcBef>
              <a:buNone/>
              <a:defRPr sz="830">
                <a:solidFill>
                  <a:schemeClr val="tx1"/>
                </a:solidFill>
              </a:defRPr>
            </a:lvl1pPr>
          </a:lstStyle>
          <a:p>
            <a:pPr lvl="0"/>
            <a:r>
              <a:rPr lang="en-US"/>
              <a:t>Title</a:t>
            </a:r>
          </a:p>
        </p:txBody>
      </p:sp>
      <p:sp>
        <p:nvSpPr>
          <p:cNvPr id="52" name="Text Placeholder 14">
            <a:extLst>
              <a:ext uri="{FF2B5EF4-FFF2-40B4-BE49-F238E27FC236}">
                <a16:creationId xmlns:a16="http://schemas.microsoft.com/office/drawing/2014/main" id="{72D2DDC0-52E3-BA76-C091-874D81C3FA86}"/>
              </a:ext>
            </a:extLst>
          </p:cNvPr>
          <p:cNvSpPr>
            <a:spLocks noGrp="1"/>
          </p:cNvSpPr>
          <p:nvPr>
            <p:ph type="body" sz="quarter" idx="34" hasCustomPrompt="1"/>
          </p:nvPr>
        </p:nvSpPr>
        <p:spPr>
          <a:xfrm>
            <a:off x="3054543" y="4583875"/>
            <a:ext cx="962704" cy="444896"/>
          </a:xfrm>
        </p:spPr>
        <p:txBody>
          <a:bodyPr lIns="0" tIns="0" rIns="0" bIns="0" anchor="t">
            <a:noAutofit/>
          </a:bodyPr>
          <a:lstStyle>
            <a:lvl1pPr marL="0" indent="0">
              <a:lnSpc>
                <a:spcPct val="120000"/>
              </a:lnSpc>
              <a:spcBef>
                <a:spcPts val="600"/>
              </a:spcBef>
              <a:buNone/>
              <a:defRPr sz="830">
                <a:solidFill>
                  <a:schemeClr val="tx1"/>
                </a:solidFill>
              </a:defRPr>
            </a:lvl1pPr>
          </a:lstStyle>
          <a:p>
            <a:pPr lvl="0"/>
            <a:r>
              <a:rPr lang="en-US"/>
              <a:t>Title</a:t>
            </a:r>
          </a:p>
        </p:txBody>
      </p:sp>
      <p:sp>
        <p:nvSpPr>
          <p:cNvPr id="53" name="Text Placeholder 14">
            <a:extLst>
              <a:ext uri="{FF2B5EF4-FFF2-40B4-BE49-F238E27FC236}">
                <a16:creationId xmlns:a16="http://schemas.microsoft.com/office/drawing/2014/main" id="{E2650912-D81F-9D16-08FE-7C93B8D68CE6}"/>
              </a:ext>
            </a:extLst>
          </p:cNvPr>
          <p:cNvSpPr>
            <a:spLocks noGrp="1"/>
          </p:cNvSpPr>
          <p:nvPr>
            <p:ph type="body" sz="quarter" idx="35" hasCustomPrompt="1"/>
          </p:nvPr>
        </p:nvSpPr>
        <p:spPr>
          <a:xfrm>
            <a:off x="4289064" y="4583875"/>
            <a:ext cx="962704" cy="444896"/>
          </a:xfrm>
        </p:spPr>
        <p:txBody>
          <a:bodyPr lIns="0" tIns="0" rIns="0" bIns="0" anchor="t">
            <a:noAutofit/>
          </a:bodyPr>
          <a:lstStyle>
            <a:lvl1pPr marL="0" indent="0">
              <a:lnSpc>
                <a:spcPct val="120000"/>
              </a:lnSpc>
              <a:spcBef>
                <a:spcPts val="600"/>
              </a:spcBef>
              <a:buNone/>
              <a:defRPr sz="830">
                <a:solidFill>
                  <a:schemeClr val="tx1"/>
                </a:solidFill>
              </a:defRPr>
            </a:lvl1pPr>
          </a:lstStyle>
          <a:p>
            <a:pPr lvl="0"/>
            <a:r>
              <a:rPr lang="en-US"/>
              <a:t>Title</a:t>
            </a:r>
          </a:p>
        </p:txBody>
      </p:sp>
      <p:sp>
        <p:nvSpPr>
          <p:cNvPr id="54" name="Rounded Rectangle 53">
            <a:extLst>
              <a:ext uri="{FF2B5EF4-FFF2-40B4-BE49-F238E27FC236}">
                <a16:creationId xmlns:a16="http://schemas.microsoft.com/office/drawing/2014/main" id="{5C22A4E3-E890-7685-2764-3FBA6BE65F71}"/>
              </a:ext>
            </a:extLst>
          </p:cNvPr>
          <p:cNvSpPr/>
          <p:nvPr userDrawn="1"/>
        </p:nvSpPr>
        <p:spPr>
          <a:xfrm>
            <a:off x="5519379" y="2185810"/>
            <a:ext cx="857250" cy="857250"/>
          </a:xfrm>
          <a:prstGeom prst="roundRect">
            <a:avLst/>
          </a:prstGeom>
          <a:solidFill>
            <a:srgbClr val="0143FD"/>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20000"/>
              </a:lnSpc>
              <a:spcBef>
                <a:spcPts val="0"/>
              </a:spcBef>
              <a:spcAft>
                <a:spcPts val="0"/>
              </a:spcAft>
              <a:buClrTx/>
              <a:buSzTx/>
              <a:buFontTx/>
              <a:buNone/>
              <a:tabLst/>
            </a:pPr>
            <a:endParaRPr kumimoji="0" lang="en-US" sz="3000" b="0" i="0" u="none" strike="noStrike" cap="all" spc="0" normalizeH="0" baseline="0">
              <a:ln>
                <a:noFill/>
              </a:ln>
              <a:solidFill>
                <a:srgbClr val="FFFFFF"/>
              </a:solidFill>
              <a:effectLst/>
              <a:uFillTx/>
              <a:latin typeface="Proxima Nova Extrabold"/>
              <a:ea typeface="Proxima Nova Extrabold"/>
              <a:cs typeface="Proxima Nova Extrabold"/>
              <a:sym typeface="Proxima Nova Extrabold"/>
            </a:endParaRPr>
          </a:p>
        </p:txBody>
      </p:sp>
      <p:sp>
        <p:nvSpPr>
          <p:cNvPr id="55" name="Rounded Rectangle 54">
            <a:extLst>
              <a:ext uri="{FF2B5EF4-FFF2-40B4-BE49-F238E27FC236}">
                <a16:creationId xmlns:a16="http://schemas.microsoft.com/office/drawing/2014/main" id="{DF1074B4-F378-A3ED-62DA-B0DAD01CD44D}"/>
              </a:ext>
            </a:extLst>
          </p:cNvPr>
          <p:cNvSpPr/>
          <p:nvPr userDrawn="1"/>
        </p:nvSpPr>
        <p:spPr>
          <a:xfrm>
            <a:off x="4293481" y="2185810"/>
            <a:ext cx="857250" cy="857250"/>
          </a:xfrm>
          <a:prstGeom prst="roundRect">
            <a:avLst/>
          </a:prstGeom>
          <a:solidFill>
            <a:srgbClr val="0143FD"/>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20000"/>
              </a:lnSpc>
              <a:spcBef>
                <a:spcPts val="0"/>
              </a:spcBef>
              <a:spcAft>
                <a:spcPts val="0"/>
              </a:spcAft>
              <a:buClrTx/>
              <a:buSzTx/>
              <a:buFontTx/>
              <a:buNone/>
              <a:tabLst/>
            </a:pPr>
            <a:endParaRPr kumimoji="0" lang="en-US" sz="3000" b="0" i="0" u="none" strike="noStrike" cap="all" spc="0" normalizeH="0" baseline="0">
              <a:ln>
                <a:noFill/>
              </a:ln>
              <a:solidFill>
                <a:srgbClr val="FFFFFF"/>
              </a:solidFill>
              <a:effectLst/>
              <a:uFillTx/>
              <a:latin typeface="Proxima Nova Extrabold"/>
              <a:ea typeface="Proxima Nova Extrabold"/>
              <a:cs typeface="Proxima Nova Extrabold"/>
              <a:sym typeface="Proxima Nova Extrabold"/>
            </a:endParaRPr>
          </a:p>
        </p:txBody>
      </p:sp>
      <p:sp>
        <p:nvSpPr>
          <p:cNvPr id="56" name="Rounded Rectangle 55">
            <a:extLst>
              <a:ext uri="{FF2B5EF4-FFF2-40B4-BE49-F238E27FC236}">
                <a16:creationId xmlns:a16="http://schemas.microsoft.com/office/drawing/2014/main" id="{A76CF7AF-11B2-B311-AE32-6A02A001D523}"/>
              </a:ext>
            </a:extLst>
          </p:cNvPr>
          <p:cNvSpPr/>
          <p:nvPr userDrawn="1"/>
        </p:nvSpPr>
        <p:spPr>
          <a:xfrm>
            <a:off x="3057534" y="2185810"/>
            <a:ext cx="857250" cy="857250"/>
          </a:xfrm>
          <a:prstGeom prst="roundRect">
            <a:avLst/>
          </a:prstGeom>
          <a:solidFill>
            <a:srgbClr val="0143FD"/>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20000"/>
              </a:lnSpc>
              <a:spcBef>
                <a:spcPts val="0"/>
              </a:spcBef>
              <a:spcAft>
                <a:spcPts val="0"/>
              </a:spcAft>
              <a:buClrTx/>
              <a:buSzTx/>
              <a:buFontTx/>
              <a:buNone/>
              <a:tabLst/>
            </a:pPr>
            <a:endParaRPr kumimoji="0" lang="en-US" sz="3000" b="0" i="0" u="none" strike="noStrike" cap="all" spc="0" normalizeH="0" baseline="0">
              <a:ln>
                <a:noFill/>
              </a:ln>
              <a:solidFill>
                <a:srgbClr val="FFFFFF"/>
              </a:solidFill>
              <a:effectLst/>
              <a:uFillTx/>
              <a:latin typeface="Proxima Nova Extrabold"/>
              <a:ea typeface="Proxima Nova Extrabold"/>
              <a:cs typeface="Proxima Nova Extrabold"/>
              <a:sym typeface="Proxima Nova Extrabold"/>
            </a:endParaRPr>
          </a:p>
        </p:txBody>
      </p:sp>
      <p:sp>
        <p:nvSpPr>
          <p:cNvPr id="57" name="Rounded Rectangle 56">
            <a:extLst>
              <a:ext uri="{FF2B5EF4-FFF2-40B4-BE49-F238E27FC236}">
                <a16:creationId xmlns:a16="http://schemas.microsoft.com/office/drawing/2014/main" id="{9A1B0D61-9502-DD41-66D2-292B6DA4DB45}"/>
              </a:ext>
            </a:extLst>
          </p:cNvPr>
          <p:cNvSpPr/>
          <p:nvPr userDrawn="1"/>
        </p:nvSpPr>
        <p:spPr>
          <a:xfrm>
            <a:off x="1831635" y="2185810"/>
            <a:ext cx="857250" cy="857250"/>
          </a:xfrm>
          <a:prstGeom prst="roundRect">
            <a:avLst/>
          </a:prstGeom>
          <a:solidFill>
            <a:srgbClr val="0143FD"/>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20000"/>
              </a:lnSpc>
              <a:spcBef>
                <a:spcPts val="0"/>
              </a:spcBef>
              <a:spcAft>
                <a:spcPts val="0"/>
              </a:spcAft>
              <a:buClrTx/>
              <a:buSzTx/>
              <a:buFontTx/>
              <a:buNone/>
              <a:tabLst/>
            </a:pPr>
            <a:endParaRPr kumimoji="0" lang="en-US" sz="3000" b="0" i="0" u="none" strike="noStrike" cap="all" spc="0" normalizeH="0" baseline="0">
              <a:ln>
                <a:noFill/>
              </a:ln>
              <a:solidFill>
                <a:srgbClr val="FFFFFF"/>
              </a:solidFill>
              <a:effectLst/>
              <a:uFillTx/>
              <a:latin typeface="Proxima Nova Extrabold"/>
              <a:ea typeface="Proxima Nova Extrabold"/>
              <a:cs typeface="Proxima Nova Extrabold"/>
              <a:sym typeface="Proxima Nova Extrabold"/>
            </a:endParaRPr>
          </a:p>
        </p:txBody>
      </p:sp>
      <p:sp>
        <p:nvSpPr>
          <p:cNvPr id="58" name="Rounded Rectangle 57">
            <a:extLst>
              <a:ext uri="{FF2B5EF4-FFF2-40B4-BE49-F238E27FC236}">
                <a16:creationId xmlns:a16="http://schemas.microsoft.com/office/drawing/2014/main" id="{F8C07F66-848A-6B98-2C32-47DC9460ADE3}"/>
              </a:ext>
            </a:extLst>
          </p:cNvPr>
          <p:cNvSpPr/>
          <p:nvPr userDrawn="1"/>
        </p:nvSpPr>
        <p:spPr>
          <a:xfrm>
            <a:off x="595688" y="2185810"/>
            <a:ext cx="857250" cy="857250"/>
          </a:xfrm>
          <a:prstGeom prst="roundRect">
            <a:avLst/>
          </a:prstGeom>
          <a:solidFill>
            <a:srgbClr val="0143FD"/>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20000"/>
              </a:lnSpc>
              <a:spcBef>
                <a:spcPts val="0"/>
              </a:spcBef>
              <a:spcAft>
                <a:spcPts val="0"/>
              </a:spcAft>
              <a:buClrTx/>
              <a:buSzTx/>
              <a:buFontTx/>
              <a:buNone/>
              <a:tabLst/>
            </a:pPr>
            <a:endParaRPr kumimoji="0" lang="en-US" sz="3000" b="0" i="0" u="none" strike="noStrike" cap="all" spc="0" normalizeH="0" baseline="0">
              <a:ln>
                <a:noFill/>
              </a:ln>
              <a:solidFill>
                <a:srgbClr val="FFFFFF"/>
              </a:solidFill>
              <a:effectLst/>
              <a:uFillTx/>
              <a:latin typeface="Proxima Nova Extrabold"/>
              <a:ea typeface="Proxima Nova Extrabold"/>
              <a:cs typeface="Proxima Nova Extrabold"/>
              <a:sym typeface="Proxima Nova Extrabold"/>
            </a:endParaRPr>
          </a:p>
        </p:txBody>
      </p:sp>
      <p:sp>
        <p:nvSpPr>
          <p:cNvPr id="59" name="Rounded Rectangle 58">
            <a:extLst>
              <a:ext uri="{FF2B5EF4-FFF2-40B4-BE49-F238E27FC236}">
                <a16:creationId xmlns:a16="http://schemas.microsoft.com/office/drawing/2014/main" id="{ABAB7D36-58AE-7A1C-AFD0-0433B68F9782}"/>
              </a:ext>
            </a:extLst>
          </p:cNvPr>
          <p:cNvSpPr/>
          <p:nvPr userDrawn="1"/>
        </p:nvSpPr>
        <p:spPr>
          <a:xfrm>
            <a:off x="4293481" y="3703111"/>
            <a:ext cx="857250" cy="857250"/>
          </a:xfrm>
          <a:prstGeom prst="roundRect">
            <a:avLst/>
          </a:prstGeom>
          <a:solidFill>
            <a:srgbClr val="0143FD"/>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20000"/>
              </a:lnSpc>
              <a:spcBef>
                <a:spcPts val="0"/>
              </a:spcBef>
              <a:spcAft>
                <a:spcPts val="0"/>
              </a:spcAft>
              <a:buClrTx/>
              <a:buSzTx/>
              <a:buFontTx/>
              <a:buNone/>
              <a:tabLst/>
            </a:pPr>
            <a:endParaRPr kumimoji="0" lang="en-US" sz="3000" b="0" i="0" u="none" strike="noStrike" cap="all" spc="0" normalizeH="0" baseline="0">
              <a:ln>
                <a:noFill/>
              </a:ln>
              <a:solidFill>
                <a:srgbClr val="FFFFFF"/>
              </a:solidFill>
              <a:effectLst/>
              <a:uFillTx/>
              <a:latin typeface="Proxima Nova Extrabold"/>
              <a:ea typeface="Proxima Nova Extrabold"/>
              <a:cs typeface="Proxima Nova Extrabold"/>
              <a:sym typeface="Proxima Nova Extrabold"/>
            </a:endParaRPr>
          </a:p>
        </p:txBody>
      </p:sp>
      <p:sp>
        <p:nvSpPr>
          <p:cNvPr id="60" name="Rounded Rectangle 59">
            <a:extLst>
              <a:ext uri="{FF2B5EF4-FFF2-40B4-BE49-F238E27FC236}">
                <a16:creationId xmlns:a16="http://schemas.microsoft.com/office/drawing/2014/main" id="{0F463625-B2C7-E4B0-C44E-E6FCEFB18C42}"/>
              </a:ext>
            </a:extLst>
          </p:cNvPr>
          <p:cNvSpPr/>
          <p:nvPr userDrawn="1"/>
        </p:nvSpPr>
        <p:spPr>
          <a:xfrm>
            <a:off x="3057534" y="3703111"/>
            <a:ext cx="857250" cy="857250"/>
          </a:xfrm>
          <a:prstGeom prst="roundRect">
            <a:avLst/>
          </a:prstGeom>
          <a:solidFill>
            <a:srgbClr val="0143FD"/>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20000"/>
              </a:lnSpc>
              <a:spcBef>
                <a:spcPts val="0"/>
              </a:spcBef>
              <a:spcAft>
                <a:spcPts val="0"/>
              </a:spcAft>
              <a:buClrTx/>
              <a:buSzTx/>
              <a:buFontTx/>
              <a:buNone/>
              <a:tabLst/>
            </a:pPr>
            <a:endParaRPr kumimoji="0" lang="en-US" sz="3000" b="0" i="0" u="none" strike="noStrike" cap="all" spc="0" normalizeH="0" baseline="0">
              <a:ln>
                <a:noFill/>
              </a:ln>
              <a:solidFill>
                <a:srgbClr val="FFFFFF"/>
              </a:solidFill>
              <a:effectLst/>
              <a:uFillTx/>
              <a:latin typeface="Proxima Nova Extrabold"/>
              <a:ea typeface="Proxima Nova Extrabold"/>
              <a:cs typeface="Proxima Nova Extrabold"/>
              <a:sym typeface="Proxima Nova Extrabold"/>
            </a:endParaRPr>
          </a:p>
        </p:txBody>
      </p:sp>
      <p:sp>
        <p:nvSpPr>
          <p:cNvPr id="61" name="Rounded Rectangle 60">
            <a:extLst>
              <a:ext uri="{FF2B5EF4-FFF2-40B4-BE49-F238E27FC236}">
                <a16:creationId xmlns:a16="http://schemas.microsoft.com/office/drawing/2014/main" id="{54ADB06E-133F-92B3-3508-C212D5D5CE01}"/>
              </a:ext>
            </a:extLst>
          </p:cNvPr>
          <p:cNvSpPr/>
          <p:nvPr userDrawn="1"/>
        </p:nvSpPr>
        <p:spPr>
          <a:xfrm>
            <a:off x="1831635" y="3703111"/>
            <a:ext cx="857250" cy="857250"/>
          </a:xfrm>
          <a:prstGeom prst="roundRect">
            <a:avLst/>
          </a:prstGeom>
          <a:solidFill>
            <a:srgbClr val="0143FD"/>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20000"/>
              </a:lnSpc>
              <a:spcBef>
                <a:spcPts val="0"/>
              </a:spcBef>
              <a:spcAft>
                <a:spcPts val="0"/>
              </a:spcAft>
              <a:buClrTx/>
              <a:buSzTx/>
              <a:buFontTx/>
              <a:buNone/>
              <a:tabLst/>
            </a:pPr>
            <a:endParaRPr kumimoji="0" lang="en-US" sz="3000" b="0" i="0" u="none" strike="noStrike" cap="all" spc="0" normalizeH="0" baseline="0">
              <a:ln>
                <a:noFill/>
              </a:ln>
              <a:solidFill>
                <a:srgbClr val="FFFFFF"/>
              </a:solidFill>
              <a:effectLst/>
              <a:uFillTx/>
              <a:latin typeface="Proxima Nova Extrabold"/>
              <a:ea typeface="Proxima Nova Extrabold"/>
              <a:cs typeface="Proxima Nova Extrabold"/>
              <a:sym typeface="Proxima Nova Extrabold"/>
            </a:endParaRPr>
          </a:p>
        </p:txBody>
      </p:sp>
      <p:sp>
        <p:nvSpPr>
          <p:cNvPr id="62" name="Rounded Rectangle 61">
            <a:extLst>
              <a:ext uri="{FF2B5EF4-FFF2-40B4-BE49-F238E27FC236}">
                <a16:creationId xmlns:a16="http://schemas.microsoft.com/office/drawing/2014/main" id="{5927D8EC-E8E3-BE41-A28F-0A1C05EB8312}"/>
              </a:ext>
            </a:extLst>
          </p:cNvPr>
          <p:cNvSpPr/>
          <p:nvPr userDrawn="1"/>
        </p:nvSpPr>
        <p:spPr>
          <a:xfrm>
            <a:off x="595688" y="3703111"/>
            <a:ext cx="857250" cy="857250"/>
          </a:xfrm>
          <a:prstGeom prst="roundRect">
            <a:avLst/>
          </a:prstGeom>
          <a:solidFill>
            <a:srgbClr val="0143FD"/>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20000"/>
              </a:lnSpc>
              <a:spcBef>
                <a:spcPts val="0"/>
              </a:spcBef>
              <a:spcAft>
                <a:spcPts val="0"/>
              </a:spcAft>
              <a:buClrTx/>
              <a:buSzTx/>
              <a:buFontTx/>
              <a:buNone/>
              <a:tabLst/>
            </a:pPr>
            <a:endParaRPr kumimoji="0" lang="en-US" sz="3000" b="0" i="0" u="none" strike="noStrike" cap="all" spc="0" normalizeH="0" baseline="0">
              <a:ln>
                <a:noFill/>
              </a:ln>
              <a:solidFill>
                <a:srgbClr val="FFFFFF"/>
              </a:solidFill>
              <a:effectLst/>
              <a:uFillTx/>
              <a:latin typeface="Proxima Nova Extrabold"/>
              <a:ea typeface="Proxima Nova Extrabold"/>
              <a:cs typeface="Proxima Nova Extrabold"/>
              <a:sym typeface="Proxima Nova Extrabold"/>
            </a:endParaRPr>
          </a:p>
        </p:txBody>
      </p:sp>
    </p:spTree>
    <p:extLst>
      <p:ext uri="{BB962C8B-B14F-4D97-AF65-F5344CB8AC3E}">
        <p14:creationId xmlns:p14="http://schemas.microsoft.com/office/powerpoint/2010/main" val="522346686"/>
      </p:ext>
    </p:extLst>
  </p:cSld>
  <p:clrMapOvr>
    <a:masterClrMapping/>
  </p:clrMapOvr>
  <p:transition spd="med"/>
</p:sldLayout>
</file>

<file path=ppt/slideLayouts/slideLayout108.xml><?xml version="1.0" encoding="utf-8"?>
<p:sldLayout xmlns:a="http://schemas.openxmlformats.org/drawingml/2006/main" xmlns:r="http://schemas.openxmlformats.org/officeDocument/2006/relationships" xmlns:p="http://schemas.openxmlformats.org/presentationml/2006/main" showMasterSp="0" preserve="1" userDrawn="1">
  <p:cSld name="Quote light">
    <p:bg>
      <p:bgPr>
        <a:solidFill>
          <a:srgbClr val="FDFAF2"/>
        </a:solidFill>
        <a:effectLst/>
      </p:bgPr>
    </p:bg>
    <p:spTree>
      <p:nvGrpSpPr>
        <p:cNvPr id="1" name=""/>
        <p:cNvGrpSpPr/>
        <p:nvPr/>
      </p:nvGrpSpPr>
      <p:grpSpPr>
        <a:xfrm>
          <a:off x="0" y="0"/>
          <a:ext cx="0" cy="0"/>
          <a:chOff x="0" y="0"/>
          <a:chExt cx="0" cy="0"/>
        </a:xfrm>
      </p:grpSpPr>
      <p:pic>
        <p:nvPicPr>
          <p:cNvPr id="65" name="CGC logo.png" descr="CGC logo.png"/>
          <p:cNvPicPr>
            <a:picLocks noChangeAspect="1"/>
          </p:cNvPicPr>
          <p:nvPr/>
        </p:nvPicPr>
        <p:blipFill>
          <a:blip r:embed="rId2" cstate="hqprint">
            <a:extLst>
              <a:ext uri="{28A0092B-C50C-407E-A947-70E740481C1C}">
                <a14:useLocalDpi xmlns:a14="http://schemas.microsoft.com/office/drawing/2010/main"/>
              </a:ext>
            </a:extLst>
          </a:blip>
          <a:stretch>
            <a:fillRect/>
          </a:stretch>
        </p:blipFill>
        <p:spPr>
          <a:xfrm>
            <a:off x="285750" y="285750"/>
            <a:ext cx="1152525" cy="199894"/>
          </a:xfrm>
          <a:prstGeom prst="rect">
            <a:avLst/>
          </a:prstGeom>
          <a:ln w="12700">
            <a:miter lim="400000"/>
          </a:ln>
        </p:spPr>
      </p:pic>
      <p:sp>
        <p:nvSpPr>
          <p:cNvPr id="4" name="Text Placeholder 3">
            <a:extLst>
              <a:ext uri="{FF2B5EF4-FFF2-40B4-BE49-F238E27FC236}">
                <a16:creationId xmlns:a16="http://schemas.microsoft.com/office/drawing/2014/main" id="{60BE1743-E77D-7462-1B9F-179D4D639D9D}"/>
              </a:ext>
            </a:extLst>
          </p:cNvPr>
          <p:cNvSpPr>
            <a:spLocks noGrp="1"/>
          </p:cNvSpPr>
          <p:nvPr>
            <p:ph type="body" sz="quarter" idx="10" hasCustomPrompt="1"/>
          </p:nvPr>
        </p:nvSpPr>
        <p:spPr>
          <a:xfrm>
            <a:off x="1396911" y="1753019"/>
            <a:ext cx="6460899" cy="1627414"/>
          </a:xfrm>
        </p:spPr>
        <p:txBody>
          <a:bodyPr lIns="0" tIns="0" rIns="0" bIns="0" anchor="ctr">
            <a:noAutofit/>
          </a:bodyPr>
          <a:lstStyle>
            <a:lvl1pPr marL="0" indent="0">
              <a:lnSpc>
                <a:spcPct val="90000"/>
              </a:lnSpc>
              <a:spcBef>
                <a:spcPts val="0"/>
              </a:spcBef>
              <a:buNone/>
              <a:defRPr sz="3800" spc="-150">
                <a:solidFill>
                  <a:schemeClr val="tx1"/>
                </a:solidFill>
              </a:defRPr>
            </a:lvl1pPr>
          </a:lstStyle>
          <a:p>
            <a:pPr lvl="0"/>
            <a:r>
              <a:rPr lang="en-US"/>
              <a:t>Quote</a:t>
            </a:r>
          </a:p>
        </p:txBody>
      </p:sp>
    </p:spTree>
    <p:extLst>
      <p:ext uri="{BB962C8B-B14F-4D97-AF65-F5344CB8AC3E}">
        <p14:creationId xmlns:p14="http://schemas.microsoft.com/office/powerpoint/2010/main" val="3911801697"/>
      </p:ext>
    </p:extLst>
  </p:cSld>
  <p:clrMapOvr>
    <a:masterClrMapping/>
  </p:clrMapOvr>
  <p:transition spd="med"/>
</p:sldLayout>
</file>

<file path=ppt/slideLayouts/slideLayout109.xml><?xml version="1.0" encoding="utf-8"?>
<p:sldLayout xmlns:a="http://schemas.openxmlformats.org/drawingml/2006/main" xmlns:r="http://schemas.openxmlformats.org/officeDocument/2006/relationships" xmlns:p="http://schemas.openxmlformats.org/presentationml/2006/main" showMasterSp="0" preserve="1" userDrawn="1">
  <p:cSld name="Quote blue">
    <p:bg>
      <p:bgPr>
        <a:solidFill>
          <a:srgbClr val="0143FD"/>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60BE1743-E77D-7462-1B9F-179D4D639D9D}"/>
              </a:ext>
            </a:extLst>
          </p:cNvPr>
          <p:cNvSpPr>
            <a:spLocks noGrp="1"/>
          </p:cNvSpPr>
          <p:nvPr>
            <p:ph type="body" sz="quarter" idx="10" hasCustomPrompt="1"/>
          </p:nvPr>
        </p:nvSpPr>
        <p:spPr>
          <a:xfrm>
            <a:off x="1396911" y="1753019"/>
            <a:ext cx="6460899" cy="1627414"/>
          </a:xfrm>
        </p:spPr>
        <p:txBody>
          <a:bodyPr lIns="0" tIns="0" rIns="0" bIns="0" anchor="ctr">
            <a:noAutofit/>
          </a:bodyPr>
          <a:lstStyle>
            <a:lvl1pPr marL="0" indent="0">
              <a:lnSpc>
                <a:spcPct val="90000"/>
              </a:lnSpc>
              <a:spcBef>
                <a:spcPts val="0"/>
              </a:spcBef>
              <a:buNone/>
              <a:defRPr sz="3800" spc="-150">
                <a:solidFill>
                  <a:schemeClr val="bg1"/>
                </a:solidFill>
              </a:defRPr>
            </a:lvl1pPr>
          </a:lstStyle>
          <a:p>
            <a:pPr lvl="0"/>
            <a:r>
              <a:rPr lang="en-US"/>
              <a:t>Quote</a:t>
            </a:r>
          </a:p>
        </p:txBody>
      </p:sp>
      <p:pic>
        <p:nvPicPr>
          <p:cNvPr id="2" name="CGC logo white.png" descr="CGC logo white.png">
            <a:extLst>
              <a:ext uri="{FF2B5EF4-FFF2-40B4-BE49-F238E27FC236}">
                <a16:creationId xmlns:a16="http://schemas.microsoft.com/office/drawing/2014/main" id="{0B380C95-ECC6-A950-FC31-68023BED7BE6}"/>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285750" y="285750"/>
            <a:ext cx="1152091" cy="199818"/>
          </a:xfrm>
          <a:prstGeom prst="rect">
            <a:avLst/>
          </a:prstGeom>
          <a:ln w="12700">
            <a:miter lim="400000"/>
          </a:ln>
        </p:spPr>
      </p:pic>
    </p:spTree>
    <p:extLst>
      <p:ext uri="{BB962C8B-B14F-4D97-AF65-F5344CB8AC3E}">
        <p14:creationId xmlns:p14="http://schemas.microsoft.com/office/powerpoint/2010/main" val="2700353717"/>
      </p:ext>
    </p:extLst>
  </p:cSld>
  <p:clrMapOvr>
    <a:masterClrMapping/>
  </p:clrMapOvr>
  <p:transition spd="med"/>
</p:sldLayout>
</file>

<file path=ppt/slideLayouts/slideLayout110.xml><?xml version="1.0" encoding="utf-8"?>
<p:sldLayout xmlns:a="http://schemas.openxmlformats.org/drawingml/2006/main" xmlns:r="http://schemas.openxmlformats.org/officeDocument/2006/relationships" xmlns:p="http://schemas.openxmlformats.org/presentationml/2006/main" showMasterSp="0" preserve="1" userDrawn="1">
  <p:cSld name="Quote dark">
    <p:bg>
      <p:bgPr>
        <a:solidFill>
          <a:srgbClr val="0F2240"/>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60BE1743-E77D-7462-1B9F-179D4D639D9D}"/>
              </a:ext>
            </a:extLst>
          </p:cNvPr>
          <p:cNvSpPr>
            <a:spLocks noGrp="1"/>
          </p:cNvSpPr>
          <p:nvPr>
            <p:ph type="body" sz="quarter" idx="10" hasCustomPrompt="1"/>
          </p:nvPr>
        </p:nvSpPr>
        <p:spPr>
          <a:xfrm>
            <a:off x="1562223" y="1864429"/>
            <a:ext cx="6019554" cy="1414641"/>
          </a:xfrm>
        </p:spPr>
        <p:txBody>
          <a:bodyPr lIns="0" tIns="0" rIns="0" bIns="0" anchor="ctr">
            <a:noAutofit/>
          </a:bodyPr>
          <a:lstStyle>
            <a:lvl1pPr marL="0" indent="0">
              <a:lnSpc>
                <a:spcPct val="70000"/>
              </a:lnSpc>
              <a:spcBef>
                <a:spcPts val="0"/>
              </a:spcBef>
              <a:buNone/>
              <a:defRPr sz="3600" spc="0">
                <a:solidFill>
                  <a:schemeClr val="bg1"/>
                </a:solidFill>
                <a:latin typeface="+mj-lt"/>
              </a:defRPr>
            </a:lvl1pPr>
          </a:lstStyle>
          <a:p>
            <a:pPr lvl="0"/>
            <a:r>
              <a:rPr lang="en-US"/>
              <a:t>QUOTE</a:t>
            </a:r>
          </a:p>
        </p:txBody>
      </p:sp>
      <p:pic>
        <p:nvPicPr>
          <p:cNvPr id="2" name="CGC logo white.png" descr="CGC logo white.png">
            <a:extLst>
              <a:ext uri="{FF2B5EF4-FFF2-40B4-BE49-F238E27FC236}">
                <a16:creationId xmlns:a16="http://schemas.microsoft.com/office/drawing/2014/main" id="{0B380C95-ECC6-A950-FC31-68023BED7BE6}"/>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285750" y="285750"/>
            <a:ext cx="1152091" cy="199818"/>
          </a:xfrm>
          <a:prstGeom prst="rect">
            <a:avLst/>
          </a:prstGeom>
          <a:ln w="12700">
            <a:miter lim="400000"/>
          </a:ln>
        </p:spPr>
      </p:pic>
    </p:spTree>
    <p:extLst>
      <p:ext uri="{BB962C8B-B14F-4D97-AF65-F5344CB8AC3E}">
        <p14:creationId xmlns:p14="http://schemas.microsoft.com/office/powerpoint/2010/main" val="2850836117"/>
      </p:ext>
    </p:extLst>
  </p:cSld>
  <p:clrMapOvr>
    <a:masterClrMapping/>
  </p:clrMapOvr>
  <p:transition spd="med"/>
</p:sldLayout>
</file>

<file path=ppt/slideLayouts/slideLayout111.xml><?xml version="1.0" encoding="utf-8"?>
<p:sldLayout xmlns:a="http://schemas.openxmlformats.org/drawingml/2006/main" xmlns:r="http://schemas.openxmlformats.org/officeDocument/2006/relationships" xmlns:p="http://schemas.openxmlformats.org/presentationml/2006/main" showMasterSp="0" preserve="1" userDrawn="1">
  <p:cSld name="Divider text 1">
    <p:bg>
      <p:bgPr>
        <a:solidFill>
          <a:srgbClr val="0F2240"/>
        </a:solidFill>
        <a:effectLst/>
      </p:bgPr>
    </p:bg>
    <p:spTree>
      <p:nvGrpSpPr>
        <p:cNvPr id="1" name=""/>
        <p:cNvGrpSpPr/>
        <p:nvPr/>
      </p:nvGrpSpPr>
      <p:grpSpPr>
        <a:xfrm>
          <a:off x="0" y="0"/>
          <a:ext cx="0" cy="0"/>
          <a:chOff x="0" y="0"/>
          <a:chExt cx="0" cy="0"/>
        </a:xfrm>
      </p:grpSpPr>
      <p:pic>
        <p:nvPicPr>
          <p:cNvPr id="2" name="CGC logo white.png" descr="CGC logo white.png">
            <a:extLst>
              <a:ext uri="{FF2B5EF4-FFF2-40B4-BE49-F238E27FC236}">
                <a16:creationId xmlns:a16="http://schemas.microsoft.com/office/drawing/2014/main" id="{0B380C95-ECC6-A950-FC31-68023BED7BE6}"/>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285750" y="285750"/>
            <a:ext cx="1152091" cy="199818"/>
          </a:xfrm>
          <a:prstGeom prst="rect">
            <a:avLst/>
          </a:prstGeom>
          <a:ln w="12700">
            <a:miter lim="400000"/>
          </a:ln>
        </p:spPr>
      </p:pic>
      <p:sp>
        <p:nvSpPr>
          <p:cNvPr id="6" name="Text Placeholder 5">
            <a:extLst>
              <a:ext uri="{FF2B5EF4-FFF2-40B4-BE49-F238E27FC236}">
                <a16:creationId xmlns:a16="http://schemas.microsoft.com/office/drawing/2014/main" id="{DD1DB323-096E-2A80-9688-C1A518AF0244}"/>
              </a:ext>
            </a:extLst>
          </p:cNvPr>
          <p:cNvSpPr>
            <a:spLocks noGrp="1"/>
          </p:cNvSpPr>
          <p:nvPr>
            <p:ph type="body" sz="quarter" idx="10" hasCustomPrompt="1"/>
          </p:nvPr>
        </p:nvSpPr>
        <p:spPr>
          <a:xfrm>
            <a:off x="676768" y="3629933"/>
            <a:ext cx="7456488" cy="432707"/>
          </a:xfrm>
        </p:spPr>
        <p:txBody>
          <a:bodyPr lIns="0" tIns="0" rIns="0" bIns="0">
            <a:noAutofit/>
          </a:bodyPr>
          <a:lstStyle>
            <a:lvl1pPr marL="0" indent="0">
              <a:buNone/>
              <a:defRPr sz="2100">
                <a:solidFill>
                  <a:schemeClr val="bg1"/>
                </a:solidFill>
              </a:defRPr>
            </a:lvl1pPr>
          </a:lstStyle>
          <a:p>
            <a:pPr lvl="0"/>
            <a:r>
              <a:rPr lang="en-US"/>
              <a:t>Text</a:t>
            </a:r>
          </a:p>
        </p:txBody>
      </p:sp>
    </p:spTree>
    <p:extLst>
      <p:ext uri="{BB962C8B-B14F-4D97-AF65-F5344CB8AC3E}">
        <p14:creationId xmlns:p14="http://schemas.microsoft.com/office/powerpoint/2010/main" val="1682504631"/>
      </p:ext>
    </p:extLst>
  </p:cSld>
  <p:clrMapOvr>
    <a:masterClrMapping/>
  </p:clrMapOvr>
  <p:transition spd="med"/>
</p:sldLayout>
</file>

<file path=ppt/slideLayouts/slideLayout112.xml><?xml version="1.0" encoding="utf-8"?>
<p:sldLayout xmlns:a="http://schemas.openxmlformats.org/drawingml/2006/main" xmlns:r="http://schemas.openxmlformats.org/officeDocument/2006/relationships" xmlns:p="http://schemas.openxmlformats.org/presentationml/2006/main" showMasterSp="0" preserve="1" userDrawn="1">
  <p:cSld name="Divider text 2">
    <p:bg>
      <p:bgPr>
        <a:solidFill>
          <a:srgbClr val="0143FD"/>
        </a:solidFill>
        <a:effectLst/>
      </p:bgPr>
    </p:bg>
    <p:spTree>
      <p:nvGrpSpPr>
        <p:cNvPr id="1" name=""/>
        <p:cNvGrpSpPr/>
        <p:nvPr/>
      </p:nvGrpSpPr>
      <p:grpSpPr>
        <a:xfrm>
          <a:off x="0" y="0"/>
          <a:ext cx="0" cy="0"/>
          <a:chOff x="0" y="0"/>
          <a:chExt cx="0" cy="0"/>
        </a:xfrm>
      </p:grpSpPr>
      <p:pic>
        <p:nvPicPr>
          <p:cNvPr id="3" name="shape-1.svg" descr="shape-1.svg">
            <a:extLst>
              <a:ext uri="{FF2B5EF4-FFF2-40B4-BE49-F238E27FC236}">
                <a16:creationId xmlns:a16="http://schemas.microsoft.com/office/drawing/2014/main" id="{86D90625-540F-27F9-C910-225CCC07E3D1}"/>
              </a:ext>
            </a:extLst>
          </p:cNvPr>
          <p:cNvPicPr>
            <a:picLocks noChangeAspect="1"/>
          </p:cNvPicPr>
          <p:nvPr userDrawn="1"/>
        </p:nvPicPr>
        <p:blipFill>
          <a:blip r:embed="rId2" cstate="hqprint">
            <a:extLst>
              <a:ext uri="{28A0092B-C50C-407E-A947-70E740481C1C}">
                <a14:useLocalDpi xmlns:a14="http://schemas.microsoft.com/office/drawing/2010/main"/>
              </a:ext>
            </a:extLst>
          </a:blip>
          <a:srcRect/>
          <a:stretch>
            <a:fillRect/>
          </a:stretch>
        </p:blipFill>
        <p:spPr>
          <a:xfrm>
            <a:off x="-751692" y="-1"/>
            <a:ext cx="8340029" cy="5143501"/>
          </a:xfrm>
          <a:prstGeom prst="rect">
            <a:avLst/>
          </a:prstGeom>
          <a:ln w="12700">
            <a:miter lim="400000"/>
          </a:ln>
        </p:spPr>
      </p:pic>
      <p:pic>
        <p:nvPicPr>
          <p:cNvPr id="5" name="CGC logo black.png" descr="CGC logo black.png">
            <a:extLst>
              <a:ext uri="{FF2B5EF4-FFF2-40B4-BE49-F238E27FC236}">
                <a16:creationId xmlns:a16="http://schemas.microsoft.com/office/drawing/2014/main" id="{45ACFDBD-AF00-3004-7A14-7D3EA94DF764}"/>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285750" y="285750"/>
            <a:ext cx="1152525" cy="199894"/>
          </a:xfrm>
          <a:prstGeom prst="rect">
            <a:avLst/>
          </a:prstGeom>
          <a:ln w="12700">
            <a:miter lim="400000"/>
          </a:ln>
        </p:spPr>
      </p:pic>
      <p:sp>
        <p:nvSpPr>
          <p:cNvPr id="7" name="Text Placeholder 3">
            <a:extLst>
              <a:ext uri="{FF2B5EF4-FFF2-40B4-BE49-F238E27FC236}">
                <a16:creationId xmlns:a16="http://schemas.microsoft.com/office/drawing/2014/main" id="{B18C3C99-8486-67DD-AD45-18D1FB3A0CEF}"/>
              </a:ext>
            </a:extLst>
          </p:cNvPr>
          <p:cNvSpPr>
            <a:spLocks noGrp="1"/>
          </p:cNvSpPr>
          <p:nvPr>
            <p:ph type="body" sz="quarter" idx="10" hasCustomPrompt="1"/>
          </p:nvPr>
        </p:nvSpPr>
        <p:spPr>
          <a:xfrm>
            <a:off x="285750" y="2552500"/>
            <a:ext cx="5777612" cy="1627414"/>
          </a:xfrm>
        </p:spPr>
        <p:txBody>
          <a:bodyPr lIns="0" tIns="0" rIns="0" bIns="0" anchor="b">
            <a:noAutofit/>
          </a:bodyPr>
          <a:lstStyle>
            <a:lvl1pPr marL="0" indent="0">
              <a:lnSpc>
                <a:spcPct val="90000"/>
              </a:lnSpc>
              <a:spcBef>
                <a:spcPts val="0"/>
              </a:spcBef>
              <a:buNone/>
              <a:defRPr sz="3300" spc="0">
                <a:solidFill>
                  <a:schemeClr val="tx1"/>
                </a:solidFill>
              </a:defRPr>
            </a:lvl1pPr>
          </a:lstStyle>
          <a:p>
            <a:pPr lvl="0"/>
            <a:r>
              <a:rPr lang="en-US"/>
              <a:t>Text</a:t>
            </a:r>
          </a:p>
        </p:txBody>
      </p:sp>
    </p:spTree>
    <p:extLst>
      <p:ext uri="{BB962C8B-B14F-4D97-AF65-F5344CB8AC3E}">
        <p14:creationId xmlns:p14="http://schemas.microsoft.com/office/powerpoint/2010/main" val="2292960470"/>
      </p:ext>
    </p:extLst>
  </p:cSld>
  <p:clrMapOvr>
    <a:masterClrMapping/>
  </p:clrMapOvr>
  <p:transition spd="med"/>
</p:sldLayout>
</file>

<file path=ppt/slideLayouts/slideLayout113.xml><?xml version="1.0" encoding="utf-8"?>
<p:sldLayout xmlns:a="http://schemas.openxmlformats.org/drawingml/2006/main" xmlns:r="http://schemas.openxmlformats.org/officeDocument/2006/relationships" xmlns:p="http://schemas.openxmlformats.org/presentationml/2006/main" showMasterSp="0" preserve="1" userDrawn="1">
  <p:cSld name="Divider text 3">
    <p:bg>
      <p:bgPr>
        <a:solidFill>
          <a:srgbClr val="0143FD"/>
        </a:solidFill>
        <a:effectLst/>
      </p:bgPr>
    </p:bg>
    <p:spTree>
      <p:nvGrpSpPr>
        <p:cNvPr id="1" name=""/>
        <p:cNvGrpSpPr/>
        <p:nvPr/>
      </p:nvGrpSpPr>
      <p:grpSpPr>
        <a:xfrm>
          <a:off x="0" y="0"/>
          <a:ext cx="0" cy="0"/>
          <a:chOff x="0" y="0"/>
          <a:chExt cx="0" cy="0"/>
        </a:xfrm>
      </p:grpSpPr>
      <p:pic>
        <p:nvPicPr>
          <p:cNvPr id="4" name="CGC logo white.png" descr="CGC logo white.png">
            <a:extLst>
              <a:ext uri="{FF2B5EF4-FFF2-40B4-BE49-F238E27FC236}">
                <a16:creationId xmlns:a16="http://schemas.microsoft.com/office/drawing/2014/main" id="{10F7AA0E-544A-B751-F56E-AACB2AB930BF}"/>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285750" y="285750"/>
            <a:ext cx="1152091" cy="199818"/>
          </a:xfrm>
          <a:prstGeom prst="rect">
            <a:avLst/>
          </a:prstGeom>
          <a:ln w="12700">
            <a:miter lim="400000"/>
          </a:ln>
        </p:spPr>
      </p:pic>
      <p:sp>
        <p:nvSpPr>
          <p:cNvPr id="5" name="Text Placeholder 5">
            <a:extLst>
              <a:ext uri="{FF2B5EF4-FFF2-40B4-BE49-F238E27FC236}">
                <a16:creationId xmlns:a16="http://schemas.microsoft.com/office/drawing/2014/main" id="{35A048FD-04B9-BC34-8BAA-B99324E6D41B}"/>
              </a:ext>
            </a:extLst>
          </p:cNvPr>
          <p:cNvSpPr>
            <a:spLocks noGrp="1"/>
          </p:cNvSpPr>
          <p:nvPr>
            <p:ph type="body" sz="quarter" idx="10" hasCustomPrompt="1"/>
          </p:nvPr>
        </p:nvSpPr>
        <p:spPr>
          <a:xfrm>
            <a:off x="843756" y="2175075"/>
            <a:ext cx="7456488" cy="788481"/>
          </a:xfrm>
        </p:spPr>
        <p:txBody>
          <a:bodyPr lIns="0" tIns="0" rIns="0" bIns="0" anchor="ctr">
            <a:noAutofit/>
          </a:bodyPr>
          <a:lstStyle>
            <a:lvl1pPr marL="0" indent="0" algn="ctr">
              <a:lnSpc>
                <a:spcPct val="90000"/>
              </a:lnSpc>
              <a:spcBef>
                <a:spcPts val="0"/>
              </a:spcBef>
              <a:buNone/>
              <a:defRPr sz="3000">
                <a:solidFill>
                  <a:schemeClr val="bg1"/>
                </a:solidFill>
              </a:defRPr>
            </a:lvl1pPr>
          </a:lstStyle>
          <a:p>
            <a:pPr lvl="0"/>
            <a:r>
              <a:rPr lang="en-US"/>
              <a:t>Text</a:t>
            </a:r>
          </a:p>
        </p:txBody>
      </p:sp>
    </p:spTree>
    <p:extLst>
      <p:ext uri="{BB962C8B-B14F-4D97-AF65-F5344CB8AC3E}">
        <p14:creationId xmlns:p14="http://schemas.microsoft.com/office/powerpoint/2010/main" val="580511606"/>
      </p:ext>
    </p:extLst>
  </p:cSld>
  <p:clrMapOvr>
    <a:masterClrMapping/>
  </p:clrMapOvr>
  <p:transition spd="med"/>
</p:sldLayout>
</file>

<file path=ppt/slideLayouts/slideLayout114.xml><?xml version="1.0" encoding="utf-8"?>
<p:sldLayout xmlns:a="http://schemas.openxmlformats.org/drawingml/2006/main" xmlns:r="http://schemas.openxmlformats.org/officeDocument/2006/relationships" xmlns:p="http://schemas.openxmlformats.org/presentationml/2006/main" showMasterSp="0" preserve="1" userDrawn="1">
  <p:cSld name="Divider text 4">
    <p:bg>
      <p:bgPr>
        <a:solidFill>
          <a:srgbClr val="730B39"/>
        </a:solidFill>
        <a:effectLst/>
      </p:bgPr>
    </p:bg>
    <p:spTree>
      <p:nvGrpSpPr>
        <p:cNvPr id="1" name=""/>
        <p:cNvGrpSpPr/>
        <p:nvPr/>
      </p:nvGrpSpPr>
      <p:grpSpPr>
        <a:xfrm>
          <a:off x="0" y="0"/>
          <a:ext cx="0" cy="0"/>
          <a:chOff x="0" y="0"/>
          <a:chExt cx="0" cy="0"/>
        </a:xfrm>
      </p:grpSpPr>
      <p:pic>
        <p:nvPicPr>
          <p:cNvPr id="4" name="CGC logo white.png" descr="CGC logo white.png">
            <a:extLst>
              <a:ext uri="{FF2B5EF4-FFF2-40B4-BE49-F238E27FC236}">
                <a16:creationId xmlns:a16="http://schemas.microsoft.com/office/drawing/2014/main" id="{10F7AA0E-544A-B751-F56E-AACB2AB930BF}"/>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285750" y="285750"/>
            <a:ext cx="1152091" cy="199818"/>
          </a:xfrm>
          <a:prstGeom prst="rect">
            <a:avLst/>
          </a:prstGeom>
          <a:ln w="12700">
            <a:miter lim="400000"/>
          </a:ln>
        </p:spPr>
      </p:pic>
      <p:sp>
        <p:nvSpPr>
          <p:cNvPr id="2" name="Text Placeholder 5">
            <a:extLst>
              <a:ext uri="{FF2B5EF4-FFF2-40B4-BE49-F238E27FC236}">
                <a16:creationId xmlns:a16="http://schemas.microsoft.com/office/drawing/2014/main" id="{D3F34BC0-F153-2572-885A-1A69F2DB993A}"/>
              </a:ext>
            </a:extLst>
          </p:cNvPr>
          <p:cNvSpPr>
            <a:spLocks noGrp="1"/>
          </p:cNvSpPr>
          <p:nvPr>
            <p:ph type="body" sz="quarter" idx="10" hasCustomPrompt="1"/>
          </p:nvPr>
        </p:nvSpPr>
        <p:spPr>
          <a:xfrm>
            <a:off x="843756" y="2175075"/>
            <a:ext cx="7456488" cy="788481"/>
          </a:xfrm>
        </p:spPr>
        <p:txBody>
          <a:bodyPr lIns="0" tIns="0" rIns="0" bIns="0" anchor="ctr">
            <a:noAutofit/>
          </a:bodyPr>
          <a:lstStyle>
            <a:lvl1pPr marL="0" indent="0" algn="ctr">
              <a:lnSpc>
                <a:spcPct val="90000"/>
              </a:lnSpc>
              <a:spcBef>
                <a:spcPts val="0"/>
              </a:spcBef>
              <a:buNone/>
              <a:defRPr sz="3000">
                <a:solidFill>
                  <a:schemeClr val="bg1"/>
                </a:solidFill>
              </a:defRPr>
            </a:lvl1pPr>
          </a:lstStyle>
          <a:p>
            <a:pPr lvl="0"/>
            <a:r>
              <a:rPr lang="en-US"/>
              <a:t>Text</a:t>
            </a:r>
          </a:p>
        </p:txBody>
      </p:sp>
    </p:spTree>
    <p:extLst>
      <p:ext uri="{BB962C8B-B14F-4D97-AF65-F5344CB8AC3E}">
        <p14:creationId xmlns:p14="http://schemas.microsoft.com/office/powerpoint/2010/main" val="856572236"/>
      </p:ext>
    </p:extLst>
  </p:cSld>
  <p:clrMapOvr>
    <a:masterClrMapping/>
  </p:clrMapOvr>
  <p:transition spd="med"/>
</p:sldLayout>
</file>

<file path=ppt/slideLayouts/slideLayout115.xml><?xml version="1.0" encoding="utf-8"?>
<p:sldLayout xmlns:a="http://schemas.openxmlformats.org/drawingml/2006/main" xmlns:r="http://schemas.openxmlformats.org/officeDocument/2006/relationships" xmlns:p="http://schemas.openxmlformats.org/presentationml/2006/main" showMasterSp="0" preserve="1" userDrawn="1">
  <p:cSld name="Infographic numbered list with title, text - light">
    <p:bg>
      <p:bgPr>
        <a:solidFill>
          <a:srgbClr val="FDFAF2"/>
        </a:solidFill>
        <a:effectLst/>
      </p:bgPr>
    </p:bg>
    <p:spTree>
      <p:nvGrpSpPr>
        <p:cNvPr id="1" name=""/>
        <p:cNvGrpSpPr/>
        <p:nvPr/>
      </p:nvGrpSpPr>
      <p:grpSpPr>
        <a:xfrm>
          <a:off x="0" y="0"/>
          <a:ext cx="0" cy="0"/>
          <a:chOff x="0" y="0"/>
          <a:chExt cx="0" cy="0"/>
        </a:xfrm>
      </p:grpSpPr>
      <p:pic>
        <p:nvPicPr>
          <p:cNvPr id="65" name="CGC logo.png" descr="CGC logo.png"/>
          <p:cNvPicPr>
            <a:picLocks noChangeAspect="1"/>
          </p:cNvPicPr>
          <p:nvPr/>
        </p:nvPicPr>
        <p:blipFill>
          <a:blip r:embed="rId2" cstate="hqprint">
            <a:extLst>
              <a:ext uri="{28A0092B-C50C-407E-A947-70E740481C1C}">
                <a14:useLocalDpi xmlns:a14="http://schemas.microsoft.com/office/drawing/2010/main"/>
              </a:ext>
            </a:extLst>
          </a:blip>
          <a:stretch>
            <a:fillRect/>
          </a:stretch>
        </p:blipFill>
        <p:spPr>
          <a:xfrm>
            <a:off x="285750" y="285750"/>
            <a:ext cx="1152525" cy="199894"/>
          </a:xfrm>
          <a:prstGeom prst="rect">
            <a:avLst/>
          </a:prstGeom>
          <a:ln w="12700">
            <a:miter lim="400000"/>
          </a:ln>
        </p:spPr>
      </p:pic>
      <p:sp>
        <p:nvSpPr>
          <p:cNvPr id="66" name="Slide Number"/>
          <p:cNvSpPr txBox="1">
            <a:spLocks noGrp="1"/>
          </p:cNvSpPr>
          <p:nvPr>
            <p:ph type="sldNum" sz="quarter" idx="2"/>
          </p:nvPr>
        </p:nvSpPr>
        <p:spPr>
          <a:prstGeom prst="rect">
            <a:avLst/>
          </a:prstGeom>
        </p:spPr>
        <p:txBody>
          <a:bodyPr>
            <a:noAutofit/>
          </a:bodyPr>
          <a:lstStyle>
            <a:lvl1pPr>
              <a:defRPr>
                <a:solidFill>
                  <a:schemeClr val="tx1"/>
                </a:solidFill>
              </a:defRPr>
            </a:lvl1pPr>
          </a:lstStyle>
          <a:p>
            <a:fld id="{86CB4B4D-7CA3-9044-876B-883B54F8677D}" type="slidenum">
              <a:rPr lang="en-GB" smtClean="0"/>
              <a:pPr/>
              <a:t>‹#›</a:t>
            </a:fld>
            <a:endParaRPr lang="en-GB"/>
          </a:p>
        </p:txBody>
      </p:sp>
      <p:sp>
        <p:nvSpPr>
          <p:cNvPr id="20" name="Text Placeholder 6">
            <a:extLst>
              <a:ext uri="{FF2B5EF4-FFF2-40B4-BE49-F238E27FC236}">
                <a16:creationId xmlns:a16="http://schemas.microsoft.com/office/drawing/2014/main" id="{03F93CD7-6701-0E94-D9D8-D2FBEC934BD4}"/>
              </a:ext>
            </a:extLst>
          </p:cNvPr>
          <p:cNvSpPr>
            <a:spLocks noGrp="1"/>
          </p:cNvSpPr>
          <p:nvPr>
            <p:ph type="body" sz="quarter" idx="22" hasCustomPrompt="1"/>
          </p:nvPr>
        </p:nvSpPr>
        <p:spPr>
          <a:xfrm>
            <a:off x="4953530" y="518434"/>
            <a:ext cx="3123870" cy="230832"/>
          </a:xfrm>
          <a:prstGeom prst="rect">
            <a:avLst/>
          </a:prstGeom>
        </p:spPr>
        <p:txBody>
          <a:bodyPr lIns="0" tIns="0" rIns="0" bIns="0" anchor="b">
            <a:noAutofit/>
          </a:bodyPr>
          <a:lstStyle>
            <a:lvl1pPr marL="0" indent="0">
              <a:lnSpc>
                <a:spcPct val="70000"/>
              </a:lnSpc>
              <a:spcBef>
                <a:spcPts val="0"/>
              </a:spcBef>
              <a:buNone/>
              <a:defRPr sz="900">
                <a:solidFill>
                  <a:schemeClr val="tx1"/>
                </a:solidFill>
                <a:latin typeface="+mj-lt"/>
              </a:defRPr>
            </a:lvl1pPr>
          </a:lstStyle>
          <a:p>
            <a:pPr lvl="0"/>
            <a:r>
              <a:rPr lang="en-US"/>
              <a:t>TITLE</a:t>
            </a:r>
          </a:p>
        </p:txBody>
      </p:sp>
      <p:sp>
        <p:nvSpPr>
          <p:cNvPr id="21" name="Text Placeholder 14">
            <a:extLst>
              <a:ext uri="{FF2B5EF4-FFF2-40B4-BE49-F238E27FC236}">
                <a16:creationId xmlns:a16="http://schemas.microsoft.com/office/drawing/2014/main" id="{A8308BFA-F1E5-D680-7DED-8B7F9A8E54AE}"/>
              </a:ext>
            </a:extLst>
          </p:cNvPr>
          <p:cNvSpPr>
            <a:spLocks noGrp="1"/>
          </p:cNvSpPr>
          <p:nvPr>
            <p:ph type="body" sz="quarter" idx="23" hasCustomPrompt="1"/>
          </p:nvPr>
        </p:nvSpPr>
        <p:spPr>
          <a:xfrm>
            <a:off x="4957329" y="819824"/>
            <a:ext cx="3123871" cy="489409"/>
          </a:xfrm>
        </p:spPr>
        <p:txBody>
          <a:bodyPr lIns="0" tIns="0" rIns="0" bIns="0">
            <a:noAutofit/>
          </a:bodyPr>
          <a:lstStyle>
            <a:lvl1pPr marL="0" indent="0">
              <a:lnSpc>
                <a:spcPct val="90000"/>
              </a:lnSpc>
              <a:spcBef>
                <a:spcPts val="0"/>
              </a:spcBef>
              <a:buNone/>
              <a:defRPr sz="750">
                <a:solidFill>
                  <a:schemeClr val="tx1"/>
                </a:solidFill>
              </a:defRPr>
            </a:lvl1pPr>
          </a:lstStyle>
          <a:p>
            <a:pPr lvl="0"/>
            <a:r>
              <a:rPr lang="en-US"/>
              <a:t>Text</a:t>
            </a:r>
          </a:p>
        </p:txBody>
      </p:sp>
      <p:sp>
        <p:nvSpPr>
          <p:cNvPr id="22" name="Text Placeholder 6">
            <a:extLst>
              <a:ext uri="{FF2B5EF4-FFF2-40B4-BE49-F238E27FC236}">
                <a16:creationId xmlns:a16="http://schemas.microsoft.com/office/drawing/2014/main" id="{2B409C2E-883F-B907-A16B-73C60F7233FC}"/>
              </a:ext>
            </a:extLst>
          </p:cNvPr>
          <p:cNvSpPr>
            <a:spLocks noGrp="1"/>
          </p:cNvSpPr>
          <p:nvPr>
            <p:ph type="body" sz="quarter" idx="24" hasCustomPrompt="1"/>
          </p:nvPr>
        </p:nvSpPr>
        <p:spPr>
          <a:xfrm>
            <a:off x="4581443" y="643736"/>
            <a:ext cx="262453" cy="230832"/>
          </a:xfrm>
          <a:prstGeom prst="rect">
            <a:avLst/>
          </a:prstGeom>
        </p:spPr>
        <p:txBody>
          <a:bodyPr lIns="0" tIns="0" rIns="0" bIns="0" anchor="ctr">
            <a:noAutofit/>
          </a:bodyPr>
          <a:lstStyle>
            <a:lvl1pPr marL="0" indent="0">
              <a:lnSpc>
                <a:spcPct val="70000"/>
              </a:lnSpc>
              <a:spcBef>
                <a:spcPts val="0"/>
              </a:spcBef>
              <a:buNone/>
              <a:defRPr sz="1500">
                <a:solidFill>
                  <a:schemeClr val="accent1"/>
                </a:solidFill>
                <a:latin typeface="+mj-lt"/>
              </a:defRPr>
            </a:lvl1pPr>
          </a:lstStyle>
          <a:p>
            <a:pPr lvl="0"/>
            <a:r>
              <a:rPr lang="en-US"/>
              <a:t>01</a:t>
            </a:r>
          </a:p>
        </p:txBody>
      </p:sp>
      <p:sp>
        <p:nvSpPr>
          <p:cNvPr id="11" name="Text Placeholder 6">
            <a:extLst>
              <a:ext uri="{FF2B5EF4-FFF2-40B4-BE49-F238E27FC236}">
                <a16:creationId xmlns:a16="http://schemas.microsoft.com/office/drawing/2014/main" id="{64766CB9-AC6E-B443-A20D-5C2CC1558B51}"/>
              </a:ext>
            </a:extLst>
          </p:cNvPr>
          <p:cNvSpPr>
            <a:spLocks noGrp="1"/>
          </p:cNvSpPr>
          <p:nvPr>
            <p:ph type="body" sz="quarter" idx="40" hasCustomPrompt="1"/>
          </p:nvPr>
        </p:nvSpPr>
        <p:spPr>
          <a:xfrm>
            <a:off x="4953530" y="1262012"/>
            <a:ext cx="3123870" cy="230832"/>
          </a:xfrm>
          <a:prstGeom prst="rect">
            <a:avLst/>
          </a:prstGeom>
        </p:spPr>
        <p:txBody>
          <a:bodyPr lIns="0" tIns="0" rIns="0" bIns="0" anchor="b">
            <a:noAutofit/>
          </a:bodyPr>
          <a:lstStyle>
            <a:lvl1pPr marL="0" indent="0">
              <a:lnSpc>
                <a:spcPct val="70000"/>
              </a:lnSpc>
              <a:spcBef>
                <a:spcPts val="0"/>
              </a:spcBef>
              <a:buNone/>
              <a:defRPr sz="900">
                <a:solidFill>
                  <a:schemeClr val="tx1"/>
                </a:solidFill>
                <a:latin typeface="+mj-lt"/>
              </a:defRPr>
            </a:lvl1pPr>
          </a:lstStyle>
          <a:p>
            <a:pPr lvl="0"/>
            <a:r>
              <a:rPr lang="en-US"/>
              <a:t>TITLE</a:t>
            </a:r>
          </a:p>
        </p:txBody>
      </p:sp>
      <p:sp>
        <p:nvSpPr>
          <p:cNvPr id="12" name="Text Placeholder 14">
            <a:extLst>
              <a:ext uri="{FF2B5EF4-FFF2-40B4-BE49-F238E27FC236}">
                <a16:creationId xmlns:a16="http://schemas.microsoft.com/office/drawing/2014/main" id="{25A92E4D-EBEE-028A-CDF9-F0C447C95973}"/>
              </a:ext>
            </a:extLst>
          </p:cNvPr>
          <p:cNvSpPr>
            <a:spLocks noGrp="1"/>
          </p:cNvSpPr>
          <p:nvPr>
            <p:ph type="body" sz="quarter" idx="41" hasCustomPrompt="1"/>
          </p:nvPr>
        </p:nvSpPr>
        <p:spPr>
          <a:xfrm>
            <a:off x="4957329" y="1563402"/>
            <a:ext cx="3123871" cy="489409"/>
          </a:xfrm>
        </p:spPr>
        <p:txBody>
          <a:bodyPr lIns="0" tIns="0" rIns="0" bIns="0">
            <a:noAutofit/>
          </a:bodyPr>
          <a:lstStyle>
            <a:lvl1pPr marL="0" indent="0">
              <a:lnSpc>
                <a:spcPct val="90000"/>
              </a:lnSpc>
              <a:spcBef>
                <a:spcPts val="0"/>
              </a:spcBef>
              <a:buNone/>
              <a:defRPr sz="750">
                <a:solidFill>
                  <a:schemeClr val="tx1"/>
                </a:solidFill>
              </a:defRPr>
            </a:lvl1pPr>
          </a:lstStyle>
          <a:p>
            <a:pPr lvl="0"/>
            <a:r>
              <a:rPr lang="en-US"/>
              <a:t>Text</a:t>
            </a:r>
          </a:p>
        </p:txBody>
      </p:sp>
      <p:sp>
        <p:nvSpPr>
          <p:cNvPr id="13" name="Text Placeholder 6">
            <a:extLst>
              <a:ext uri="{FF2B5EF4-FFF2-40B4-BE49-F238E27FC236}">
                <a16:creationId xmlns:a16="http://schemas.microsoft.com/office/drawing/2014/main" id="{66AE999F-4A88-F5C4-9F3F-854929ED38C0}"/>
              </a:ext>
            </a:extLst>
          </p:cNvPr>
          <p:cNvSpPr>
            <a:spLocks noGrp="1"/>
          </p:cNvSpPr>
          <p:nvPr>
            <p:ph type="body" sz="quarter" idx="42" hasCustomPrompt="1"/>
          </p:nvPr>
        </p:nvSpPr>
        <p:spPr>
          <a:xfrm>
            <a:off x="4581443" y="1387314"/>
            <a:ext cx="262453" cy="230832"/>
          </a:xfrm>
          <a:prstGeom prst="rect">
            <a:avLst/>
          </a:prstGeom>
        </p:spPr>
        <p:txBody>
          <a:bodyPr lIns="0" tIns="0" rIns="0" bIns="0" anchor="ctr">
            <a:noAutofit/>
          </a:bodyPr>
          <a:lstStyle>
            <a:lvl1pPr marL="0" indent="0">
              <a:lnSpc>
                <a:spcPct val="70000"/>
              </a:lnSpc>
              <a:spcBef>
                <a:spcPts val="0"/>
              </a:spcBef>
              <a:buNone/>
              <a:defRPr sz="1500">
                <a:solidFill>
                  <a:schemeClr val="accent1"/>
                </a:solidFill>
                <a:latin typeface="+mj-lt"/>
              </a:defRPr>
            </a:lvl1pPr>
          </a:lstStyle>
          <a:p>
            <a:pPr lvl="0"/>
            <a:r>
              <a:rPr lang="en-US"/>
              <a:t>01</a:t>
            </a:r>
          </a:p>
        </p:txBody>
      </p:sp>
      <p:sp>
        <p:nvSpPr>
          <p:cNvPr id="14" name="Text Placeholder 6">
            <a:extLst>
              <a:ext uri="{FF2B5EF4-FFF2-40B4-BE49-F238E27FC236}">
                <a16:creationId xmlns:a16="http://schemas.microsoft.com/office/drawing/2014/main" id="{DCF1426C-CF92-AAD1-2313-3D61DF903D76}"/>
              </a:ext>
            </a:extLst>
          </p:cNvPr>
          <p:cNvSpPr>
            <a:spLocks noGrp="1"/>
          </p:cNvSpPr>
          <p:nvPr>
            <p:ph type="body" sz="quarter" idx="43" hasCustomPrompt="1"/>
          </p:nvPr>
        </p:nvSpPr>
        <p:spPr>
          <a:xfrm>
            <a:off x="4953530" y="2005590"/>
            <a:ext cx="3123870" cy="230832"/>
          </a:xfrm>
          <a:prstGeom prst="rect">
            <a:avLst/>
          </a:prstGeom>
        </p:spPr>
        <p:txBody>
          <a:bodyPr lIns="0" tIns="0" rIns="0" bIns="0" anchor="b">
            <a:noAutofit/>
          </a:bodyPr>
          <a:lstStyle>
            <a:lvl1pPr marL="0" indent="0">
              <a:lnSpc>
                <a:spcPct val="70000"/>
              </a:lnSpc>
              <a:spcBef>
                <a:spcPts val="0"/>
              </a:spcBef>
              <a:buNone/>
              <a:defRPr sz="900">
                <a:solidFill>
                  <a:schemeClr val="tx1"/>
                </a:solidFill>
                <a:latin typeface="+mj-lt"/>
              </a:defRPr>
            </a:lvl1pPr>
          </a:lstStyle>
          <a:p>
            <a:pPr lvl="0"/>
            <a:r>
              <a:rPr lang="en-US"/>
              <a:t>TITLE</a:t>
            </a:r>
          </a:p>
        </p:txBody>
      </p:sp>
      <p:sp>
        <p:nvSpPr>
          <p:cNvPr id="15" name="Text Placeholder 14">
            <a:extLst>
              <a:ext uri="{FF2B5EF4-FFF2-40B4-BE49-F238E27FC236}">
                <a16:creationId xmlns:a16="http://schemas.microsoft.com/office/drawing/2014/main" id="{EA6CC229-2D08-9125-2590-9C68C38FAD9D}"/>
              </a:ext>
            </a:extLst>
          </p:cNvPr>
          <p:cNvSpPr>
            <a:spLocks noGrp="1"/>
          </p:cNvSpPr>
          <p:nvPr>
            <p:ph type="body" sz="quarter" idx="44" hasCustomPrompt="1"/>
          </p:nvPr>
        </p:nvSpPr>
        <p:spPr>
          <a:xfrm>
            <a:off x="4957329" y="2306980"/>
            <a:ext cx="3123871" cy="489409"/>
          </a:xfrm>
        </p:spPr>
        <p:txBody>
          <a:bodyPr lIns="0" tIns="0" rIns="0" bIns="0">
            <a:noAutofit/>
          </a:bodyPr>
          <a:lstStyle>
            <a:lvl1pPr marL="0" indent="0">
              <a:lnSpc>
                <a:spcPct val="90000"/>
              </a:lnSpc>
              <a:spcBef>
                <a:spcPts val="0"/>
              </a:spcBef>
              <a:buNone/>
              <a:defRPr sz="750">
                <a:solidFill>
                  <a:schemeClr val="tx1"/>
                </a:solidFill>
              </a:defRPr>
            </a:lvl1pPr>
          </a:lstStyle>
          <a:p>
            <a:pPr lvl="0"/>
            <a:r>
              <a:rPr lang="en-US"/>
              <a:t>Text</a:t>
            </a:r>
          </a:p>
        </p:txBody>
      </p:sp>
      <p:sp>
        <p:nvSpPr>
          <p:cNvPr id="16" name="Text Placeholder 6">
            <a:extLst>
              <a:ext uri="{FF2B5EF4-FFF2-40B4-BE49-F238E27FC236}">
                <a16:creationId xmlns:a16="http://schemas.microsoft.com/office/drawing/2014/main" id="{11116548-1A53-7A0D-0E87-4B4747D5B233}"/>
              </a:ext>
            </a:extLst>
          </p:cNvPr>
          <p:cNvSpPr>
            <a:spLocks noGrp="1"/>
          </p:cNvSpPr>
          <p:nvPr>
            <p:ph type="body" sz="quarter" idx="45" hasCustomPrompt="1"/>
          </p:nvPr>
        </p:nvSpPr>
        <p:spPr>
          <a:xfrm>
            <a:off x="4581443" y="2130892"/>
            <a:ext cx="262453" cy="230832"/>
          </a:xfrm>
          <a:prstGeom prst="rect">
            <a:avLst/>
          </a:prstGeom>
        </p:spPr>
        <p:txBody>
          <a:bodyPr lIns="0" tIns="0" rIns="0" bIns="0" anchor="ctr">
            <a:noAutofit/>
          </a:bodyPr>
          <a:lstStyle>
            <a:lvl1pPr marL="0" indent="0">
              <a:lnSpc>
                <a:spcPct val="70000"/>
              </a:lnSpc>
              <a:spcBef>
                <a:spcPts val="0"/>
              </a:spcBef>
              <a:buNone/>
              <a:defRPr sz="1500">
                <a:solidFill>
                  <a:schemeClr val="accent1"/>
                </a:solidFill>
                <a:latin typeface="+mj-lt"/>
              </a:defRPr>
            </a:lvl1pPr>
          </a:lstStyle>
          <a:p>
            <a:pPr lvl="0"/>
            <a:r>
              <a:rPr lang="en-US"/>
              <a:t>01</a:t>
            </a:r>
          </a:p>
        </p:txBody>
      </p:sp>
      <p:sp>
        <p:nvSpPr>
          <p:cNvPr id="45" name="Text Placeholder 6">
            <a:extLst>
              <a:ext uri="{FF2B5EF4-FFF2-40B4-BE49-F238E27FC236}">
                <a16:creationId xmlns:a16="http://schemas.microsoft.com/office/drawing/2014/main" id="{FD781516-B4C2-4E76-B3F4-2286C0C18BA5}"/>
              </a:ext>
            </a:extLst>
          </p:cNvPr>
          <p:cNvSpPr>
            <a:spLocks noGrp="1"/>
          </p:cNvSpPr>
          <p:nvPr>
            <p:ph type="body" sz="quarter" idx="46" hasCustomPrompt="1"/>
          </p:nvPr>
        </p:nvSpPr>
        <p:spPr>
          <a:xfrm>
            <a:off x="4953530" y="2755075"/>
            <a:ext cx="3123870" cy="230832"/>
          </a:xfrm>
          <a:prstGeom prst="rect">
            <a:avLst/>
          </a:prstGeom>
        </p:spPr>
        <p:txBody>
          <a:bodyPr lIns="0" tIns="0" rIns="0" bIns="0" anchor="b">
            <a:noAutofit/>
          </a:bodyPr>
          <a:lstStyle>
            <a:lvl1pPr marL="0" indent="0">
              <a:lnSpc>
                <a:spcPct val="70000"/>
              </a:lnSpc>
              <a:spcBef>
                <a:spcPts val="0"/>
              </a:spcBef>
              <a:buNone/>
              <a:defRPr sz="900">
                <a:solidFill>
                  <a:schemeClr val="tx1"/>
                </a:solidFill>
                <a:latin typeface="+mj-lt"/>
              </a:defRPr>
            </a:lvl1pPr>
          </a:lstStyle>
          <a:p>
            <a:pPr lvl="0"/>
            <a:r>
              <a:rPr lang="en-US"/>
              <a:t>TITLE</a:t>
            </a:r>
          </a:p>
        </p:txBody>
      </p:sp>
      <p:sp>
        <p:nvSpPr>
          <p:cNvPr id="46" name="Text Placeholder 14">
            <a:extLst>
              <a:ext uri="{FF2B5EF4-FFF2-40B4-BE49-F238E27FC236}">
                <a16:creationId xmlns:a16="http://schemas.microsoft.com/office/drawing/2014/main" id="{3373C48C-4341-05FA-0B5C-AF4D53AC38EB}"/>
              </a:ext>
            </a:extLst>
          </p:cNvPr>
          <p:cNvSpPr>
            <a:spLocks noGrp="1"/>
          </p:cNvSpPr>
          <p:nvPr>
            <p:ph type="body" sz="quarter" idx="47" hasCustomPrompt="1"/>
          </p:nvPr>
        </p:nvSpPr>
        <p:spPr>
          <a:xfrm>
            <a:off x="4957329" y="3056465"/>
            <a:ext cx="3123871" cy="489409"/>
          </a:xfrm>
        </p:spPr>
        <p:txBody>
          <a:bodyPr lIns="0" tIns="0" rIns="0" bIns="0">
            <a:noAutofit/>
          </a:bodyPr>
          <a:lstStyle>
            <a:lvl1pPr marL="0" indent="0">
              <a:lnSpc>
                <a:spcPct val="90000"/>
              </a:lnSpc>
              <a:spcBef>
                <a:spcPts val="0"/>
              </a:spcBef>
              <a:buNone/>
              <a:defRPr sz="750">
                <a:solidFill>
                  <a:schemeClr val="tx1"/>
                </a:solidFill>
              </a:defRPr>
            </a:lvl1pPr>
          </a:lstStyle>
          <a:p>
            <a:pPr lvl="0"/>
            <a:r>
              <a:rPr lang="en-US"/>
              <a:t>Text</a:t>
            </a:r>
          </a:p>
        </p:txBody>
      </p:sp>
      <p:sp>
        <p:nvSpPr>
          <p:cNvPr id="47" name="Text Placeholder 6">
            <a:extLst>
              <a:ext uri="{FF2B5EF4-FFF2-40B4-BE49-F238E27FC236}">
                <a16:creationId xmlns:a16="http://schemas.microsoft.com/office/drawing/2014/main" id="{5C048D7F-0C4D-541A-3897-1510C2EB0665}"/>
              </a:ext>
            </a:extLst>
          </p:cNvPr>
          <p:cNvSpPr>
            <a:spLocks noGrp="1"/>
          </p:cNvSpPr>
          <p:nvPr>
            <p:ph type="body" sz="quarter" idx="48" hasCustomPrompt="1"/>
          </p:nvPr>
        </p:nvSpPr>
        <p:spPr>
          <a:xfrm>
            <a:off x="4581443" y="2880377"/>
            <a:ext cx="262453" cy="230832"/>
          </a:xfrm>
          <a:prstGeom prst="rect">
            <a:avLst/>
          </a:prstGeom>
        </p:spPr>
        <p:txBody>
          <a:bodyPr lIns="0" tIns="0" rIns="0" bIns="0" anchor="ctr">
            <a:noAutofit/>
          </a:bodyPr>
          <a:lstStyle>
            <a:lvl1pPr marL="0" indent="0">
              <a:lnSpc>
                <a:spcPct val="70000"/>
              </a:lnSpc>
              <a:spcBef>
                <a:spcPts val="0"/>
              </a:spcBef>
              <a:buNone/>
              <a:defRPr sz="1500">
                <a:solidFill>
                  <a:schemeClr val="accent1"/>
                </a:solidFill>
                <a:latin typeface="+mj-lt"/>
              </a:defRPr>
            </a:lvl1pPr>
          </a:lstStyle>
          <a:p>
            <a:pPr lvl="0"/>
            <a:r>
              <a:rPr lang="en-US"/>
              <a:t>01</a:t>
            </a:r>
          </a:p>
        </p:txBody>
      </p:sp>
      <p:sp>
        <p:nvSpPr>
          <p:cNvPr id="48" name="Text Placeholder 6">
            <a:extLst>
              <a:ext uri="{FF2B5EF4-FFF2-40B4-BE49-F238E27FC236}">
                <a16:creationId xmlns:a16="http://schemas.microsoft.com/office/drawing/2014/main" id="{A08EF1C1-7654-8249-2375-4F9BCD0DAE96}"/>
              </a:ext>
            </a:extLst>
          </p:cNvPr>
          <p:cNvSpPr>
            <a:spLocks noGrp="1"/>
          </p:cNvSpPr>
          <p:nvPr>
            <p:ph type="body" sz="quarter" idx="49" hasCustomPrompt="1"/>
          </p:nvPr>
        </p:nvSpPr>
        <p:spPr>
          <a:xfrm>
            <a:off x="4953530" y="3498652"/>
            <a:ext cx="3123870" cy="230832"/>
          </a:xfrm>
          <a:prstGeom prst="rect">
            <a:avLst/>
          </a:prstGeom>
        </p:spPr>
        <p:txBody>
          <a:bodyPr lIns="0" tIns="0" rIns="0" bIns="0" anchor="b">
            <a:noAutofit/>
          </a:bodyPr>
          <a:lstStyle>
            <a:lvl1pPr marL="0" indent="0">
              <a:lnSpc>
                <a:spcPct val="70000"/>
              </a:lnSpc>
              <a:spcBef>
                <a:spcPts val="0"/>
              </a:spcBef>
              <a:buNone/>
              <a:defRPr sz="900">
                <a:solidFill>
                  <a:schemeClr val="tx1"/>
                </a:solidFill>
                <a:latin typeface="+mj-lt"/>
              </a:defRPr>
            </a:lvl1pPr>
          </a:lstStyle>
          <a:p>
            <a:pPr lvl="0"/>
            <a:r>
              <a:rPr lang="en-US"/>
              <a:t>TITLE</a:t>
            </a:r>
          </a:p>
        </p:txBody>
      </p:sp>
      <p:sp>
        <p:nvSpPr>
          <p:cNvPr id="49" name="Text Placeholder 14">
            <a:extLst>
              <a:ext uri="{FF2B5EF4-FFF2-40B4-BE49-F238E27FC236}">
                <a16:creationId xmlns:a16="http://schemas.microsoft.com/office/drawing/2014/main" id="{D7DD3952-6B88-16D4-481A-92CD848C5DF7}"/>
              </a:ext>
            </a:extLst>
          </p:cNvPr>
          <p:cNvSpPr>
            <a:spLocks noGrp="1"/>
          </p:cNvSpPr>
          <p:nvPr>
            <p:ph type="body" sz="quarter" idx="50" hasCustomPrompt="1"/>
          </p:nvPr>
        </p:nvSpPr>
        <p:spPr>
          <a:xfrm>
            <a:off x="4957329" y="3800042"/>
            <a:ext cx="3123871" cy="489409"/>
          </a:xfrm>
        </p:spPr>
        <p:txBody>
          <a:bodyPr lIns="0" tIns="0" rIns="0" bIns="0">
            <a:noAutofit/>
          </a:bodyPr>
          <a:lstStyle>
            <a:lvl1pPr marL="0" indent="0">
              <a:lnSpc>
                <a:spcPct val="90000"/>
              </a:lnSpc>
              <a:spcBef>
                <a:spcPts val="0"/>
              </a:spcBef>
              <a:buNone/>
              <a:defRPr sz="750">
                <a:solidFill>
                  <a:schemeClr val="tx1"/>
                </a:solidFill>
              </a:defRPr>
            </a:lvl1pPr>
          </a:lstStyle>
          <a:p>
            <a:pPr lvl="0"/>
            <a:r>
              <a:rPr lang="en-US"/>
              <a:t>Text</a:t>
            </a:r>
          </a:p>
        </p:txBody>
      </p:sp>
      <p:sp>
        <p:nvSpPr>
          <p:cNvPr id="50" name="Text Placeholder 6">
            <a:extLst>
              <a:ext uri="{FF2B5EF4-FFF2-40B4-BE49-F238E27FC236}">
                <a16:creationId xmlns:a16="http://schemas.microsoft.com/office/drawing/2014/main" id="{C3EB7E8D-7217-0B36-661C-37B820063431}"/>
              </a:ext>
            </a:extLst>
          </p:cNvPr>
          <p:cNvSpPr>
            <a:spLocks noGrp="1"/>
          </p:cNvSpPr>
          <p:nvPr>
            <p:ph type="body" sz="quarter" idx="51" hasCustomPrompt="1"/>
          </p:nvPr>
        </p:nvSpPr>
        <p:spPr>
          <a:xfrm>
            <a:off x="4581443" y="3623954"/>
            <a:ext cx="262453" cy="230832"/>
          </a:xfrm>
          <a:prstGeom prst="rect">
            <a:avLst/>
          </a:prstGeom>
        </p:spPr>
        <p:txBody>
          <a:bodyPr lIns="0" tIns="0" rIns="0" bIns="0" anchor="ctr">
            <a:noAutofit/>
          </a:bodyPr>
          <a:lstStyle>
            <a:lvl1pPr marL="0" indent="0">
              <a:lnSpc>
                <a:spcPct val="70000"/>
              </a:lnSpc>
              <a:spcBef>
                <a:spcPts val="0"/>
              </a:spcBef>
              <a:buNone/>
              <a:defRPr sz="1500">
                <a:solidFill>
                  <a:schemeClr val="accent1"/>
                </a:solidFill>
                <a:latin typeface="+mj-lt"/>
              </a:defRPr>
            </a:lvl1pPr>
          </a:lstStyle>
          <a:p>
            <a:pPr lvl="0"/>
            <a:r>
              <a:rPr lang="en-US"/>
              <a:t>01</a:t>
            </a:r>
          </a:p>
        </p:txBody>
      </p:sp>
      <p:sp>
        <p:nvSpPr>
          <p:cNvPr id="51" name="Text Placeholder 6">
            <a:extLst>
              <a:ext uri="{FF2B5EF4-FFF2-40B4-BE49-F238E27FC236}">
                <a16:creationId xmlns:a16="http://schemas.microsoft.com/office/drawing/2014/main" id="{7B2AD2F3-CA64-5369-FEDD-8170F7D8575D}"/>
              </a:ext>
            </a:extLst>
          </p:cNvPr>
          <p:cNvSpPr>
            <a:spLocks noGrp="1"/>
          </p:cNvSpPr>
          <p:nvPr>
            <p:ph type="body" sz="quarter" idx="52" hasCustomPrompt="1"/>
          </p:nvPr>
        </p:nvSpPr>
        <p:spPr>
          <a:xfrm>
            <a:off x="4953530" y="4242230"/>
            <a:ext cx="3123870" cy="230832"/>
          </a:xfrm>
          <a:prstGeom prst="rect">
            <a:avLst/>
          </a:prstGeom>
        </p:spPr>
        <p:txBody>
          <a:bodyPr lIns="0" tIns="0" rIns="0" bIns="0" anchor="b">
            <a:noAutofit/>
          </a:bodyPr>
          <a:lstStyle>
            <a:lvl1pPr marL="0" indent="0">
              <a:lnSpc>
                <a:spcPct val="70000"/>
              </a:lnSpc>
              <a:spcBef>
                <a:spcPts val="0"/>
              </a:spcBef>
              <a:buNone/>
              <a:defRPr sz="900">
                <a:solidFill>
                  <a:schemeClr val="tx1"/>
                </a:solidFill>
                <a:latin typeface="+mj-lt"/>
              </a:defRPr>
            </a:lvl1pPr>
          </a:lstStyle>
          <a:p>
            <a:pPr lvl="0"/>
            <a:r>
              <a:rPr lang="en-US"/>
              <a:t>TITLE</a:t>
            </a:r>
          </a:p>
        </p:txBody>
      </p:sp>
      <p:sp>
        <p:nvSpPr>
          <p:cNvPr id="52" name="Text Placeholder 14">
            <a:extLst>
              <a:ext uri="{FF2B5EF4-FFF2-40B4-BE49-F238E27FC236}">
                <a16:creationId xmlns:a16="http://schemas.microsoft.com/office/drawing/2014/main" id="{73A4CA49-016A-0D5E-8164-B805422F89E1}"/>
              </a:ext>
            </a:extLst>
          </p:cNvPr>
          <p:cNvSpPr>
            <a:spLocks noGrp="1"/>
          </p:cNvSpPr>
          <p:nvPr>
            <p:ph type="body" sz="quarter" idx="53" hasCustomPrompt="1"/>
          </p:nvPr>
        </p:nvSpPr>
        <p:spPr>
          <a:xfrm>
            <a:off x="4957329" y="4543620"/>
            <a:ext cx="3123871" cy="489409"/>
          </a:xfrm>
        </p:spPr>
        <p:txBody>
          <a:bodyPr lIns="0" tIns="0" rIns="0" bIns="0">
            <a:noAutofit/>
          </a:bodyPr>
          <a:lstStyle>
            <a:lvl1pPr marL="0" indent="0">
              <a:lnSpc>
                <a:spcPct val="90000"/>
              </a:lnSpc>
              <a:spcBef>
                <a:spcPts val="0"/>
              </a:spcBef>
              <a:buNone/>
              <a:defRPr sz="750">
                <a:solidFill>
                  <a:schemeClr val="tx1"/>
                </a:solidFill>
              </a:defRPr>
            </a:lvl1pPr>
          </a:lstStyle>
          <a:p>
            <a:pPr lvl="0"/>
            <a:r>
              <a:rPr lang="en-US"/>
              <a:t>Text</a:t>
            </a:r>
          </a:p>
        </p:txBody>
      </p:sp>
      <p:sp>
        <p:nvSpPr>
          <p:cNvPr id="53" name="Text Placeholder 6">
            <a:extLst>
              <a:ext uri="{FF2B5EF4-FFF2-40B4-BE49-F238E27FC236}">
                <a16:creationId xmlns:a16="http://schemas.microsoft.com/office/drawing/2014/main" id="{0BD35718-534B-AD93-B319-06BBCEBE825F}"/>
              </a:ext>
            </a:extLst>
          </p:cNvPr>
          <p:cNvSpPr>
            <a:spLocks noGrp="1"/>
          </p:cNvSpPr>
          <p:nvPr>
            <p:ph type="body" sz="quarter" idx="54" hasCustomPrompt="1"/>
          </p:nvPr>
        </p:nvSpPr>
        <p:spPr>
          <a:xfrm>
            <a:off x="4581443" y="4367532"/>
            <a:ext cx="262453" cy="230832"/>
          </a:xfrm>
          <a:prstGeom prst="rect">
            <a:avLst/>
          </a:prstGeom>
        </p:spPr>
        <p:txBody>
          <a:bodyPr lIns="0" tIns="0" rIns="0" bIns="0" anchor="ctr">
            <a:noAutofit/>
          </a:bodyPr>
          <a:lstStyle>
            <a:lvl1pPr marL="0" indent="0">
              <a:lnSpc>
                <a:spcPct val="70000"/>
              </a:lnSpc>
              <a:spcBef>
                <a:spcPts val="0"/>
              </a:spcBef>
              <a:buNone/>
              <a:defRPr sz="1500">
                <a:solidFill>
                  <a:schemeClr val="accent1"/>
                </a:solidFill>
                <a:latin typeface="+mj-lt"/>
              </a:defRPr>
            </a:lvl1pPr>
          </a:lstStyle>
          <a:p>
            <a:pPr lvl="0"/>
            <a:r>
              <a:rPr lang="en-US"/>
              <a:t>01</a:t>
            </a:r>
          </a:p>
        </p:txBody>
      </p:sp>
    </p:spTree>
    <p:extLst>
      <p:ext uri="{BB962C8B-B14F-4D97-AF65-F5344CB8AC3E}">
        <p14:creationId xmlns:p14="http://schemas.microsoft.com/office/powerpoint/2010/main" val="831402843"/>
      </p:ext>
    </p:extLst>
  </p:cSld>
  <p:clrMapOvr>
    <a:masterClrMapping/>
  </p:clrMapOvr>
  <p:transition spd="med"/>
</p:sldLayout>
</file>

<file path=ppt/slideLayouts/slideLayout116.xml><?xml version="1.0" encoding="utf-8"?>
<p:sldLayout xmlns:a="http://schemas.openxmlformats.org/drawingml/2006/main" xmlns:r="http://schemas.openxmlformats.org/officeDocument/2006/relationships" xmlns:p="http://schemas.openxmlformats.org/presentationml/2006/main" showMasterSp="0" preserve="1" userDrawn="1">
  <p:cSld name="Infographic timeline 1">
    <p:bg>
      <p:bgPr>
        <a:solidFill>
          <a:srgbClr val="0F2240"/>
        </a:solidFill>
        <a:effectLst/>
      </p:bgPr>
    </p:bg>
    <p:spTree>
      <p:nvGrpSpPr>
        <p:cNvPr id="1" name=""/>
        <p:cNvGrpSpPr/>
        <p:nvPr/>
      </p:nvGrpSpPr>
      <p:grpSpPr>
        <a:xfrm>
          <a:off x="0" y="0"/>
          <a:ext cx="0" cy="0"/>
          <a:chOff x="0" y="0"/>
          <a:chExt cx="0" cy="0"/>
        </a:xfrm>
      </p:grpSpPr>
      <p:cxnSp>
        <p:nvCxnSpPr>
          <p:cNvPr id="20" name="Straight Connector 19">
            <a:extLst>
              <a:ext uri="{FF2B5EF4-FFF2-40B4-BE49-F238E27FC236}">
                <a16:creationId xmlns:a16="http://schemas.microsoft.com/office/drawing/2014/main" id="{A833D396-110F-C624-97CE-9A00852FB61A}"/>
              </a:ext>
            </a:extLst>
          </p:cNvPr>
          <p:cNvCxnSpPr>
            <a:cxnSpLocks/>
          </p:cNvCxnSpPr>
          <p:nvPr userDrawn="1"/>
        </p:nvCxnSpPr>
        <p:spPr>
          <a:xfrm>
            <a:off x="314654" y="2476572"/>
            <a:ext cx="8829346" cy="0"/>
          </a:xfrm>
          <a:prstGeom prst="line">
            <a:avLst/>
          </a:prstGeom>
          <a:noFill/>
          <a:ln w="12700" cap="flat">
            <a:solidFill>
              <a:srgbClr val="E7E696"/>
            </a:solidFill>
            <a:prstDash val="solid"/>
            <a:miter lim="400000"/>
          </a:ln>
          <a:effectLst/>
          <a:sp3d/>
        </p:spPr>
        <p:style>
          <a:lnRef idx="0">
            <a:scrgbClr r="0" g="0" b="0"/>
          </a:lnRef>
          <a:fillRef idx="0">
            <a:scrgbClr r="0" g="0" b="0"/>
          </a:fillRef>
          <a:effectRef idx="0">
            <a:scrgbClr r="0" g="0" b="0"/>
          </a:effectRef>
          <a:fontRef idx="none"/>
        </p:style>
      </p:cxnSp>
      <p:sp>
        <p:nvSpPr>
          <p:cNvPr id="66" name="Slide Number"/>
          <p:cNvSpPr txBox="1">
            <a:spLocks noGrp="1"/>
          </p:cNvSpPr>
          <p:nvPr>
            <p:ph type="sldNum" sz="quarter" idx="2"/>
          </p:nvPr>
        </p:nvSpPr>
        <p:spPr>
          <a:prstGeom prst="rect">
            <a:avLst/>
          </a:prstGeom>
        </p:spPr>
        <p:txBody>
          <a:bodyPr/>
          <a:lstStyle>
            <a:lvl1pPr>
              <a:defRPr>
                <a:solidFill>
                  <a:srgbClr val="FDFAF2"/>
                </a:solidFill>
              </a:defRPr>
            </a:lvl1pPr>
          </a:lstStyle>
          <a:p>
            <a:fld id="{86CB4B4D-7CA3-9044-876B-883B54F8677D}" type="slidenum">
              <a:rPr lang="en-GB" smtClean="0"/>
              <a:pPr/>
              <a:t>‹#›</a:t>
            </a:fld>
            <a:endParaRPr lang="en-GB"/>
          </a:p>
        </p:txBody>
      </p:sp>
      <p:pic>
        <p:nvPicPr>
          <p:cNvPr id="15" name="CGC logo white.png" descr="CGC logo white.png">
            <a:extLst>
              <a:ext uri="{FF2B5EF4-FFF2-40B4-BE49-F238E27FC236}">
                <a16:creationId xmlns:a16="http://schemas.microsoft.com/office/drawing/2014/main" id="{D935F029-D9A4-B9A6-51F4-12FA11B2A4EA}"/>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285750" y="285750"/>
            <a:ext cx="1152091" cy="199818"/>
          </a:xfrm>
          <a:prstGeom prst="rect">
            <a:avLst/>
          </a:prstGeom>
          <a:ln w="12700">
            <a:miter lim="400000"/>
          </a:ln>
        </p:spPr>
      </p:pic>
      <p:sp>
        <p:nvSpPr>
          <p:cNvPr id="16" name="Text Placeholder 6">
            <a:extLst>
              <a:ext uri="{FF2B5EF4-FFF2-40B4-BE49-F238E27FC236}">
                <a16:creationId xmlns:a16="http://schemas.microsoft.com/office/drawing/2014/main" id="{87986872-5E71-94DF-D70B-60CD3F3069DA}"/>
              </a:ext>
            </a:extLst>
          </p:cNvPr>
          <p:cNvSpPr>
            <a:spLocks noGrp="1"/>
          </p:cNvSpPr>
          <p:nvPr>
            <p:ph type="body" sz="quarter" idx="22" hasCustomPrompt="1"/>
          </p:nvPr>
        </p:nvSpPr>
        <p:spPr>
          <a:xfrm>
            <a:off x="304606" y="2488309"/>
            <a:ext cx="1944145" cy="290568"/>
          </a:xfrm>
          <a:prstGeom prst="rect">
            <a:avLst/>
          </a:prstGeom>
        </p:spPr>
        <p:txBody>
          <a:bodyPr lIns="0" tIns="0" rIns="0" bIns="0" anchor="b">
            <a:noAutofit/>
          </a:bodyPr>
          <a:lstStyle>
            <a:lvl1pPr marL="0" indent="0">
              <a:lnSpc>
                <a:spcPct val="70000"/>
              </a:lnSpc>
              <a:spcBef>
                <a:spcPts val="0"/>
              </a:spcBef>
              <a:buNone/>
              <a:defRPr sz="900">
                <a:solidFill>
                  <a:schemeClr val="bg1"/>
                </a:solidFill>
                <a:latin typeface="+mj-lt"/>
              </a:defRPr>
            </a:lvl1pPr>
          </a:lstStyle>
          <a:p>
            <a:pPr lvl="0"/>
            <a:r>
              <a:rPr lang="en-US"/>
              <a:t>TITLE</a:t>
            </a:r>
          </a:p>
        </p:txBody>
      </p:sp>
      <p:sp>
        <p:nvSpPr>
          <p:cNvPr id="17" name="Text Placeholder 14">
            <a:extLst>
              <a:ext uri="{FF2B5EF4-FFF2-40B4-BE49-F238E27FC236}">
                <a16:creationId xmlns:a16="http://schemas.microsoft.com/office/drawing/2014/main" id="{00E965BB-818F-4B86-DEE2-C2A887F6C1D3}"/>
              </a:ext>
            </a:extLst>
          </p:cNvPr>
          <p:cNvSpPr>
            <a:spLocks noGrp="1"/>
          </p:cNvSpPr>
          <p:nvPr>
            <p:ph type="body" sz="quarter" idx="23" hasCustomPrompt="1"/>
          </p:nvPr>
        </p:nvSpPr>
        <p:spPr>
          <a:xfrm>
            <a:off x="304606" y="2860306"/>
            <a:ext cx="1944146" cy="867632"/>
          </a:xfrm>
        </p:spPr>
        <p:txBody>
          <a:bodyPr lIns="0" tIns="0" rIns="0" bIns="0">
            <a:noAutofit/>
          </a:bodyPr>
          <a:lstStyle>
            <a:lvl1pPr marL="0" indent="0">
              <a:lnSpc>
                <a:spcPct val="90000"/>
              </a:lnSpc>
              <a:spcBef>
                <a:spcPts val="0"/>
              </a:spcBef>
              <a:buNone/>
              <a:defRPr sz="750">
                <a:solidFill>
                  <a:schemeClr val="bg1"/>
                </a:solidFill>
              </a:defRPr>
            </a:lvl1pPr>
          </a:lstStyle>
          <a:p>
            <a:pPr lvl="0"/>
            <a:r>
              <a:rPr lang="en-US"/>
              <a:t>Text</a:t>
            </a:r>
          </a:p>
        </p:txBody>
      </p:sp>
      <p:sp>
        <p:nvSpPr>
          <p:cNvPr id="26" name="Text Placeholder 6">
            <a:extLst>
              <a:ext uri="{FF2B5EF4-FFF2-40B4-BE49-F238E27FC236}">
                <a16:creationId xmlns:a16="http://schemas.microsoft.com/office/drawing/2014/main" id="{8DF4AE7B-64B6-ACB4-9CB3-142545F74983}"/>
              </a:ext>
            </a:extLst>
          </p:cNvPr>
          <p:cNvSpPr>
            <a:spLocks noGrp="1"/>
          </p:cNvSpPr>
          <p:nvPr>
            <p:ph type="body" sz="quarter" idx="27" hasCustomPrompt="1"/>
          </p:nvPr>
        </p:nvSpPr>
        <p:spPr>
          <a:xfrm>
            <a:off x="3165657" y="2115689"/>
            <a:ext cx="366122" cy="230832"/>
          </a:xfrm>
          <a:prstGeom prst="rect">
            <a:avLst/>
          </a:prstGeom>
        </p:spPr>
        <p:txBody>
          <a:bodyPr vert="horz" lIns="0" tIns="0" rIns="0" bIns="0" rtlCol="0" anchor="ctr">
            <a:noAutofit/>
          </a:bodyPr>
          <a:lstStyle>
            <a:lvl1pPr>
              <a:defRPr lang="en-US" sz="1500">
                <a:solidFill>
                  <a:schemeClr val="accent3"/>
                </a:solidFill>
                <a:latin typeface="+mj-lt"/>
              </a:defRPr>
            </a:lvl1pPr>
          </a:lstStyle>
          <a:p>
            <a:pPr marL="0" lvl="0" indent="0" algn="ctr">
              <a:lnSpc>
                <a:spcPct val="70000"/>
              </a:lnSpc>
              <a:spcBef>
                <a:spcPts val="0"/>
              </a:spcBef>
              <a:buNone/>
            </a:pPr>
            <a:r>
              <a:rPr lang="en-US"/>
              <a:t>02</a:t>
            </a:r>
          </a:p>
        </p:txBody>
      </p:sp>
      <p:sp>
        <p:nvSpPr>
          <p:cNvPr id="31" name="Text Placeholder 6">
            <a:extLst>
              <a:ext uri="{FF2B5EF4-FFF2-40B4-BE49-F238E27FC236}">
                <a16:creationId xmlns:a16="http://schemas.microsoft.com/office/drawing/2014/main" id="{6A9ACD58-BDFB-8076-3C6A-E099C54C16AB}"/>
              </a:ext>
            </a:extLst>
          </p:cNvPr>
          <p:cNvSpPr>
            <a:spLocks noGrp="1"/>
          </p:cNvSpPr>
          <p:nvPr>
            <p:ph type="body" sz="quarter" idx="30" hasCustomPrompt="1"/>
          </p:nvPr>
        </p:nvSpPr>
        <p:spPr>
          <a:xfrm>
            <a:off x="6153406" y="2115689"/>
            <a:ext cx="366122" cy="230832"/>
          </a:xfrm>
          <a:prstGeom prst="rect">
            <a:avLst/>
          </a:prstGeom>
        </p:spPr>
        <p:txBody>
          <a:bodyPr vert="horz" lIns="0" tIns="0" rIns="0" bIns="0" rtlCol="0" anchor="ctr">
            <a:noAutofit/>
          </a:bodyPr>
          <a:lstStyle>
            <a:lvl1pPr>
              <a:defRPr lang="en-US" sz="1500">
                <a:solidFill>
                  <a:schemeClr val="accent3"/>
                </a:solidFill>
                <a:latin typeface="+mj-lt"/>
              </a:defRPr>
            </a:lvl1pPr>
          </a:lstStyle>
          <a:p>
            <a:pPr marL="0" lvl="0" indent="0" algn="ctr">
              <a:lnSpc>
                <a:spcPct val="70000"/>
              </a:lnSpc>
              <a:spcBef>
                <a:spcPts val="0"/>
              </a:spcBef>
              <a:buNone/>
            </a:pPr>
            <a:r>
              <a:rPr lang="en-US"/>
              <a:t>03</a:t>
            </a:r>
          </a:p>
        </p:txBody>
      </p:sp>
      <p:sp>
        <p:nvSpPr>
          <p:cNvPr id="32" name="Oval 31">
            <a:extLst>
              <a:ext uri="{FF2B5EF4-FFF2-40B4-BE49-F238E27FC236}">
                <a16:creationId xmlns:a16="http://schemas.microsoft.com/office/drawing/2014/main" id="{BF95C90B-9340-BA27-A3CF-3ACA2019BDAD}"/>
              </a:ext>
            </a:extLst>
          </p:cNvPr>
          <p:cNvSpPr/>
          <p:nvPr userDrawn="1"/>
        </p:nvSpPr>
        <p:spPr>
          <a:xfrm>
            <a:off x="6268886" y="2431229"/>
            <a:ext cx="94589" cy="94589"/>
          </a:xfrm>
          <a:prstGeom prst="ellipse">
            <a:avLst/>
          </a:prstGeom>
          <a:solidFill>
            <a:srgbClr val="E7E696"/>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20000"/>
              </a:lnSpc>
              <a:spcBef>
                <a:spcPts val="0"/>
              </a:spcBef>
              <a:spcAft>
                <a:spcPts val="0"/>
              </a:spcAft>
              <a:buClrTx/>
              <a:buSzTx/>
              <a:buFontTx/>
              <a:buNone/>
              <a:tabLst/>
            </a:pPr>
            <a:endParaRPr kumimoji="0" lang="en-US" sz="3000" b="0" i="0" u="none" strike="noStrike" cap="all" spc="0" normalizeH="0" baseline="0">
              <a:ln>
                <a:noFill/>
              </a:ln>
              <a:solidFill>
                <a:srgbClr val="FFFFFF"/>
              </a:solidFill>
              <a:effectLst/>
              <a:uFillTx/>
              <a:latin typeface="Proxima Nova Extrabold"/>
              <a:ea typeface="Proxima Nova Extrabold"/>
              <a:cs typeface="Proxima Nova Extrabold"/>
              <a:sym typeface="Proxima Nova Extrabold"/>
            </a:endParaRPr>
          </a:p>
        </p:txBody>
      </p:sp>
      <p:sp>
        <p:nvSpPr>
          <p:cNvPr id="33" name="Text Placeholder 6">
            <a:extLst>
              <a:ext uri="{FF2B5EF4-FFF2-40B4-BE49-F238E27FC236}">
                <a16:creationId xmlns:a16="http://schemas.microsoft.com/office/drawing/2014/main" id="{4C3F98EA-FC7F-FDF6-F8B5-A6811F08B48E}"/>
              </a:ext>
            </a:extLst>
          </p:cNvPr>
          <p:cNvSpPr>
            <a:spLocks noGrp="1"/>
          </p:cNvSpPr>
          <p:nvPr>
            <p:ph type="body" sz="quarter" idx="24" hasCustomPrompt="1"/>
          </p:nvPr>
        </p:nvSpPr>
        <p:spPr>
          <a:xfrm>
            <a:off x="178887" y="2115689"/>
            <a:ext cx="366122" cy="230832"/>
          </a:xfrm>
          <a:prstGeom prst="rect">
            <a:avLst/>
          </a:prstGeom>
        </p:spPr>
        <p:txBody>
          <a:bodyPr lIns="0" tIns="0" rIns="0" bIns="0" anchor="ctr">
            <a:noAutofit/>
          </a:bodyPr>
          <a:lstStyle>
            <a:lvl1pPr marL="0" indent="0" algn="ctr">
              <a:lnSpc>
                <a:spcPct val="70000"/>
              </a:lnSpc>
              <a:spcBef>
                <a:spcPts val="0"/>
              </a:spcBef>
              <a:buNone/>
              <a:defRPr sz="1500">
                <a:solidFill>
                  <a:schemeClr val="accent3"/>
                </a:solidFill>
                <a:latin typeface="+mj-lt"/>
              </a:defRPr>
            </a:lvl1pPr>
          </a:lstStyle>
          <a:p>
            <a:pPr lvl="0"/>
            <a:r>
              <a:rPr lang="en-US"/>
              <a:t>01</a:t>
            </a:r>
          </a:p>
        </p:txBody>
      </p:sp>
      <p:sp>
        <p:nvSpPr>
          <p:cNvPr id="34" name="Oval 33">
            <a:extLst>
              <a:ext uri="{FF2B5EF4-FFF2-40B4-BE49-F238E27FC236}">
                <a16:creationId xmlns:a16="http://schemas.microsoft.com/office/drawing/2014/main" id="{216906E9-1415-2759-7BF7-E709F5C9E1AB}"/>
              </a:ext>
            </a:extLst>
          </p:cNvPr>
          <p:cNvSpPr/>
          <p:nvPr userDrawn="1"/>
        </p:nvSpPr>
        <p:spPr>
          <a:xfrm>
            <a:off x="314654" y="2431229"/>
            <a:ext cx="94589" cy="94589"/>
          </a:xfrm>
          <a:prstGeom prst="ellipse">
            <a:avLst/>
          </a:prstGeom>
          <a:solidFill>
            <a:srgbClr val="E7E696"/>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20000"/>
              </a:lnSpc>
              <a:spcBef>
                <a:spcPts val="0"/>
              </a:spcBef>
              <a:spcAft>
                <a:spcPts val="0"/>
              </a:spcAft>
              <a:buClrTx/>
              <a:buSzTx/>
              <a:buFontTx/>
              <a:buNone/>
              <a:tabLst/>
            </a:pPr>
            <a:endParaRPr kumimoji="0" lang="en-US" sz="3000" b="0" i="0" u="none" strike="noStrike" cap="all" spc="0" normalizeH="0" baseline="0">
              <a:ln>
                <a:noFill/>
              </a:ln>
              <a:solidFill>
                <a:srgbClr val="FFFFFF"/>
              </a:solidFill>
              <a:effectLst/>
              <a:uFillTx/>
              <a:latin typeface="Proxima Nova Extrabold"/>
              <a:ea typeface="Proxima Nova Extrabold"/>
              <a:cs typeface="Proxima Nova Extrabold"/>
              <a:sym typeface="Proxima Nova Extrabold"/>
            </a:endParaRPr>
          </a:p>
        </p:txBody>
      </p:sp>
      <p:sp>
        <p:nvSpPr>
          <p:cNvPr id="35" name="Oval 34">
            <a:extLst>
              <a:ext uri="{FF2B5EF4-FFF2-40B4-BE49-F238E27FC236}">
                <a16:creationId xmlns:a16="http://schemas.microsoft.com/office/drawing/2014/main" id="{F4EED99B-3E66-7B1D-4DDB-4EDB10CB1745}"/>
              </a:ext>
            </a:extLst>
          </p:cNvPr>
          <p:cNvSpPr/>
          <p:nvPr userDrawn="1"/>
        </p:nvSpPr>
        <p:spPr>
          <a:xfrm>
            <a:off x="3281137" y="2431229"/>
            <a:ext cx="94589" cy="94589"/>
          </a:xfrm>
          <a:prstGeom prst="ellipse">
            <a:avLst/>
          </a:prstGeom>
          <a:solidFill>
            <a:srgbClr val="E7E696"/>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20000"/>
              </a:lnSpc>
              <a:spcBef>
                <a:spcPts val="0"/>
              </a:spcBef>
              <a:spcAft>
                <a:spcPts val="0"/>
              </a:spcAft>
              <a:buClrTx/>
              <a:buSzTx/>
              <a:buFontTx/>
              <a:buNone/>
              <a:tabLst/>
            </a:pPr>
            <a:endParaRPr kumimoji="0" lang="en-US" sz="3000" b="0" i="0" u="none" strike="noStrike" cap="all" spc="0" normalizeH="0" baseline="0">
              <a:ln>
                <a:noFill/>
              </a:ln>
              <a:solidFill>
                <a:srgbClr val="FFFFFF"/>
              </a:solidFill>
              <a:effectLst/>
              <a:uFillTx/>
              <a:latin typeface="Proxima Nova Extrabold"/>
              <a:ea typeface="Proxima Nova Extrabold"/>
              <a:cs typeface="Proxima Nova Extrabold"/>
              <a:sym typeface="Proxima Nova Extrabold"/>
            </a:endParaRPr>
          </a:p>
        </p:txBody>
      </p:sp>
      <p:sp>
        <p:nvSpPr>
          <p:cNvPr id="4" name="Text Placeholder 6">
            <a:extLst>
              <a:ext uri="{FF2B5EF4-FFF2-40B4-BE49-F238E27FC236}">
                <a16:creationId xmlns:a16="http://schemas.microsoft.com/office/drawing/2014/main" id="{EA550B0E-96DD-1091-B8DC-387896E1983A}"/>
              </a:ext>
            </a:extLst>
          </p:cNvPr>
          <p:cNvSpPr>
            <a:spLocks noGrp="1"/>
          </p:cNvSpPr>
          <p:nvPr>
            <p:ph type="body" sz="quarter" idx="31" hasCustomPrompt="1"/>
          </p:nvPr>
        </p:nvSpPr>
        <p:spPr>
          <a:xfrm>
            <a:off x="3288967" y="2488309"/>
            <a:ext cx="1944145" cy="290568"/>
          </a:xfrm>
          <a:prstGeom prst="rect">
            <a:avLst/>
          </a:prstGeom>
        </p:spPr>
        <p:txBody>
          <a:bodyPr lIns="0" tIns="0" rIns="0" bIns="0" anchor="b">
            <a:noAutofit/>
          </a:bodyPr>
          <a:lstStyle>
            <a:lvl1pPr marL="0" indent="0">
              <a:lnSpc>
                <a:spcPct val="70000"/>
              </a:lnSpc>
              <a:spcBef>
                <a:spcPts val="0"/>
              </a:spcBef>
              <a:buNone/>
              <a:defRPr sz="900">
                <a:solidFill>
                  <a:schemeClr val="bg1"/>
                </a:solidFill>
                <a:latin typeface="+mj-lt"/>
              </a:defRPr>
            </a:lvl1pPr>
          </a:lstStyle>
          <a:p>
            <a:pPr lvl="0"/>
            <a:r>
              <a:rPr lang="en-US"/>
              <a:t>TITLE</a:t>
            </a:r>
          </a:p>
        </p:txBody>
      </p:sp>
      <p:sp>
        <p:nvSpPr>
          <p:cNvPr id="5" name="Text Placeholder 14">
            <a:extLst>
              <a:ext uri="{FF2B5EF4-FFF2-40B4-BE49-F238E27FC236}">
                <a16:creationId xmlns:a16="http://schemas.microsoft.com/office/drawing/2014/main" id="{D6E60C35-2758-5F21-D775-FBCAEFCCD6D5}"/>
              </a:ext>
            </a:extLst>
          </p:cNvPr>
          <p:cNvSpPr>
            <a:spLocks noGrp="1"/>
          </p:cNvSpPr>
          <p:nvPr>
            <p:ph type="body" sz="quarter" idx="32" hasCustomPrompt="1"/>
          </p:nvPr>
        </p:nvSpPr>
        <p:spPr>
          <a:xfrm>
            <a:off x="3288967" y="2860306"/>
            <a:ext cx="1944146" cy="867632"/>
          </a:xfrm>
        </p:spPr>
        <p:txBody>
          <a:bodyPr lIns="0" tIns="0" rIns="0" bIns="0">
            <a:noAutofit/>
          </a:bodyPr>
          <a:lstStyle>
            <a:lvl1pPr marL="0" indent="0">
              <a:lnSpc>
                <a:spcPct val="90000"/>
              </a:lnSpc>
              <a:spcBef>
                <a:spcPts val="0"/>
              </a:spcBef>
              <a:buNone/>
              <a:defRPr sz="750">
                <a:solidFill>
                  <a:schemeClr val="bg1"/>
                </a:solidFill>
              </a:defRPr>
            </a:lvl1pPr>
          </a:lstStyle>
          <a:p>
            <a:pPr lvl="0"/>
            <a:r>
              <a:rPr lang="en-US"/>
              <a:t>Text</a:t>
            </a:r>
          </a:p>
        </p:txBody>
      </p:sp>
      <p:sp>
        <p:nvSpPr>
          <p:cNvPr id="6" name="Text Placeholder 6">
            <a:extLst>
              <a:ext uri="{FF2B5EF4-FFF2-40B4-BE49-F238E27FC236}">
                <a16:creationId xmlns:a16="http://schemas.microsoft.com/office/drawing/2014/main" id="{28E15996-1393-C047-07D1-B11704A929B7}"/>
              </a:ext>
            </a:extLst>
          </p:cNvPr>
          <p:cNvSpPr>
            <a:spLocks noGrp="1"/>
          </p:cNvSpPr>
          <p:nvPr>
            <p:ph type="body" sz="quarter" idx="33" hasCustomPrompt="1"/>
          </p:nvPr>
        </p:nvSpPr>
        <p:spPr>
          <a:xfrm>
            <a:off x="6273328" y="2488309"/>
            <a:ext cx="1944145" cy="290568"/>
          </a:xfrm>
          <a:prstGeom prst="rect">
            <a:avLst/>
          </a:prstGeom>
        </p:spPr>
        <p:txBody>
          <a:bodyPr lIns="0" tIns="0" rIns="0" bIns="0" anchor="b">
            <a:noAutofit/>
          </a:bodyPr>
          <a:lstStyle>
            <a:lvl1pPr marL="0" indent="0">
              <a:lnSpc>
                <a:spcPct val="70000"/>
              </a:lnSpc>
              <a:spcBef>
                <a:spcPts val="0"/>
              </a:spcBef>
              <a:buNone/>
              <a:defRPr sz="900">
                <a:solidFill>
                  <a:schemeClr val="bg1"/>
                </a:solidFill>
                <a:latin typeface="+mj-lt"/>
              </a:defRPr>
            </a:lvl1pPr>
          </a:lstStyle>
          <a:p>
            <a:pPr lvl="0"/>
            <a:r>
              <a:rPr lang="en-US"/>
              <a:t>TITLE</a:t>
            </a:r>
          </a:p>
        </p:txBody>
      </p:sp>
      <p:sp>
        <p:nvSpPr>
          <p:cNvPr id="7" name="Text Placeholder 14">
            <a:extLst>
              <a:ext uri="{FF2B5EF4-FFF2-40B4-BE49-F238E27FC236}">
                <a16:creationId xmlns:a16="http://schemas.microsoft.com/office/drawing/2014/main" id="{CD919ECF-DC65-4443-2431-E0043410529C}"/>
              </a:ext>
            </a:extLst>
          </p:cNvPr>
          <p:cNvSpPr>
            <a:spLocks noGrp="1"/>
          </p:cNvSpPr>
          <p:nvPr>
            <p:ph type="body" sz="quarter" idx="34" hasCustomPrompt="1"/>
          </p:nvPr>
        </p:nvSpPr>
        <p:spPr>
          <a:xfrm>
            <a:off x="6273328" y="2860306"/>
            <a:ext cx="1944146" cy="867632"/>
          </a:xfrm>
        </p:spPr>
        <p:txBody>
          <a:bodyPr lIns="0" tIns="0" rIns="0" bIns="0">
            <a:noAutofit/>
          </a:bodyPr>
          <a:lstStyle>
            <a:lvl1pPr marL="0" indent="0">
              <a:lnSpc>
                <a:spcPct val="90000"/>
              </a:lnSpc>
              <a:spcBef>
                <a:spcPts val="0"/>
              </a:spcBef>
              <a:buNone/>
              <a:defRPr sz="750">
                <a:solidFill>
                  <a:schemeClr val="bg1"/>
                </a:solidFill>
              </a:defRPr>
            </a:lvl1pPr>
          </a:lstStyle>
          <a:p>
            <a:pPr lvl="0"/>
            <a:r>
              <a:rPr lang="en-US"/>
              <a:t>Text</a:t>
            </a:r>
          </a:p>
        </p:txBody>
      </p:sp>
    </p:spTree>
    <p:extLst>
      <p:ext uri="{BB962C8B-B14F-4D97-AF65-F5344CB8AC3E}">
        <p14:creationId xmlns:p14="http://schemas.microsoft.com/office/powerpoint/2010/main" val="4275887724"/>
      </p:ext>
    </p:extLst>
  </p:cSld>
  <p:clrMapOvr>
    <a:masterClrMapping/>
  </p:clrMapOvr>
  <p:transition spd="med"/>
</p:sldLayout>
</file>

<file path=ppt/slideLayouts/slideLayout117.xml><?xml version="1.0" encoding="utf-8"?>
<p:sldLayout xmlns:a="http://schemas.openxmlformats.org/drawingml/2006/main" xmlns:r="http://schemas.openxmlformats.org/officeDocument/2006/relationships" xmlns:p="http://schemas.openxmlformats.org/presentationml/2006/main" showMasterSp="0" preserve="1" userDrawn="1">
  <p:cSld name="Infographic timeline 2">
    <p:bg>
      <p:bgPr>
        <a:solidFill>
          <a:srgbClr val="0F2240"/>
        </a:solidFill>
        <a:effectLst/>
      </p:bgPr>
    </p:bg>
    <p:spTree>
      <p:nvGrpSpPr>
        <p:cNvPr id="1" name=""/>
        <p:cNvGrpSpPr/>
        <p:nvPr/>
      </p:nvGrpSpPr>
      <p:grpSpPr>
        <a:xfrm>
          <a:off x="0" y="0"/>
          <a:ext cx="0" cy="0"/>
          <a:chOff x="0" y="0"/>
          <a:chExt cx="0" cy="0"/>
        </a:xfrm>
      </p:grpSpPr>
      <p:sp>
        <p:nvSpPr>
          <p:cNvPr id="66" name="Slide Number"/>
          <p:cNvSpPr txBox="1">
            <a:spLocks noGrp="1"/>
          </p:cNvSpPr>
          <p:nvPr>
            <p:ph type="sldNum" sz="quarter" idx="2"/>
          </p:nvPr>
        </p:nvSpPr>
        <p:spPr>
          <a:prstGeom prst="rect">
            <a:avLst/>
          </a:prstGeom>
        </p:spPr>
        <p:txBody>
          <a:bodyPr/>
          <a:lstStyle>
            <a:lvl1pPr>
              <a:defRPr>
                <a:solidFill>
                  <a:srgbClr val="FDFAF2"/>
                </a:solidFill>
              </a:defRPr>
            </a:lvl1pPr>
          </a:lstStyle>
          <a:p>
            <a:fld id="{86CB4B4D-7CA3-9044-876B-883B54F8677D}" type="slidenum">
              <a:rPr lang="en-GB" smtClean="0"/>
              <a:pPr/>
              <a:t>‹#›</a:t>
            </a:fld>
            <a:endParaRPr lang="en-GB"/>
          </a:p>
        </p:txBody>
      </p:sp>
      <p:pic>
        <p:nvPicPr>
          <p:cNvPr id="15" name="CGC logo white.png" descr="CGC logo white.png">
            <a:extLst>
              <a:ext uri="{FF2B5EF4-FFF2-40B4-BE49-F238E27FC236}">
                <a16:creationId xmlns:a16="http://schemas.microsoft.com/office/drawing/2014/main" id="{D935F029-D9A4-B9A6-51F4-12FA11B2A4EA}"/>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285750" y="285750"/>
            <a:ext cx="1152091" cy="199818"/>
          </a:xfrm>
          <a:prstGeom prst="rect">
            <a:avLst/>
          </a:prstGeom>
          <a:ln w="12700">
            <a:miter lim="400000"/>
          </a:ln>
        </p:spPr>
      </p:pic>
      <p:cxnSp>
        <p:nvCxnSpPr>
          <p:cNvPr id="20" name="Straight Connector 19">
            <a:extLst>
              <a:ext uri="{FF2B5EF4-FFF2-40B4-BE49-F238E27FC236}">
                <a16:creationId xmlns:a16="http://schemas.microsoft.com/office/drawing/2014/main" id="{A833D396-110F-C624-97CE-9A00852FB61A}"/>
              </a:ext>
            </a:extLst>
          </p:cNvPr>
          <p:cNvCxnSpPr>
            <a:cxnSpLocks/>
            <a:endCxn id="32" idx="6"/>
          </p:cNvCxnSpPr>
          <p:nvPr userDrawn="1"/>
        </p:nvCxnSpPr>
        <p:spPr>
          <a:xfrm>
            <a:off x="0" y="2478524"/>
            <a:ext cx="6363475" cy="0"/>
          </a:xfrm>
          <a:prstGeom prst="line">
            <a:avLst/>
          </a:prstGeom>
          <a:noFill/>
          <a:ln w="12700" cap="flat">
            <a:solidFill>
              <a:srgbClr val="E7E696"/>
            </a:solidFill>
            <a:prstDash val="solid"/>
            <a:miter lim="400000"/>
          </a:ln>
          <a:effectLst/>
          <a:sp3d/>
        </p:spPr>
        <p:style>
          <a:lnRef idx="0">
            <a:scrgbClr r="0" g="0" b="0"/>
          </a:lnRef>
          <a:fillRef idx="0">
            <a:scrgbClr r="0" g="0" b="0"/>
          </a:fillRef>
          <a:effectRef idx="0">
            <a:scrgbClr r="0" g="0" b="0"/>
          </a:effectRef>
          <a:fontRef idx="none"/>
        </p:style>
      </p:cxnSp>
      <p:sp>
        <p:nvSpPr>
          <p:cNvPr id="26" name="Text Placeholder 6">
            <a:extLst>
              <a:ext uri="{FF2B5EF4-FFF2-40B4-BE49-F238E27FC236}">
                <a16:creationId xmlns:a16="http://schemas.microsoft.com/office/drawing/2014/main" id="{8DF4AE7B-64B6-ACB4-9CB3-142545F74983}"/>
              </a:ext>
            </a:extLst>
          </p:cNvPr>
          <p:cNvSpPr>
            <a:spLocks noGrp="1"/>
          </p:cNvSpPr>
          <p:nvPr>
            <p:ph type="body" sz="quarter" idx="27" hasCustomPrompt="1"/>
          </p:nvPr>
        </p:nvSpPr>
        <p:spPr>
          <a:xfrm>
            <a:off x="3165657" y="2115689"/>
            <a:ext cx="366122" cy="230832"/>
          </a:xfrm>
          <a:prstGeom prst="rect">
            <a:avLst/>
          </a:prstGeom>
        </p:spPr>
        <p:txBody>
          <a:bodyPr vert="horz" lIns="0" tIns="0" rIns="0" bIns="0" rtlCol="0" anchor="ctr">
            <a:noAutofit/>
          </a:bodyPr>
          <a:lstStyle>
            <a:lvl1pPr>
              <a:defRPr lang="en-US" sz="1500">
                <a:solidFill>
                  <a:schemeClr val="accent3"/>
                </a:solidFill>
                <a:latin typeface="+mj-lt"/>
              </a:defRPr>
            </a:lvl1pPr>
          </a:lstStyle>
          <a:p>
            <a:pPr marL="0" lvl="0" indent="0" algn="ctr">
              <a:lnSpc>
                <a:spcPct val="70000"/>
              </a:lnSpc>
              <a:spcBef>
                <a:spcPts val="0"/>
              </a:spcBef>
              <a:buNone/>
            </a:pPr>
            <a:r>
              <a:rPr lang="en-US"/>
              <a:t>05</a:t>
            </a:r>
          </a:p>
        </p:txBody>
      </p:sp>
      <p:sp>
        <p:nvSpPr>
          <p:cNvPr id="31" name="Text Placeholder 6">
            <a:extLst>
              <a:ext uri="{FF2B5EF4-FFF2-40B4-BE49-F238E27FC236}">
                <a16:creationId xmlns:a16="http://schemas.microsoft.com/office/drawing/2014/main" id="{6A9ACD58-BDFB-8076-3C6A-E099C54C16AB}"/>
              </a:ext>
            </a:extLst>
          </p:cNvPr>
          <p:cNvSpPr>
            <a:spLocks noGrp="1"/>
          </p:cNvSpPr>
          <p:nvPr>
            <p:ph type="body" sz="quarter" idx="30" hasCustomPrompt="1"/>
          </p:nvPr>
        </p:nvSpPr>
        <p:spPr>
          <a:xfrm>
            <a:off x="6153406" y="2115689"/>
            <a:ext cx="366122" cy="230832"/>
          </a:xfrm>
          <a:prstGeom prst="rect">
            <a:avLst/>
          </a:prstGeom>
        </p:spPr>
        <p:txBody>
          <a:bodyPr vert="horz" lIns="0" tIns="0" rIns="0" bIns="0" rtlCol="0" anchor="ctr">
            <a:noAutofit/>
          </a:bodyPr>
          <a:lstStyle>
            <a:lvl1pPr>
              <a:defRPr lang="en-US" sz="1500">
                <a:solidFill>
                  <a:schemeClr val="accent3"/>
                </a:solidFill>
                <a:latin typeface="+mj-lt"/>
              </a:defRPr>
            </a:lvl1pPr>
          </a:lstStyle>
          <a:p>
            <a:pPr marL="0" lvl="0" indent="0" algn="ctr">
              <a:lnSpc>
                <a:spcPct val="70000"/>
              </a:lnSpc>
              <a:spcBef>
                <a:spcPts val="0"/>
              </a:spcBef>
              <a:buNone/>
            </a:pPr>
            <a:r>
              <a:rPr lang="en-US"/>
              <a:t>06</a:t>
            </a:r>
          </a:p>
        </p:txBody>
      </p:sp>
      <p:sp>
        <p:nvSpPr>
          <p:cNvPr id="32" name="Oval 31">
            <a:extLst>
              <a:ext uri="{FF2B5EF4-FFF2-40B4-BE49-F238E27FC236}">
                <a16:creationId xmlns:a16="http://schemas.microsoft.com/office/drawing/2014/main" id="{BF95C90B-9340-BA27-A3CF-3ACA2019BDAD}"/>
              </a:ext>
            </a:extLst>
          </p:cNvPr>
          <p:cNvSpPr/>
          <p:nvPr userDrawn="1"/>
        </p:nvSpPr>
        <p:spPr>
          <a:xfrm>
            <a:off x="6268886" y="2431229"/>
            <a:ext cx="94589" cy="94589"/>
          </a:xfrm>
          <a:prstGeom prst="ellipse">
            <a:avLst/>
          </a:prstGeom>
          <a:solidFill>
            <a:srgbClr val="E7E696"/>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20000"/>
              </a:lnSpc>
              <a:spcBef>
                <a:spcPts val="0"/>
              </a:spcBef>
              <a:spcAft>
                <a:spcPts val="0"/>
              </a:spcAft>
              <a:buClrTx/>
              <a:buSzTx/>
              <a:buFontTx/>
              <a:buNone/>
              <a:tabLst/>
            </a:pPr>
            <a:endParaRPr kumimoji="0" lang="en-US" sz="3000" b="0" i="0" u="none" strike="noStrike" cap="all" spc="0" normalizeH="0" baseline="0">
              <a:ln>
                <a:noFill/>
              </a:ln>
              <a:solidFill>
                <a:srgbClr val="FFFFFF"/>
              </a:solidFill>
              <a:effectLst/>
              <a:uFillTx/>
              <a:latin typeface="Proxima Nova Extrabold"/>
              <a:ea typeface="Proxima Nova Extrabold"/>
              <a:cs typeface="Proxima Nova Extrabold"/>
              <a:sym typeface="Proxima Nova Extrabold"/>
            </a:endParaRPr>
          </a:p>
        </p:txBody>
      </p:sp>
      <p:sp>
        <p:nvSpPr>
          <p:cNvPr id="4" name="Text Placeholder 6">
            <a:extLst>
              <a:ext uri="{FF2B5EF4-FFF2-40B4-BE49-F238E27FC236}">
                <a16:creationId xmlns:a16="http://schemas.microsoft.com/office/drawing/2014/main" id="{AEBD36EF-15BB-C7AD-6F57-5071E5720CBD}"/>
              </a:ext>
            </a:extLst>
          </p:cNvPr>
          <p:cNvSpPr>
            <a:spLocks noGrp="1"/>
          </p:cNvSpPr>
          <p:nvPr>
            <p:ph type="body" sz="quarter" idx="24" hasCustomPrompt="1"/>
          </p:nvPr>
        </p:nvSpPr>
        <p:spPr>
          <a:xfrm>
            <a:off x="199174" y="2115689"/>
            <a:ext cx="366122" cy="230832"/>
          </a:xfrm>
          <a:prstGeom prst="rect">
            <a:avLst/>
          </a:prstGeom>
        </p:spPr>
        <p:txBody>
          <a:bodyPr vert="horz" lIns="0" tIns="0" rIns="0" bIns="0" rtlCol="0" anchor="ctr">
            <a:noAutofit/>
          </a:bodyPr>
          <a:lstStyle>
            <a:lvl1pPr>
              <a:defRPr lang="en-US" sz="1500">
                <a:solidFill>
                  <a:schemeClr val="accent3"/>
                </a:solidFill>
                <a:latin typeface="+mj-lt"/>
              </a:defRPr>
            </a:lvl1pPr>
          </a:lstStyle>
          <a:p>
            <a:pPr marL="0" lvl="0" indent="0" algn="ctr">
              <a:lnSpc>
                <a:spcPct val="70000"/>
              </a:lnSpc>
              <a:spcBef>
                <a:spcPts val="0"/>
              </a:spcBef>
              <a:buNone/>
            </a:pPr>
            <a:r>
              <a:rPr lang="en-US"/>
              <a:t>04</a:t>
            </a:r>
          </a:p>
        </p:txBody>
      </p:sp>
      <p:sp>
        <p:nvSpPr>
          <p:cNvPr id="5" name="Oval 4">
            <a:extLst>
              <a:ext uri="{FF2B5EF4-FFF2-40B4-BE49-F238E27FC236}">
                <a16:creationId xmlns:a16="http://schemas.microsoft.com/office/drawing/2014/main" id="{259273FE-20E5-DFA1-66F0-9EF1698E3CF5}"/>
              </a:ext>
            </a:extLst>
          </p:cNvPr>
          <p:cNvSpPr/>
          <p:nvPr userDrawn="1"/>
        </p:nvSpPr>
        <p:spPr>
          <a:xfrm>
            <a:off x="314654" y="2431229"/>
            <a:ext cx="94589" cy="94589"/>
          </a:xfrm>
          <a:prstGeom prst="ellipse">
            <a:avLst/>
          </a:prstGeom>
          <a:solidFill>
            <a:srgbClr val="E7E696"/>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20000"/>
              </a:lnSpc>
              <a:spcBef>
                <a:spcPts val="0"/>
              </a:spcBef>
              <a:spcAft>
                <a:spcPts val="0"/>
              </a:spcAft>
              <a:buClrTx/>
              <a:buSzTx/>
              <a:buFontTx/>
              <a:buNone/>
              <a:tabLst/>
            </a:pPr>
            <a:endParaRPr kumimoji="0" lang="en-US" sz="3000" b="0" i="0" u="none" strike="noStrike" cap="all" spc="0" normalizeH="0" baseline="0">
              <a:ln>
                <a:noFill/>
              </a:ln>
              <a:solidFill>
                <a:srgbClr val="FFFFFF"/>
              </a:solidFill>
              <a:effectLst/>
              <a:uFillTx/>
              <a:latin typeface="Proxima Nova Extrabold"/>
              <a:ea typeface="Proxima Nova Extrabold"/>
              <a:cs typeface="Proxima Nova Extrabold"/>
              <a:sym typeface="Proxima Nova Extrabold"/>
            </a:endParaRPr>
          </a:p>
        </p:txBody>
      </p:sp>
      <p:sp>
        <p:nvSpPr>
          <p:cNvPr id="6" name="Oval 5">
            <a:extLst>
              <a:ext uri="{FF2B5EF4-FFF2-40B4-BE49-F238E27FC236}">
                <a16:creationId xmlns:a16="http://schemas.microsoft.com/office/drawing/2014/main" id="{3C817346-C579-4CC1-B477-7C2C207857FC}"/>
              </a:ext>
            </a:extLst>
          </p:cNvPr>
          <p:cNvSpPr/>
          <p:nvPr userDrawn="1"/>
        </p:nvSpPr>
        <p:spPr>
          <a:xfrm>
            <a:off x="3281137" y="2431229"/>
            <a:ext cx="94589" cy="94589"/>
          </a:xfrm>
          <a:prstGeom prst="ellipse">
            <a:avLst/>
          </a:prstGeom>
          <a:solidFill>
            <a:srgbClr val="E7E696"/>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20000"/>
              </a:lnSpc>
              <a:spcBef>
                <a:spcPts val="0"/>
              </a:spcBef>
              <a:spcAft>
                <a:spcPts val="0"/>
              </a:spcAft>
              <a:buClrTx/>
              <a:buSzTx/>
              <a:buFontTx/>
              <a:buNone/>
              <a:tabLst/>
            </a:pPr>
            <a:endParaRPr kumimoji="0" lang="en-US" sz="3000" b="0" i="0" u="none" strike="noStrike" cap="all" spc="0" normalizeH="0" baseline="0">
              <a:ln>
                <a:noFill/>
              </a:ln>
              <a:solidFill>
                <a:srgbClr val="FFFFFF"/>
              </a:solidFill>
              <a:effectLst/>
              <a:uFillTx/>
              <a:latin typeface="Proxima Nova Extrabold"/>
              <a:ea typeface="Proxima Nova Extrabold"/>
              <a:cs typeface="Proxima Nova Extrabold"/>
              <a:sym typeface="Proxima Nova Extrabold"/>
            </a:endParaRPr>
          </a:p>
        </p:txBody>
      </p:sp>
      <p:sp>
        <p:nvSpPr>
          <p:cNvPr id="2" name="Text Placeholder 6">
            <a:extLst>
              <a:ext uri="{FF2B5EF4-FFF2-40B4-BE49-F238E27FC236}">
                <a16:creationId xmlns:a16="http://schemas.microsoft.com/office/drawing/2014/main" id="{EE22F8D7-C295-EB6E-BC5E-957ECA28E5ED}"/>
              </a:ext>
            </a:extLst>
          </p:cNvPr>
          <p:cNvSpPr>
            <a:spLocks noGrp="1"/>
          </p:cNvSpPr>
          <p:nvPr>
            <p:ph type="body" sz="quarter" idx="22" hasCustomPrompt="1"/>
          </p:nvPr>
        </p:nvSpPr>
        <p:spPr>
          <a:xfrm>
            <a:off x="304606" y="2488309"/>
            <a:ext cx="1944145" cy="290568"/>
          </a:xfrm>
          <a:prstGeom prst="rect">
            <a:avLst/>
          </a:prstGeom>
        </p:spPr>
        <p:txBody>
          <a:bodyPr lIns="0" tIns="0" rIns="0" bIns="0" anchor="b">
            <a:noAutofit/>
          </a:bodyPr>
          <a:lstStyle>
            <a:lvl1pPr marL="0" indent="0">
              <a:lnSpc>
                <a:spcPct val="70000"/>
              </a:lnSpc>
              <a:spcBef>
                <a:spcPts val="0"/>
              </a:spcBef>
              <a:buNone/>
              <a:defRPr sz="900">
                <a:solidFill>
                  <a:schemeClr val="bg1"/>
                </a:solidFill>
                <a:latin typeface="+mj-lt"/>
              </a:defRPr>
            </a:lvl1pPr>
          </a:lstStyle>
          <a:p>
            <a:pPr lvl="0"/>
            <a:r>
              <a:rPr lang="en-US"/>
              <a:t>TITLE</a:t>
            </a:r>
          </a:p>
        </p:txBody>
      </p:sp>
      <p:sp>
        <p:nvSpPr>
          <p:cNvPr id="3" name="Text Placeholder 14">
            <a:extLst>
              <a:ext uri="{FF2B5EF4-FFF2-40B4-BE49-F238E27FC236}">
                <a16:creationId xmlns:a16="http://schemas.microsoft.com/office/drawing/2014/main" id="{2642E006-1484-B3CA-A5C1-2C3955AF48ED}"/>
              </a:ext>
            </a:extLst>
          </p:cNvPr>
          <p:cNvSpPr>
            <a:spLocks noGrp="1"/>
          </p:cNvSpPr>
          <p:nvPr>
            <p:ph type="body" sz="quarter" idx="23" hasCustomPrompt="1"/>
          </p:nvPr>
        </p:nvSpPr>
        <p:spPr>
          <a:xfrm>
            <a:off x="304606" y="2860306"/>
            <a:ext cx="1944146" cy="867632"/>
          </a:xfrm>
        </p:spPr>
        <p:txBody>
          <a:bodyPr lIns="0" tIns="0" rIns="0" bIns="0">
            <a:noAutofit/>
          </a:bodyPr>
          <a:lstStyle>
            <a:lvl1pPr marL="0" indent="0">
              <a:lnSpc>
                <a:spcPct val="90000"/>
              </a:lnSpc>
              <a:spcBef>
                <a:spcPts val="0"/>
              </a:spcBef>
              <a:buNone/>
              <a:defRPr sz="750">
                <a:solidFill>
                  <a:schemeClr val="bg1"/>
                </a:solidFill>
              </a:defRPr>
            </a:lvl1pPr>
          </a:lstStyle>
          <a:p>
            <a:pPr lvl="0"/>
            <a:r>
              <a:rPr lang="en-US"/>
              <a:t>Text</a:t>
            </a:r>
          </a:p>
        </p:txBody>
      </p:sp>
      <p:sp>
        <p:nvSpPr>
          <p:cNvPr id="7" name="Text Placeholder 6">
            <a:extLst>
              <a:ext uri="{FF2B5EF4-FFF2-40B4-BE49-F238E27FC236}">
                <a16:creationId xmlns:a16="http://schemas.microsoft.com/office/drawing/2014/main" id="{4669DACA-70EF-C269-41B3-9B81E3EA3610}"/>
              </a:ext>
            </a:extLst>
          </p:cNvPr>
          <p:cNvSpPr>
            <a:spLocks noGrp="1"/>
          </p:cNvSpPr>
          <p:nvPr>
            <p:ph type="body" sz="quarter" idx="31" hasCustomPrompt="1"/>
          </p:nvPr>
        </p:nvSpPr>
        <p:spPr>
          <a:xfrm>
            <a:off x="3288967" y="2488309"/>
            <a:ext cx="1944145" cy="290568"/>
          </a:xfrm>
          <a:prstGeom prst="rect">
            <a:avLst/>
          </a:prstGeom>
        </p:spPr>
        <p:txBody>
          <a:bodyPr lIns="0" tIns="0" rIns="0" bIns="0" anchor="b">
            <a:noAutofit/>
          </a:bodyPr>
          <a:lstStyle>
            <a:lvl1pPr marL="0" indent="0">
              <a:lnSpc>
                <a:spcPct val="70000"/>
              </a:lnSpc>
              <a:spcBef>
                <a:spcPts val="0"/>
              </a:spcBef>
              <a:buNone/>
              <a:defRPr sz="900">
                <a:solidFill>
                  <a:schemeClr val="bg1"/>
                </a:solidFill>
                <a:latin typeface="+mj-lt"/>
              </a:defRPr>
            </a:lvl1pPr>
          </a:lstStyle>
          <a:p>
            <a:pPr lvl="0"/>
            <a:r>
              <a:rPr lang="en-US"/>
              <a:t>TITLE</a:t>
            </a:r>
          </a:p>
        </p:txBody>
      </p:sp>
      <p:sp>
        <p:nvSpPr>
          <p:cNvPr id="8" name="Text Placeholder 14">
            <a:extLst>
              <a:ext uri="{FF2B5EF4-FFF2-40B4-BE49-F238E27FC236}">
                <a16:creationId xmlns:a16="http://schemas.microsoft.com/office/drawing/2014/main" id="{B4C25D3C-6ADD-9C52-DE32-0DD1CAC78949}"/>
              </a:ext>
            </a:extLst>
          </p:cNvPr>
          <p:cNvSpPr>
            <a:spLocks noGrp="1"/>
          </p:cNvSpPr>
          <p:nvPr>
            <p:ph type="body" sz="quarter" idx="32" hasCustomPrompt="1"/>
          </p:nvPr>
        </p:nvSpPr>
        <p:spPr>
          <a:xfrm>
            <a:off x="3288967" y="2860306"/>
            <a:ext cx="1944146" cy="867632"/>
          </a:xfrm>
        </p:spPr>
        <p:txBody>
          <a:bodyPr lIns="0" tIns="0" rIns="0" bIns="0">
            <a:noAutofit/>
          </a:bodyPr>
          <a:lstStyle>
            <a:lvl1pPr marL="0" indent="0">
              <a:lnSpc>
                <a:spcPct val="90000"/>
              </a:lnSpc>
              <a:spcBef>
                <a:spcPts val="0"/>
              </a:spcBef>
              <a:buNone/>
              <a:defRPr sz="750">
                <a:solidFill>
                  <a:schemeClr val="bg1"/>
                </a:solidFill>
              </a:defRPr>
            </a:lvl1pPr>
          </a:lstStyle>
          <a:p>
            <a:pPr lvl="0"/>
            <a:r>
              <a:rPr lang="en-US"/>
              <a:t>Text</a:t>
            </a:r>
          </a:p>
        </p:txBody>
      </p:sp>
      <p:sp>
        <p:nvSpPr>
          <p:cNvPr id="9" name="Text Placeholder 6">
            <a:extLst>
              <a:ext uri="{FF2B5EF4-FFF2-40B4-BE49-F238E27FC236}">
                <a16:creationId xmlns:a16="http://schemas.microsoft.com/office/drawing/2014/main" id="{85E62862-6426-DC9B-40C1-EDEC3106CF79}"/>
              </a:ext>
            </a:extLst>
          </p:cNvPr>
          <p:cNvSpPr>
            <a:spLocks noGrp="1"/>
          </p:cNvSpPr>
          <p:nvPr>
            <p:ph type="body" sz="quarter" idx="33" hasCustomPrompt="1"/>
          </p:nvPr>
        </p:nvSpPr>
        <p:spPr>
          <a:xfrm>
            <a:off x="6273328" y="2488309"/>
            <a:ext cx="1944145" cy="290568"/>
          </a:xfrm>
          <a:prstGeom prst="rect">
            <a:avLst/>
          </a:prstGeom>
        </p:spPr>
        <p:txBody>
          <a:bodyPr lIns="0" tIns="0" rIns="0" bIns="0" anchor="b">
            <a:noAutofit/>
          </a:bodyPr>
          <a:lstStyle>
            <a:lvl1pPr marL="0" indent="0">
              <a:lnSpc>
                <a:spcPct val="70000"/>
              </a:lnSpc>
              <a:spcBef>
                <a:spcPts val="0"/>
              </a:spcBef>
              <a:buNone/>
              <a:defRPr sz="900">
                <a:solidFill>
                  <a:schemeClr val="bg1"/>
                </a:solidFill>
                <a:latin typeface="+mj-lt"/>
              </a:defRPr>
            </a:lvl1pPr>
          </a:lstStyle>
          <a:p>
            <a:pPr lvl="0"/>
            <a:r>
              <a:rPr lang="en-US"/>
              <a:t>TITLE</a:t>
            </a:r>
          </a:p>
        </p:txBody>
      </p:sp>
      <p:sp>
        <p:nvSpPr>
          <p:cNvPr id="10" name="Text Placeholder 14">
            <a:extLst>
              <a:ext uri="{FF2B5EF4-FFF2-40B4-BE49-F238E27FC236}">
                <a16:creationId xmlns:a16="http://schemas.microsoft.com/office/drawing/2014/main" id="{C33A6DC3-FCDF-94C5-9AE5-3DFF3E9C45E5}"/>
              </a:ext>
            </a:extLst>
          </p:cNvPr>
          <p:cNvSpPr>
            <a:spLocks noGrp="1"/>
          </p:cNvSpPr>
          <p:nvPr>
            <p:ph type="body" sz="quarter" idx="34" hasCustomPrompt="1"/>
          </p:nvPr>
        </p:nvSpPr>
        <p:spPr>
          <a:xfrm>
            <a:off x="6273328" y="2860306"/>
            <a:ext cx="1944146" cy="867632"/>
          </a:xfrm>
        </p:spPr>
        <p:txBody>
          <a:bodyPr lIns="0" tIns="0" rIns="0" bIns="0">
            <a:noAutofit/>
          </a:bodyPr>
          <a:lstStyle>
            <a:lvl1pPr marL="0" indent="0">
              <a:lnSpc>
                <a:spcPct val="90000"/>
              </a:lnSpc>
              <a:spcBef>
                <a:spcPts val="0"/>
              </a:spcBef>
              <a:buNone/>
              <a:defRPr sz="750">
                <a:solidFill>
                  <a:schemeClr val="bg1"/>
                </a:solidFill>
              </a:defRPr>
            </a:lvl1pPr>
          </a:lstStyle>
          <a:p>
            <a:pPr lvl="0"/>
            <a:r>
              <a:rPr lang="en-US"/>
              <a:t>Text</a:t>
            </a:r>
          </a:p>
        </p:txBody>
      </p:sp>
    </p:spTree>
    <p:extLst>
      <p:ext uri="{BB962C8B-B14F-4D97-AF65-F5344CB8AC3E}">
        <p14:creationId xmlns:p14="http://schemas.microsoft.com/office/powerpoint/2010/main" val="4173020371"/>
      </p:ext>
    </p:extLst>
  </p:cSld>
  <p:clrMapOvr>
    <a:masterClrMapping/>
  </p:clrMapOvr>
  <p:transition spd="med"/>
</p:sldLayout>
</file>

<file path=ppt/slideLayouts/slideLayout118.xml><?xml version="1.0" encoding="utf-8"?>
<p:sldLayout xmlns:a="http://schemas.openxmlformats.org/drawingml/2006/main" xmlns:r="http://schemas.openxmlformats.org/officeDocument/2006/relationships" xmlns:p="http://schemas.openxmlformats.org/presentationml/2006/main" showMasterSp="0" preserve="1" userDrawn="1">
  <p:cSld name="Infographic 2 column numbered list - burgundy">
    <p:bg>
      <p:bgPr>
        <a:solidFill>
          <a:srgbClr val="730B39"/>
        </a:solidFill>
        <a:effectLst/>
      </p:bgPr>
    </p:bg>
    <p:spTree>
      <p:nvGrpSpPr>
        <p:cNvPr id="1" name=""/>
        <p:cNvGrpSpPr/>
        <p:nvPr/>
      </p:nvGrpSpPr>
      <p:grpSpPr>
        <a:xfrm>
          <a:off x="0" y="0"/>
          <a:ext cx="0" cy="0"/>
          <a:chOff x="0" y="0"/>
          <a:chExt cx="0" cy="0"/>
        </a:xfrm>
      </p:grpSpPr>
      <p:sp>
        <p:nvSpPr>
          <p:cNvPr id="66" name="Slide Number"/>
          <p:cNvSpPr txBox="1">
            <a:spLocks noGrp="1"/>
          </p:cNvSpPr>
          <p:nvPr>
            <p:ph type="sldNum" sz="quarter" idx="2"/>
          </p:nvPr>
        </p:nvSpPr>
        <p:spPr>
          <a:prstGeom prst="rect">
            <a:avLst/>
          </a:prstGeom>
        </p:spPr>
        <p:txBody>
          <a:bodyPr/>
          <a:lstStyle>
            <a:lvl1pPr>
              <a:defRPr>
                <a:solidFill>
                  <a:schemeClr val="bg1"/>
                </a:solidFill>
              </a:defRPr>
            </a:lvl1pPr>
          </a:lstStyle>
          <a:p>
            <a:fld id="{86CB4B4D-7CA3-9044-876B-883B54F8677D}" type="slidenum">
              <a:rPr lang="en-GB" smtClean="0"/>
              <a:pPr/>
              <a:t>‹#›</a:t>
            </a:fld>
            <a:endParaRPr lang="en-GB"/>
          </a:p>
        </p:txBody>
      </p:sp>
      <p:sp>
        <p:nvSpPr>
          <p:cNvPr id="94" name="Text Placeholder 6">
            <a:extLst>
              <a:ext uri="{FF2B5EF4-FFF2-40B4-BE49-F238E27FC236}">
                <a16:creationId xmlns:a16="http://schemas.microsoft.com/office/drawing/2014/main" id="{81F01D7D-047F-D6EA-4DAC-517D860EDD11}"/>
              </a:ext>
            </a:extLst>
          </p:cNvPr>
          <p:cNvSpPr>
            <a:spLocks noGrp="1"/>
          </p:cNvSpPr>
          <p:nvPr>
            <p:ph type="body" sz="quarter" idx="61" hasCustomPrompt="1"/>
          </p:nvPr>
        </p:nvSpPr>
        <p:spPr>
          <a:xfrm>
            <a:off x="225157" y="944946"/>
            <a:ext cx="5006062" cy="762933"/>
          </a:xfrm>
          <a:prstGeom prst="rect">
            <a:avLst/>
          </a:prstGeom>
        </p:spPr>
        <p:txBody>
          <a:bodyPr anchor="b"/>
          <a:lstStyle>
            <a:lvl1pPr marL="0" indent="0">
              <a:lnSpc>
                <a:spcPct val="70000"/>
              </a:lnSpc>
              <a:buNone/>
              <a:defRPr sz="3750">
                <a:solidFill>
                  <a:schemeClr val="bg1"/>
                </a:solidFill>
                <a:latin typeface="+mj-lt"/>
              </a:defRPr>
            </a:lvl1pPr>
          </a:lstStyle>
          <a:p>
            <a:pPr lvl="0"/>
            <a:r>
              <a:rPr lang="en-US"/>
              <a:t>TITLE</a:t>
            </a:r>
          </a:p>
        </p:txBody>
      </p:sp>
      <p:pic>
        <p:nvPicPr>
          <p:cNvPr id="95" name="CGC logo white.png" descr="CGC logo white.png">
            <a:extLst>
              <a:ext uri="{FF2B5EF4-FFF2-40B4-BE49-F238E27FC236}">
                <a16:creationId xmlns:a16="http://schemas.microsoft.com/office/drawing/2014/main" id="{3454345D-1729-E32F-7CD3-E35C9964CEE0}"/>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285750" y="285750"/>
            <a:ext cx="1152091" cy="199818"/>
          </a:xfrm>
          <a:prstGeom prst="rect">
            <a:avLst/>
          </a:prstGeom>
          <a:ln w="12700">
            <a:miter lim="400000"/>
          </a:ln>
        </p:spPr>
      </p:pic>
      <p:sp>
        <p:nvSpPr>
          <p:cNvPr id="2" name="Text Placeholder 6">
            <a:extLst>
              <a:ext uri="{FF2B5EF4-FFF2-40B4-BE49-F238E27FC236}">
                <a16:creationId xmlns:a16="http://schemas.microsoft.com/office/drawing/2014/main" id="{506CC686-DDBC-75AD-D5DB-F22B315388E7}"/>
              </a:ext>
            </a:extLst>
          </p:cNvPr>
          <p:cNvSpPr>
            <a:spLocks noGrp="1"/>
          </p:cNvSpPr>
          <p:nvPr>
            <p:ph type="body" sz="quarter" idx="62" hasCustomPrompt="1"/>
          </p:nvPr>
        </p:nvSpPr>
        <p:spPr>
          <a:xfrm>
            <a:off x="667885" y="1966852"/>
            <a:ext cx="3123870" cy="230832"/>
          </a:xfrm>
          <a:prstGeom prst="rect">
            <a:avLst/>
          </a:prstGeom>
        </p:spPr>
        <p:txBody>
          <a:bodyPr lIns="0" tIns="0" rIns="0" bIns="0" anchor="b">
            <a:noAutofit/>
          </a:bodyPr>
          <a:lstStyle>
            <a:lvl1pPr marL="0" indent="0">
              <a:lnSpc>
                <a:spcPct val="70000"/>
              </a:lnSpc>
              <a:spcBef>
                <a:spcPts val="0"/>
              </a:spcBef>
              <a:buNone/>
              <a:defRPr sz="900">
                <a:solidFill>
                  <a:schemeClr val="bg1"/>
                </a:solidFill>
                <a:latin typeface="+mj-lt"/>
              </a:defRPr>
            </a:lvl1pPr>
          </a:lstStyle>
          <a:p>
            <a:pPr lvl="0"/>
            <a:r>
              <a:rPr lang="en-US"/>
              <a:t>TITLE</a:t>
            </a:r>
          </a:p>
        </p:txBody>
      </p:sp>
      <p:sp>
        <p:nvSpPr>
          <p:cNvPr id="3" name="Text Placeholder 14">
            <a:extLst>
              <a:ext uri="{FF2B5EF4-FFF2-40B4-BE49-F238E27FC236}">
                <a16:creationId xmlns:a16="http://schemas.microsoft.com/office/drawing/2014/main" id="{B05821F1-AFFA-6481-23EB-643C5ED69C4F}"/>
              </a:ext>
            </a:extLst>
          </p:cNvPr>
          <p:cNvSpPr>
            <a:spLocks noGrp="1"/>
          </p:cNvSpPr>
          <p:nvPr>
            <p:ph type="body" sz="quarter" idx="63" hasCustomPrompt="1"/>
          </p:nvPr>
        </p:nvSpPr>
        <p:spPr>
          <a:xfrm>
            <a:off x="671684" y="2268242"/>
            <a:ext cx="3123871" cy="489409"/>
          </a:xfrm>
        </p:spPr>
        <p:txBody>
          <a:bodyPr lIns="0" tIns="0" rIns="0" bIns="0">
            <a:noAutofit/>
          </a:bodyPr>
          <a:lstStyle>
            <a:lvl1pPr marL="0" indent="0">
              <a:lnSpc>
                <a:spcPct val="90000"/>
              </a:lnSpc>
              <a:spcBef>
                <a:spcPts val="0"/>
              </a:spcBef>
              <a:buNone/>
              <a:defRPr sz="750">
                <a:solidFill>
                  <a:schemeClr val="bg1"/>
                </a:solidFill>
              </a:defRPr>
            </a:lvl1pPr>
          </a:lstStyle>
          <a:p>
            <a:pPr lvl="0"/>
            <a:r>
              <a:rPr lang="en-US"/>
              <a:t>Text</a:t>
            </a:r>
          </a:p>
        </p:txBody>
      </p:sp>
      <p:sp>
        <p:nvSpPr>
          <p:cNvPr id="4" name="Text Placeholder 6">
            <a:extLst>
              <a:ext uri="{FF2B5EF4-FFF2-40B4-BE49-F238E27FC236}">
                <a16:creationId xmlns:a16="http://schemas.microsoft.com/office/drawing/2014/main" id="{2E5E4D1D-02C1-6DD5-7FBC-641444D10C98}"/>
              </a:ext>
            </a:extLst>
          </p:cNvPr>
          <p:cNvSpPr>
            <a:spLocks noGrp="1"/>
          </p:cNvSpPr>
          <p:nvPr>
            <p:ph type="body" sz="quarter" idx="64" hasCustomPrompt="1"/>
          </p:nvPr>
        </p:nvSpPr>
        <p:spPr>
          <a:xfrm>
            <a:off x="295798" y="2092154"/>
            <a:ext cx="262453" cy="230832"/>
          </a:xfrm>
          <a:prstGeom prst="rect">
            <a:avLst/>
          </a:prstGeom>
        </p:spPr>
        <p:txBody>
          <a:bodyPr lIns="0" tIns="0" rIns="0" bIns="0" anchor="ctr">
            <a:noAutofit/>
          </a:bodyPr>
          <a:lstStyle>
            <a:lvl1pPr marL="0" indent="0">
              <a:lnSpc>
                <a:spcPct val="70000"/>
              </a:lnSpc>
              <a:spcBef>
                <a:spcPts val="0"/>
              </a:spcBef>
              <a:buNone/>
              <a:defRPr sz="1500">
                <a:solidFill>
                  <a:schemeClr val="accent3"/>
                </a:solidFill>
                <a:latin typeface="+mj-lt"/>
              </a:defRPr>
            </a:lvl1pPr>
          </a:lstStyle>
          <a:p>
            <a:pPr lvl="0"/>
            <a:r>
              <a:rPr lang="en-US"/>
              <a:t>01</a:t>
            </a:r>
          </a:p>
        </p:txBody>
      </p:sp>
      <p:sp>
        <p:nvSpPr>
          <p:cNvPr id="5" name="Text Placeholder 6">
            <a:extLst>
              <a:ext uri="{FF2B5EF4-FFF2-40B4-BE49-F238E27FC236}">
                <a16:creationId xmlns:a16="http://schemas.microsoft.com/office/drawing/2014/main" id="{1F468A37-4BA0-272A-1998-0F01A67BA790}"/>
              </a:ext>
            </a:extLst>
          </p:cNvPr>
          <p:cNvSpPr>
            <a:spLocks noGrp="1"/>
          </p:cNvSpPr>
          <p:nvPr>
            <p:ph type="body" sz="quarter" idx="65" hasCustomPrompt="1"/>
          </p:nvPr>
        </p:nvSpPr>
        <p:spPr>
          <a:xfrm>
            <a:off x="667885" y="2710431"/>
            <a:ext cx="3123870" cy="230832"/>
          </a:xfrm>
          <a:prstGeom prst="rect">
            <a:avLst/>
          </a:prstGeom>
        </p:spPr>
        <p:txBody>
          <a:bodyPr lIns="0" tIns="0" rIns="0" bIns="0" anchor="b">
            <a:noAutofit/>
          </a:bodyPr>
          <a:lstStyle>
            <a:lvl1pPr marL="0" indent="0">
              <a:lnSpc>
                <a:spcPct val="70000"/>
              </a:lnSpc>
              <a:spcBef>
                <a:spcPts val="0"/>
              </a:spcBef>
              <a:buNone/>
              <a:defRPr sz="900">
                <a:solidFill>
                  <a:schemeClr val="bg1"/>
                </a:solidFill>
                <a:latin typeface="+mj-lt"/>
              </a:defRPr>
            </a:lvl1pPr>
          </a:lstStyle>
          <a:p>
            <a:pPr lvl="0"/>
            <a:r>
              <a:rPr lang="en-US"/>
              <a:t>TITLE</a:t>
            </a:r>
          </a:p>
        </p:txBody>
      </p:sp>
      <p:sp>
        <p:nvSpPr>
          <p:cNvPr id="6" name="Text Placeholder 14">
            <a:extLst>
              <a:ext uri="{FF2B5EF4-FFF2-40B4-BE49-F238E27FC236}">
                <a16:creationId xmlns:a16="http://schemas.microsoft.com/office/drawing/2014/main" id="{F01B6031-C48A-D19E-5ABF-E79E70F3B99C}"/>
              </a:ext>
            </a:extLst>
          </p:cNvPr>
          <p:cNvSpPr>
            <a:spLocks noGrp="1"/>
          </p:cNvSpPr>
          <p:nvPr>
            <p:ph type="body" sz="quarter" idx="66" hasCustomPrompt="1"/>
          </p:nvPr>
        </p:nvSpPr>
        <p:spPr>
          <a:xfrm>
            <a:off x="671684" y="3011821"/>
            <a:ext cx="3123871" cy="489409"/>
          </a:xfrm>
        </p:spPr>
        <p:txBody>
          <a:bodyPr lIns="0" tIns="0" rIns="0" bIns="0">
            <a:noAutofit/>
          </a:bodyPr>
          <a:lstStyle>
            <a:lvl1pPr marL="0" indent="0">
              <a:lnSpc>
                <a:spcPct val="90000"/>
              </a:lnSpc>
              <a:spcBef>
                <a:spcPts val="0"/>
              </a:spcBef>
              <a:buNone/>
              <a:defRPr sz="750">
                <a:solidFill>
                  <a:schemeClr val="bg1"/>
                </a:solidFill>
              </a:defRPr>
            </a:lvl1pPr>
          </a:lstStyle>
          <a:p>
            <a:pPr lvl="0"/>
            <a:r>
              <a:rPr lang="en-US"/>
              <a:t>Text</a:t>
            </a:r>
          </a:p>
        </p:txBody>
      </p:sp>
      <p:sp>
        <p:nvSpPr>
          <p:cNvPr id="7" name="Text Placeholder 6">
            <a:extLst>
              <a:ext uri="{FF2B5EF4-FFF2-40B4-BE49-F238E27FC236}">
                <a16:creationId xmlns:a16="http://schemas.microsoft.com/office/drawing/2014/main" id="{BCD09ACD-5F26-11BA-60C0-4AE389D9AA95}"/>
              </a:ext>
            </a:extLst>
          </p:cNvPr>
          <p:cNvSpPr>
            <a:spLocks noGrp="1"/>
          </p:cNvSpPr>
          <p:nvPr>
            <p:ph type="body" sz="quarter" idx="67" hasCustomPrompt="1"/>
          </p:nvPr>
        </p:nvSpPr>
        <p:spPr>
          <a:xfrm>
            <a:off x="295798" y="2835733"/>
            <a:ext cx="262453" cy="230832"/>
          </a:xfrm>
          <a:prstGeom prst="rect">
            <a:avLst/>
          </a:prstGeom>
        </p:spPr>
        <p:txBody>
          <a:bodyPr lIns="0" tIns="0" rIns="0" bIns="0" anchor="ctr">
            <a:noAutofit/>
          </a:bodyPr>
          <a:lstStyle>
            <a:lvl1pPr marL="0" indent="0">
              <a:lnSpc>
                <a:spcPct val="70000"/>
              </a:lnSpc>
              <a:spcBef>
                <a:spcPts val="0"/>
              </a:spcBef>
              <a:buNone/>
              <a:defRPr sz="1500">
                <a:solidFill>
                  <a:schemeClr val="accent3"/>
                </a:solidFill>
                <a:latin typeface="+mj-lt"/>
              </a:defRPr>
            </a:lvl1pPr>
          </a:lstStyle>
          <a:p>
            <a:pPr lvl="0"/>
            <a:r>
              <a:rPr lang="en-US"/>
              <a:t>01</a:t>
            </a:r>
          </a:p>
        </p:txBody>
      </p:sp>
      <p:sp>
        <p:nvSpPr>
          <p:cNvPr id="8" name="Text Placeholder 6">
            <a:extLst>
              <a:ext uri="{FF2B5EF4-FFF2-40B4-BE49-F238E27FC236}">
                <a16:creationId xmlns:a16="http://schemas.microsoft.com/office/drawing/2014/main" id="{2CF85160-79CC-A075-C57D-46214B8F3E85}"/>
              </a:ext>
            </a:extLst>
          </p:cNvPr>
          <p:cNvSpPr>
            <a:spLocks noGrp="1"/>
          </p:cNvSpPr>
          <p:nvPr>
            <p:ph type="body" sz="quarter" idx="68" hasCustomPrompt="1"/>
          </p:nvPr>
        </p:nvSpPr>
        <p:spPr>
          <a:xfrm>
            <a:off x="667885" y="3454007"/>
            <a:ext cx="3123870" cy="230832"/>
          </a:xfrm>
          <a:prstGeom prst="rect">
            <a:avLst/>
          </a:prstGeom>
        </p:spPr>
        <p:txBody>
          <a:bodyPr lIns="0" tIns="0" rIns="0" bIns="0" anchor="b">
            <a:noAutofit/>
          </a:bodyPr>
          <a:lstStyle>
            <a:lvl1pPr marL="0" indent="0">
              <a:lnSpc>
                <a:spcPct val="70000"/>
              </a:lnSpc>
              <a:spcBef>
                <a:spcPts val="0"/>
              </a:spcBef>
              <a:buNone/>
              <a:defRPr sz="900">
                <a:solidFill>
                  <a:schemeClr val="bg1"/>
                </a:solidFill>
                <a:latin typeface="+mj-lt"/>
              </a:defRPr>
            </a:lvl1pPr>
          </a:lstStyle>
          <a:p>
            <a:pPr lvl="0"/>
            <a:r>
              <a:rPr lang="en-US"/>
              <a:t>TITLE</a:t>
            </a:r>
          </a:p>
        </p:txBody>
      </p:sp>
      <p:sp>
        <p:nvSpPr>
          <p:cNvPr id="9" name="Text Placeholder 14">
            <a:extLst>
              <a:ext uri="{FF2B5EF4-FFF2-40B4-BE49-F238E27FC236}">
                <a16:creationId xmlns:a16="http://schemas.microsoft.com/office/drawing/2014/main" id="{104C8E0B-4880-D7E4-93AC-D8A158867E93}"/>
              </a:ext>
            </a:extLst>
          </p:cNvPr>
          <p:cNvSpPr>
            <a:spLocks noGrp="1"/>
          </p:cNvSpPr>
          <p:nvPr>
            <p:ph type="body" sz="quarter" idx="69" hasCustomPrompt="1"/>
          </p:nvPr>
        </p:nvSpPr>
        <p:spPr>
          <a:xfrm>
            <a:off x="671684" y="3755397"/>
            <a:ext cx="3123871" cy="489409"/>
          </a:xfrm>
        </p:spPr>
        <p:txBody>
          <a:bodyPr lIns="0" tIns="0" rIns="0" bIns="0">
            <a:noAutofit/>
          </a:bodyPr>
          <a:lstStyle>
            <a:lvl1pPr marL="0" indent="0">
              <a:lnSpc>
                <a:spcPct val="90000"/>
              </a:lnSpc>
              <a:spcBef>
                <a:spcPts val="0"/>
              </a:spcBef>
              <a:buNone/>
              <a:defRPr sz="750">
                <a:solidFill>
                  <a:schemeClr val="bg1"/>
                </a:solidFill>
              </a:defRPr>
            </a:lvl1pPr>
          </a:lstStyle>
          <a:p>
            <a:pPr lvl="0"/>
            <a:r>
              <a:rPr lang="en-US"/>
              <a:t>Text</a:t>
            </a:r>
          </a:p>
        </p:txBody>
      </p:sp>
      <p:sp>
        <p:nvSpPr>
          <p:cNvPr id="10" name="Text Placeholder 6">
            <a:extLst>
              <a:ext uri="{FF2B5EF4-FFF2-40B4-BE49-F238E27FC236}">
                <a16:creationId xmlns:a16="http://schemas.microsoft.com/office/drawing/2014/main" id="{D4B38E73-97D9-8084-7D7A-4B16687DF0FA}"/>
              </a:ext>
            </a:extLst>
          </p:cNvPr>
          <p:cNvSpPr>
            <a:spLocks noGrp="1"/>
          </p:cNvSpPr>
          <p:nvPr>
            <p:ph type="body" sz="quarter" idx="70" hasCustomPrompt="1"/>
          </p:nvPr>
        </p:nvSpPr>
        <p:spPr>
          <a:xfrm>
            <a:off x="295798" y="3579309"/>
            <a:ext cx="262453" cy="230832"/>
          </a:xfrm>
          <a:prstGeom prst="rect">
            <a:avLst/>
          </a:prstGeom>
        </p:spPr>
        <p:txBody>
          <a:bodyPr lIns="0" tIns="0" rIns="0" bIns="0" anchor="ctr">
            <a:noAutofit/>
          </a:bodyPr>
          <a:lstStyle>
            <a:lvl1pPr marL="0" indent="0">
              <a:lnSpc>
                <a:spcPct val="70000"/>
              </a:lnSpc>
              <a:spcBef>
                <a:spcPts val="0"/>
              </a:spcBef>
              <a:buNone/>
              <a:defRPr sz="1500">
                <a:solidFill>
                  <a:schemeClr val="accent3"/>
                </a:solidFill>
                <a:latin typeface="+mj-lt"/>
              </a:defRPr>
            </a:lvl1pPr>
          </a:lstStyle>
          <a:p>
            <a:pPr lvl="0"/>
            <a:r>
              <a:rPr lang="en-US"/>
              <a:t>01</a:t>
            </a:r>
          </a:p>
        </p:txBody>
      </p:sp>
      <p:sp>
        <p:nvSpPr>
          <p:cNvPr id="11" name="Text Placeholder 6">
            <a:extLst>
              <a:ext uri="{FF2B5EF4-FFF2-40B4-BE49-F238E27FC236}">
                <a16:creationId xmlns:a16="http://schemas.microsoft.com/office/drawing/2014/main" id="{AAC12E01-5705-0C06-426E-967203356B80}"/>
              </a:ext>
            </a:extLst>
          </p:cNvPr>
          <p:cNvSpPr>
            <a:spLocks noGrp="1"/>
          </p:cNvSpPr>
          <p:nvPr>
            <p:ph type="body" sz="quarter" idx="71" hasCustomPrompt="1"/>
          </p:nvPr>
        </p:nvSpPr>
        <p:spPr>
          <a:xfrm>
            <a:off x="667885" y="4197586"/>
            <a:ext cx="3123870" cy="230832"/>
          </a:xfrm>
          <a:prstGeom prst="rect">
            <a:avLst/>
          </a:prstGeom>
        </p:spPr>
        <p:txBody>
          <a:bodyPr lIns="0" tIns="0" rIns="0" bIns="0" anchor="b">
            <a:noAutofit/>
          </a:bodyPr>
          <a:lstStyle>
            <a:lvl1pPr marL="0" indent="0">
              <a:lnSpc>
                <a:spcPct val="70000"/>
              </a:lnSpc>
              <a:spcBef>
                <a:spcPts val="0"/>
              </a:spcBef>
              <a:buNone/>
              <a:defRPr sz="900">
                <a:solidFill>
                  <a:schemeClr val="bg1"/>
                </a:solidFill>
                <a:latin typeface="+mj-lt"/>
              </a:defRPr>
            </a:lvl1pPr>
          </a:lstStyle>
          <a:p>
            <a:pPr lvl="0"/>
            <a:r>
              <a:rPr lang="en-US"/>
              <a:t>TITLE</a:t>
            </a:r>
          </a:p>
        </p:txBody>
      </p:sp>
      <p:sp>
        <p:nvSpPr>
          <p:cNvPr id="12" name="Text Placeholder 14">
            <a:extLst>
              <a:ext uri="{FF2B5EF4-FFF2-40B4-BE49-F238E27FC236}">
                <a16:creationId xmlns:a16="http://schemas.microsoft.com/office/drawing/2014/main" id="{E32CA9FA-AF62-0BFB-BB4B-40879F2522F7}"/>
              </a:ext>
            </a:extLst>
          </p:cNvPr>
          <p:cNvSpPr>
            <a:spLocks noGrp="1"/>
          </p:cNvSpPr>
          <p:nvPr>
            <p:ph type="body" sz="quarter" idx="72" hasCustomPrompt="1"/>
          </p:nvPr>
        </p:nvSpPr>
        <p:spPr>
          <a:xfrm>
            <a:off x="671684" y="4498976"/>
            <a:ext cx="3123871" cy="489409"/>
          </a:xfrm>
        </p:spPr>
        <p:txBody>
          <a:bodyPr lIns="0" tIns="0" rIns="0" bIns="0">
            <a:noAutofit/>
          </a:bodyPr>
          <a:lstStyle>
            <a:lvl1pPr marL="0" indent="0">
              <a:lnSpc>
                <a:spcPct val="90000"/>
              </a:lnSpc>
              <a:spcBef>
                <a:spcPts val="0"/>
              </a:spcBef>
              <a:buNone/>
              <a:defRPr sz="750">
                <a:solidFill>
                  <a:schemeClr val="bg1"/>
                </a:solidFill>
              </a:defRPr>
            </a:lvl1pPr>
          </a:lstStyle>
          <a:p>
            <a:pPr lvl="0"/>
            <a:r>
              <a:rPr lang="en-US"/>
              <a:t>Text</a:t>
            </a:r>
          </a:p>
        </p:txBody>
      </p:sp>
      <p:sp>
        <p:nvSpPr>
          <p:cNvPr id="13" name="Text Placeholder 6">
            <a:extLst>
              <a:ext uri="{FF2B5EF4-FFF2-40B4-BE49-F238E27FC236}">
                <a16:creationId xmlns:a16="http://schemas.microsoft.com/office/drawing/2014/main" id="{DEFF9F22-CFF2-14C4-2AFE-6B83A908EDB9}"/>
              </a:ext>
            </a:extLst>
          </p:cNvPr>
          <p:cNvSpPr>
            <a:spLocks noGrp="1"/>
          </p:cNvSpPr>
          <p:nvPr>
            <p:ph type="body" sz="quarter" idx="73" hasCustomPrompt="1"/>
          </p:nvPr>
        </p:nvSpPr>
        <p:spPr>
          <a:xfrm>
            <a:off x="295798" y="4322888"/>
            <a:ext cx="262453" cy="230832"/>
          </a:xfrm>
          <a:prstGeom prst="rect">
            <a:avLst/>
          </a:prstGeom>
        </p:spPr>
        <p:txBody>
          <a:bodyPr lIns="0" tIns="0" rIns="0" bIns="0" anchor="ctr">
            <a:noAutofit/>
          </a:bodyPr>
          <a:lstStyle>
            <a:lvl1pPr marL="0" indent="0">
              <a:lnSpc>
                <a:spcPct val="70000"/>
              </a:lnSpc>
              <a:spcBef>
                <a:spcPts val="0"/>
              </a:spcBef>
              <a:buNone/>
              <a:defRPr sz="1500">
                <a:solidFill>
                  <a:schemeClr val="accent3"/>
                </a:solidFill>
                <a:latin typeface="+mj-lt"/>
              </a:defRPr>
            </a:lvl1pPr>
          </a:lstStyle>
          <a:p>
            <a:pPr lvl="0"/>
            <a:r>
              <a:rPr lang="en-US"/>
              <a:t>01</a:t>
            </a:r>
          </a:p>
        </p:txBody>
      </p:sp>
      <p:sp>
        <p:nvSpPr>
          <p:cNvPr id="14" name="Text Placeholder 6">
            <a:extLst>
              <a:ext uri="{FF2B5EF4-FFF2-40B4-BE49-F238E27FC236}">
                <a16:creationId xmlns:a16="http://schemas.microsoft.com/office/drawing/2014/main" id="{95C82BE2-5B07-6660-05E9-8B6FF168553E}"/>
              </a:ext>
            </a:extLst>
          </p:cNvPr>
          <p:cNvSpPr>
            <a:spLocks noGrp="1"/>
          </p:cNvSpPr>
          <p:nvPr>
            <p:ph type="body" sz="quarter" idx="74" hasCustomPrompt="1"/>
          </p:nvPr>
        </p:nvSpPr>
        <p:spPr>
          <a:xfrm>
            <a:off x="4948482" y="1966852"/>
            <a:ext cx="3123870" cy="230832"/>
          </a:xfrm>
          <a:prstGeom prst="rect">
            <a:avLst/>
          </a:prstGeom>
        </p:spPr>
        <p:txBody>
          <a:bodyPr lIns="0" tIns="0" rIns="0" bIns="0" anchor="b">
            <a:noAutofit/>
          </a:bodyPr>
          <a:lstStyle>
            <a:lvl1pPr marL="0" indent="0">
              <a:lnSpc>
                <a:spcPct val="70000"/>
              </a:lnSpc>
              <a:spcBef>
                <a:spcPts val="0"/>
              </a:spcBef>
              <a:buNone/>
              <a:defRPr sz="900">
                <a:solidFill>
                  <a:schemeClr val="bg1"/>
                </a:solidFill>
                <a:latin typeface="+mj-lt"/>
              </a:defRPr>
            </a:lvl1pPr>
          </a:lstStyle>
          <a:p>
            <a:pPr lvl="0"/>
            <a:r>
              <a:rPr lang="en-US"/>
              <a:t>TITLE</a:t>
            </a:r>
          </a:p>
        </p:txBody>
      </p:sp>
      <p:sp>
        <p:nvSpPr>
          <p:cNvPr id="15" name="Text Placeholder 14">
            <a:extLst>
              <a:ext uri="{FF2B5EF4-FFF2-40B4-BE49-F238E27FC236}">
                <a16:creationId xmlns:a16="http://schemas.microsoft.com/office/drawing/2014/main" id="{4E325912-9CBE-C769-89CB-6647FAD5FC42}"/>
              </a:ext>
            </a:extLst>
          </p:cNvPr>
          <p:cNvSpPr>
            <a:spLocks noGrp="1"/>
          </p:cNvSpPr>
          <p:nvPr>
            <p:ph type="body" sz="quarter" idx="75" hasCustomPrompt="1"/>
          </p:nvPr>
        </p:nvSpPr>
        <p:spPr>
          <a:xfrm>
            <a:off x="4952281" y="2268242"/>
            <a:ext cx="3123871" cy="489409"/>
          </a:xfrm>
        </p:spPr>
        <p:txBody>
          <a:bodyPr lIns="0" tIns="0" rIns="0" bIns="0">
            <a:noAutofit/>
          </a:bodyPr>
          <a:lstStyle>
            <a:lvl1pPr marL="0" indent="0">
              <a:lnSpc>
                <a:spcPct val="90000"/>
              </a:lnSpc>
              <a:spcBef>
                <a:spcPts val="0"/>
              </a:spcBef>
              <a:buNone/>
              <a:defRPr sz="750">
                <a:solidFill>
                  <a:schemeClr val="bg1"/>
                </a:solidFill>
              </a:defRPr>
            </a:lvl1pPr>
          </a:lstStyle>
          <a:p>
            <a:pPr lvl="0"/>
            <a:r>
              <a:rPr lang="en-US"/>
              <a:t>Text</a:t>
            </a:r>
          </a:p>
        </p:txBody>
      </p:sp>
      <p:sp>
        <p:nvSpPr>
          <p:cNvPr id="16" name="Text Placeholder 6">
            <a:extLst>
              <a:ext uri="{FF2B5EF4-FFF2-40B4-BE49-F238E27FC236}">
                <a16:creationId xmlns:a16="http://schemas.microsoft.com/office/drawing/2014/main" id="{2482D16C-9421-F486-36A7-DBCD5FEB08CF}"/>
              </a:ext>
            </a:extLst>
          </p:cNvPr>
          <p:cNvSpPr>
            <a:spLocks noGrp="1"/>
          </p:cNvSpPr>
          <p:nvPr>
            <p:ph type="body" sz="quarter" idx="76" hasCustomPrompt="1"/>
          </p:nvPr>
        </p:nvSpPr>
        <p:spPr>
          <a:xfrm>
            <a:off x="4576395" y="2092154"/>
            <a:ext cx="262453" cy="230832"/>
          </a:xfrm>
          <a:prstGeom prst="rect">
            <a:avLst/>
          </a:prstGeom>
        </p:spPr>
        <p:txBody>
          <a:bodyPr lIns="0" tIns="0" rIns="0" bIns="0" anchor="ctr">
            <a:noAutofit/>
          </a:bodyPr>
          <a:lstStyle>
            <a:lvl1pPr marL="0" indent="0">
              <a:lnSpc>
                <a:spcPct val="70000"/>
              </a:lnSpc>
              <a:spcBef>
                <a:spcPts val="0"/>
              </a:spcBef>
              <a:buNone/>
              <a:defRPr sz="1500">
                <a:solidFill>
                  <a:schemeClr val="accent3"/>
                </a:solidFill>
                <a:latin typeface="+mj-lt"/>
              </a:defRPr>
            </a:lvl1pPr>
          </a:lstStyle>
          <a:p>
            <a:pPr lvl="0"/>
            <a:r>
              <a:rPr lang="en-US"/>
              <a:t>01</a:t>
            </a:r>
          </a:p>
        </p:txBody>
      </p:sp>
      <p:sp>
        <p:nvSpPr>
          <p:cNvPr id="17" name="Text Placeholder 6">
            <a:extLst>
              <a:ext uri="{FF2B5EF4-FFF2-40B4-BE49-F238E27FC236}">
                <a16:creationId xmlns:a16="http://schemas.microsoft.com/office/drawing/2014/main" id="{992B895E-1CD3-9102-2E71-BB4485EF0A54}"/>
              </a:ext>
            </a:extLst>
          </p:cNvPr>
          <p:cNvSpPr>
            <a:spLocks noGrp="1"/>
          </p:cNvSpPr>
          <p:nvPr>
            <p:ph type="body" sz="quarter" idx="77" hasCustomPrompt="1"/>
          </p:nvPr>
        </p:nvSpPr>
        <p:spPr>
          <a:xfrm>
            <a:off x="4948482" y="2710431"/>
            <a:ext cx="3123870" cy="230832"/>
          </a:xfrm>
          <a:prstGeom prst="rect">
            <a:avLst/>
          </a:prstGeom>
        </p:spPr>
        <p:txBody>
          <a:bodyPr lIns="0" tIns="0" rIns="0" bIns="0" anchor="b">
            <a:noAutofit/>
          </a:bodyPr>
          <a:lstStyle>
            <a:lvl1pPr marL="0" indent="0">
              <a:lnSpc>
                <a:spcPct val="70000"/>
              </a:lnSpc>
              <a:spcBef>
                <a:spcPts val="0"/>
              </a:spcBef>
              <a:buNone/>
              <a:defRPr sz="900">
                <a:solidFill>
                  <a:schemeClr val="bg1"/>
                </a:solidFill>
                <a:latin typeface="+mj-lt"/>
              </a:defRPr>
            </a:lvl1pPr>
          </a:lstStyle>
          <a:p>
            <a:pPr lvl="0"/>
            <a:r>
              <a:rPr lang="en-US"/>
              <a:t>TITLE</a:t>
            </a:r>
          </a:p>
        </p:txBody>
      </p:sp>
      <p:sp>
        <p:nvSpPr>
          <p:cNvPr id="18" name="Text Placeholder 14">
            <a:extLst>
              <a:ext uri="{FF2B5EF4-FFF2-40B4-BE49-F238E27FC236}">
                <a16:creationId xmlns:a16="http://schemas.microsoft.com/office/drawing/2014/main" id="{22B67C45-DAC5-4901-BEB4-311BF92716D8}"/>
              </a:ext>
            </a:extLst>
          </p:cNvPr>
          <p:cNvSpPr>
            <a:spLocks noGrp="1"/>
          </p:cNvSpPr>
          <p:nvPr>
            <p:ph type="body" sz="quarter" idx="78" hasCustomPrompt="1"/>
          </p:nvPr>
        </p:nvSpPr>
        <p:spPr>
          <a:xfrm>
            <a:off x="4952281" y="3011821"/>
            <a:ext cx="3123871" cy="489409"/>
          </a:xfrm>
        </p:spPr>
        <p:txBody>
          <a:bodyPr lIns="0" tIns="0" rIns="0" bIns="0">
            <a:noAutofit/>
          </a:bodyPr>
          <a:lstStyle>
            <a:lvl1pPr marL="0" indent="0">
              <a:lnSpc>
                <a:spcPct val="90000"/>
              </a:lnSpc>
              <a:spcBef>
                <a:spcPts val="0"/>
              </a:spcBef>
              <a:buNone/>
              <a:defRPr sz="750">
                <a:solidFill>
                  <a:schemeClr val="bg1"/>
                </a:solidFill>
              </a:defRPr>
            </a:lvl1pPr>
          </a:lstStyle>
          <a:p>
            <a:pPr lvl="0"/>
            <a:r>
              <a:rPr lang="en-US"/>
              <a:t>Text</a:t>
            </a:r>
          </a:p>
        </p:txBody>
      </p:sp>
      <p:sp>
        <p:nvSpPr>
          <p:cNvPr id="19" name="Text Placeholder 6">
            <a:extLst>
              <a:ext uri="{FF2B5EF4-FFF2-40B4-BE49-F238E27FC236}">
                <a16:creationId xmlns:a16="http://schemas.microsoft.com/office/drawing/2014/main" id="{BE17DC96-35DB-8DDB-C639-60639EC3CFE7}"/>
              </a:ext>
            </a:extLst>
          </p:cNvPr>
          <p:cNvSpPr>
            <a:spLocks noGrp="1"/>
          </p:cNvSpPr>
          <p:nvPr>
            <p:ph type="body" sz="quarter" idx="79" hasCustomPrompt="1"/>
          </p:nvPr>
        </p:nvSpPr>
        <p:spPr>
          <a:xfrm>
            <a:off x="4576395" y="2835733"/>
            <a:ext cx="262453" cy="230832"/>
          </a:xfrm>
          <a:prstGeom prst="rect">
            <a:avLst/>
          </a:prstGeom>
        </p:spPr>
        <p:txBody>
          <a:bodyPr lIns="0" tIns="0" rIns="0" bIns="0" anchor="ctr">
            <a:noAutofit/>
          </a:bodyPr>
          <a:lstStyle>
            <a:lvl1pPr marL="0" indent="0">
              <a:lnSpc>
                <a:spcPct val="70000"/>
              </a:lnSpc>
              <a:spcBef>
                <a:spcPts val="0"/>
              </a:spcBef>
              <a:buNone/>
              <a:defRPr sz="1500">
                <a:solidFill>
                  <a:schemeClr val="accent3"/>
                </a:solidFill>
                <a:latin typeface="+mj-lt"/>
              </a:defRPr>
            </a:lvl1pPr>
          </a:lstStyle>
          <a:p>
            <a:pPr lvl="0"/>
            <a:r>
              <a:rPr lang="en-US"/>
              <a:t>01</a:t>
            </a:r>
          </a:p>
        </p:txBody>
      </p:sp>
      <p:sp>
        <p:nvSpPr>
          <p:cNvPr id="23" name="Text Placeholder 6">
            <a:extLst>
              <a:ext uri="{FF2B5EF4-FFF2-40B4-BE49-F238E27FC236}">
                <a16:creationId xmlns:a16="http://schemas.microsoft.com/office/drawing/2014/main" id="{106252CA-B64B-E228-9A4D-528B96B30F2C}"/>
              </a:ext>
            </a:extLst>
          </p:cNvPr>
          <p:cNvSpPr>
            <a:spLocks noGrp="1"/>
          </p:cNvSpPr>
          <p:nvPr>
            <p:ph type="body" sz="quarter" idx="80" hasCustomPrompt="1"/>
          </p:nvPr>
        </p:nvSpPr>
        <p:spPr>
          <a:xfrm>
            <a:off x="4948482" y="3454007"/>
            <a:ext cx="3123870" cy="230832"/>
          </a:xfrm>
          <a:prstGeom prst="rect">
            <a:avLst/>
          </a:prstGeom>
        </p:spPr>
        <p:txBody>
          <a:bodyPr lIns="0" tIns="0" rIns="0" bIns="0" anchor="b">
            <a:noAutofit/>
          </a:bodyPr>
          <a:lstStyle>
            <a:lvl1pPr marL="0" indent="0">
              <a:lnSpc>
                <a:spcPct val="70000"/>
              </a:lnSpc>
              <a:spcBef>
                <a:spcPts val="0"/>
              </a:spcBef>
              <a:buNone/>
              <a:defRPr sz="900">
                <a:solidFill>
                  <a:schemeClr val="bg1"/>
                </a:solidFill>
                <a:latin typeface="+mj-lt"/>
              </a:defRPr>
            </a:lvl1pPr>
          </a:lstStyle>
          <a:p>
            <a:pPr lvl="0"/>
            <a:r>
              <a:rPr lang="en-US"/>
              <a:t>TITLE</a:t>
            </a:r>
          </a:p>
        </p:txBody>
      </p:sp>
      <p:sp>
        <p:nvSpPr>
          <p:cNvPr id="24" name="Text Placeholder 14">
            <a:extLst>
              <a:ext uri="{FF2B5EF4-FFF2-40B4-BE49-F238E27FC236}">
                <a16:creationId xmlns:a16="http://schemas.microsoft.com/office/drawing/2014/main" id="{F9149F5F-F802-2FFE-23E2-C08979B9C86C}"/>
              </a:ext>
            </a:extLst>
          </p:cNvPr>
          <p:cNvSpPr>
            <a:spLocks noGrp="1"/>
          </p:cNvSpPr>
          <p:nvPr>
            <p:ph type="body" sz="quarter" idx="81" hasCustomPrompt="1"/>
          </p:nvPr>
        </p:nvSpPr>
        <p:spPr>
          <a:xfrm>
            <a:off x="4952281" y="3755397"/>
            <a:ext cx="3123871" cy="489409"/>
          </a:xfrm>
        </p:spPr>
        <p:txBody>
          <a:bodyPr lIns="0" tIns="0" rIns="0" bIns="0">
            <a:noAutofit/>
          </a:bodyPr>
          <a:lstStyle>
            <a:lvl1pPr marL="0" indent="0">
              <a:lnSpc>
                <a:spcPct val="90000"/>
              </a:lnSpc>
              <a:spcBef>
                <a:spcPts val="0"/>
              </a:spcBef>
              <a:buNone/>
              <a:defRPr sz="750">
                <a:solidFill>
                  <a:schemeClr val="bg1"/>
                </a:solidFill>
              </a:defRPr>
            </a:lvl1pPr>
          </a:lstStyle>
          <a:p>
            <a:pPr lvl="0"/>
            <a:r>
              <a:rPr lang="en-US"/>
              <a:t>Text</a:t>
            </a:r>
          </a:p>
        </p:txBody>
      </p:sp>
      <p:sp>
        <p:nvSpPr>
          <p:cNvPr id="25" name="Text Placeholder 6">
            <a:extLst>
              <a:ext uri="{FF2B5EF4-FFF2-40B4-BE49-F238E27FC236}">
                <a16:creationId xmlns:a16="http://schemas.microsoft.com/office/drawing/2014/main" id="{41A95FAF-B2E5-A8CB-28AF-D8CBFFC2D1E1}"/>
              </a:ext>
            </a:extLst>
          </p:cNvPr>
          <p:cNvSpPr>
            <a:spLocks noGrp="1"/>
          </p:cNvSpPr>
          <p:nvPr>
            <p:ph type="body" sz="quarter" idx="82" hasCustomPrompt="1"/>
          </p:nvPr>
        </p:nvSpPr>
        <p:spPr>
          <a:xfrm>
            <a:off x="4576395" y="3579309"/>
            <a:ext cx="262453" cy="230832"/>
          </a:xfrm>
          <a:prstGeom prst="rect">
            <a:avLst/>
          </a:prstGeom>
        </p:spPr>
        <p:txBody>
          <a:bodyPr lIns="0" tIns="0" rIns="0" bIns="0" anchor="ctr">
            <a:noAutofit/>
          </a:bodyPr>
          <a:lstStyle>
            <a:lvl1pPr marL="0" indent="0">
              <a:lnSpc>
                <a:spcPct val="70000"/>
              </a:lnSpc>
              <a:spcBef>
                <a:spcPts val="0"/>
              </a:spcBef>
              <a:buNone/>
              <a:defRPr sz="1500">
                <a:solidFill>
                  <a:schemeClr val="accent3"/>
                </a:solidFill>
                <a:latin typeface="+mj-lt"/>
              </a:defRPr>
            </a:lvl1pPr>
          </a:lstStyle>
          <a:p>
            <a:pPr lvl="0"/>
            <a:r>
              <a:rPr lang="en-US"/>
              <a:t>01</a:t>
            </a:r>
          </a:p>
        </p:txBody>
      </p:sp>
      <p:sp>
        <p:nvSpPr>
          <p:cNvPr id="26" name="Text Placeholder 6">
            <a:extLst>
              <a:ext uri="{FF2B5EF4-FFF2-40B4-BE49-F238E27FC236}">
                <a16:creationId xmlns:a16="http://schemas.microsoft.com/office/drawing/2014/main" id="{25F26B71-E91A-4FAE-849C-86231C76CFC2}"/>
              </a:ext>
            </a:extLst>
          </p:cNvPr>
          <p:cNvSpPr>
            <a:spLocks noGrp="1"/>
          </p:cNvSpPr>
          <p:nvPr>
            <p:ph type="body" sz="quarter" idx="83" hasCustomPrompt="1"/>
          </p:nvPr>
        </p:nvSpPr>
        <p:spPr>
          <a:xfrm>
            <a:off x="4948482" y="4197586"/>
            <a:ext cx="3123870" cy="230832"/>
          </a:xfrm>
          <a:prstGeom prst="rect">
            <a:avLst/>
          </a:prstGeom>
        </p:spPr>
        <p:txBody>
          <a:bodyPr lIns="0" tIns="0" rIns="0" bIns="0" anchor="b">
            <a:noAutofit/>
          </a:bodyPr>
          <a:lstStyle>
            <a:lvl1pPr marL="0" indent="0">
              <a:lnSpc>
                <a:spcPct val="70000"/>
              </a:lnSpc>
              <a:spcBef>
                <a:spcPts val="0"/>
              </a:spcBef>
              <a:buNone/>
              <a:defRPr sz="900">
                <a:solidFill>
                  <a:schemeClr val="bg1"/>
                </a:solidFill>
                <a:latin typeface="+mj-lt"/>
              </a:defRPr>
            </a:lvl1pPr>
          </a:lstStyle>
          <a:p>
            <a:pPr lvl="0"/>
            <a:r>
              <a:rPr lang="en-US"/>
              <a:t>TITLE</a:t>
            </a:r>
          </a:p>
        </p:txBody>
      </p:sp>
      <p:sp>
        <p:nvSpPr>
          <p:cNvPr id="27" name="Text Placeholder 14">
            <a:extLst>
              <a:ext uri="{FF2B5EF4-FFF2-40B4-BE49-F238E27FC236}">
                <a16:creationId xmlns:a16="http://schemas.microsoft.com/office/drawing/2014/main" id="{D9E9DA1E-1E27-63B2-16E5-E07C71BC992E}"/>
              </a:ext>
            </a:extLst>
          </p:cNvPr>
          <p:cNvSpPr>
            <a:spLocks noGrp="1"/>
          </p:cNvSpPr>
          <p:nvPr>
            <p:ph type="body" sz="quarter" idx="84" hasCustomPrompt="1"/>
          </p:nvPr>
        </p:nvSpPr>
        <p:spPr>
          <a:xfrm>
            <a:off x="4952281" y="4498976"/>
            <a:ext cx="3123871" cy="489409"/>
          </a:xfrm>
        </p:spPr>
        <p:txBody>
          <a:bodyPr lIns="0" tIns="0" rIns="0" bIns="0">
            <a:noAutofit/>
          </a:bodyPr>
          <a:lstStyle>
            <a:lvl1pPr marL="0" indent="0">
              <a:lnSpc>
                <a:spcPct val="90000"/>
              </a:lnSpc>
              <a:spcBef>
                <a:spcPts val="0"/>
              </a:spcBef>
              <a:buNone/>
              <a:defRPr sz="750">
                <a:solidFill>
                  <a:schemeClr val="bg1"/>
                </a:solidFill>
              </a:defRPr>
            </a:lvl1pPr>
          </a:lstStyle>
          <a:p>
            <a:pPr lvl="0"/>
            <a:r>
              <a:rPr lang="en-US"/>
              <a:t>Text</a:t>
            </a:r>
          </a:p>
        </p:txBody>
      </p:sp>
      <p:sp>
        <p:nvSpPr>
          <p:cNvPr id="28" name="Text Placeholder 6">
            <a:extLst>
              <a:ext uri="{FF2B5EF4-FFF2-40B4-BE49-F238E27FC236}">
                <a16:creationId xmlns:a16="http://schemas.microsoft.com/office/drawing/2014/main" id="{B6786EAD-D440-35AC-96A0-0F0DB8C2B639}"/>
              </a:ext>
            </a:extLst>
          </p:cNvPr>
          <p:cNvSpPr>
            <a:spLocks noGrp="1"/>
          </p:cNvSpPr>
          <p:nvPr>
            <p:ph type="body" sz="quarter" idx="85" hasCustomPrompt="1"/>
          </p:nvPr>
        </p:nvSpPr>
        <p:spPr>
          <a:xfrm>
            <a:off x="4576395" y="4322888"/>
            <a:ext cx="262453" cy="230832"/>
          </a:xfrm>
          <a:prstGeom prst="rect">
            <a:avLst/>
          </a:prstGeom>
        </p:spPr>
        <p:txBody>
          <a:bodyPr lIns="0" tIns="0" rIns="0" bIns="0" anchor="ctr">
            <a:noAutofit/>
          </a:bodyPr>
          <a:lstStyle>
            <a:lvl1pPr marL="0" indent="0">
              <a:lnSpc>
                <a:spcPct val="70000"/>
              </a:lnSpc>
              <a:spcBef>
                <a:spcPts val="0"/>
              </a:spcBef>
              <a:buNone/>
              <a:defRPr sz="1500">
                <a:solidFill>
                  <a:schemeClr val="accent3"/>
                </a:solidFill>
                <a:latin typeface="+mj-lt"/>
              </a:defRPr>
            </a:lvl1pPr>
          </a:lstStyle>
          <a:p>
            <a:pPr lvl="0"/>
            <a:r>
              <a:rPr lang="en-US"/>
              <a:t>01</a:t>
            </a:r>
          </a:p>
        </p:txBody>
      </p:sp>
    </p:spTree>
    <p:extLst>
      <p:ext uri="{BB962C8B-B14F-4D97-AF65-F5344CB8AC3E}">
        <p14:creationId xmlns:p14="http://schemas.microsoft.com/office/powerpoint/2010/main" val="2305945959"/>
      </p:ext>
    </p:extLst>
  </p:cSld>
  <p:clrMapOvr>
    <a:masterClrMapping/>
  </p:clrMapOvr>
  <p:transition spd="med"/>
</p:sldLayout>
</file>

<file path=ppt/slideLayouts/slideLayout119.xml><?xml version="1.0" encoding="utf-8"?>
<p:sldLayout xmlns:a="http://schemas.openxmlformats.org/drawingml/2006/main" xmlns:r="http://schemas.openxmlformats.org/officeDocument/2006/relationships" xmlns:p="http://schemas.openxmlformats.org/presentationml/2006/main" showMasterSp="0" preserve="1" userDrawn="1">
  <p:cSld name="3 column title, text">
    <p:bg>
      <p:bgPr>
        <a:solidFill>
          <a:srgbClr val="0143FD"/>
        </a:solidFill>
        <a:effectLst/>
      </p:bgPr>
    </p:bg>
    <p:spTree>
      <p:nvGrpSpPr>
        <p:cNvPr id="1" name=""/>
        <p:cNvGrpSpPr/>
        <p:nvPr/>
      </p:nvGrpSpPr>
      <p:grpSpPr>
        <a:xfrm>
          <a:off x="0" y="0"/>
          <a:ext cx="0" cy="0"/>
          <a:chOff x="0" y="0"/>
          <a:chExt cx="0" cy="0"/>
        </a:xfrm>
      </p:grpSpPr>
      <p:sp>
        <p:nvSpPr>
          <p:cNvPr id="66" name="Slide Number"/>
          <p:cNvSpPr txBox="1">
            <a:spLocks noGrp="1"/>
          </p:cNvSpPr>
          <p:nvPr>
            <p:ph type="sldNum" sz="quarter" idx="2"/>
          </p:nvPr>
        </p:nvSpPr>
        <p:spPr>
          <a:prstGeom prst="rect">
            <a:avLst/>
          </a:prstGeom>
        </p:spPr>
        <p:txBody>
          <a:bodyPr/>
          <a:lstStyle>
            <a:lvl1pPr>
              <a:defRPr>
                <a:solidFill>
                  <a:schemeClr val="bg1"/>
                </a:solidFill>
              </a:defRPr>
            </a:lvl1pPr>
          </a:lstStyle>
          <a:p>
            <a:fld id="{86CB4B4D-7CA3-9044-876B-883B54F8677D}" type="slidenum">
              <a:rPr lang="en-GB" smtClean="0"/>
              <a:pPr/>
              <a:t>‹#›</a:t>
            </a:fld>
            <a:endParaRPr lang="en-GB"/>
          </a:p>
        </p:txBody>
      </p:sp>
      <p:pic>
        <p:nvPicPr>
          <p:cNvPr id="95" name="CGC logo white.png" descr="CGC logo white.png">
            <a:extLst>
              <a:ext uri="{FF2B5EF4-FFF2-40B4-BE49-F238E27FC236}">
                <a16:creationId xmlns:a16="http://schemas.microsoft.com/office/drawing/2014/main" id="{3454345D-1729-E32F-7CD3-E35C9964CEE0}"/>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285750" y="285750"/>
            <a:ext cx="1152091" cy="199818"/>
          </a:xfrm>
          <a:prstGeom prst="rect">
            <a:avLst/>
          </a:prstGeom>
          <a:ln w="12700">
            <a:miter lim="400000"/>
          </a:ln>
        </p:spPr>
      </p:pic>
      <p:sp>
        <p:nvSpPr>
          <p:cNvPr id="14" name="Text Placeholder 6">
            <a:extLst>
              <a:ext uri="{FF2B5EF4-FFF2-40B4-BE49-F238E27FC236}">
                <a16:creationId xmlns:a16="http://schemas.microsoft.com/office/drawing/2014/main" id="{0C72EF2F-0D2F-4A88-EC22-9809E5C8290E}"/>
              </a:ext>
            </a:extLst>
          </p:cNvPr>
          <p:cNvSpPr>
            <a:spLocks noGrp="1"/>
          </p:cNvSpPr>
          <p:nvPr>
            <p:ph type="body" sz="quarter" idx="49" hasCustomPrompt="1"/>
          </p:nvPr>
        </p:nvSpPr>
        <p:spPr>
          <a:xfrm>
            <a:off x="3593805" y="2358263"/>
            <a:ext cx="1593042" cy="230832"/>
          </a:xfrm>
          <a:prstGeom prst="rect">
            <a:avLst/>
          </a:prstGeom>
        </p:spPr>
        <p:txBody>
          <a:bodyPr lIns="0" tIns="0" rIns="0" bIns="0" anchor="b">
            <a:noAutofit/>
          </a:bodyPr>
          <a:lstStyle>
            <a:lvl1pPr marL="0" indent="0">
              <a:lnSpc>
                <a:spcPct val="70000"/>
              </a:lnSpc>
              <a:spcBef>
                <a:spcPts val="0"/>
              </a:spcBef>
              <a:buNone/>
              <a:defRPr sz="900">
                <a:solidFill>
                  <a:schemeClr val="bg1"/>
                </a:solidFill>
                <a:latin typeface="+mj-lt"/>
              </a:defRPr>
            </a:lvl1pPr>
          </a:lstStyle>
          <a:p>
            <a:pPr lvl="0"/>
            <a:r>
              <a:rPr lang="en-US"/>
              <a:t>TITLE</a:t>
            </a:r>
          </a:p>
        </p:txBody>
      </p:sp>
      <p:sp>
        <p:nvSpPr>
          <p:cNvPr id="15" name="Text Placeholder 14">
            <a:extLst>
              <a:ext uri="{FF2B5EF4-FFF2-40B4-BE49-F238E27FC236}">
                <a16:creationId xmlns:a16="http://schemas.microsoft.com/office/drawing/2014/main" id="{8229BE70-D84A-D11C-7F1B-251DC16DC88F}"/>
              </a:ext>
            </a:extLst>
          </p:cNvPr>
          <p:cNvSpPr>
            <a:spLocks noGrp="1"/>
          </p:cNvSpPr>
          <p:nvPr>
            <p:ph type="body" sz="quarter" idx="50" hasCustomPrompt="1"/>
          </p:nvPr>
        </p:nvSpPr>
        <p:spPr>
          <a:xfrm>
            <a:off x="3593805" y="2657840"/>
            <a:ext cx="1593043" cy="837699"/>
          </a:xfrm>
        </p:spPr>
        <p:txBody>
          <a:bodyPr lIns="0" tIns="0" rIns="0" bIns="0">
            <a:noAutofit/>
          </a:bodyPr>
          <a:lstStyle>
            <a:lvl1pPr marL="0" indent="0">
              <a:lnSpc>
                <a:spcPct val="90000"/>
              </a:lnSpc>
              <a:spcBef>
                <a:spcPts val="0"/>
              </a:spcBef>
              <a:buNone/>
              <a:defRPr sz="750">
                <a:solidFill>
                  <a:schemeClr val="bg1"/>
                </a:solidFill>
              </a:defRPr>
            </a:lvl1pPr>
          </a:lstStyle>
          <a:p>
            <a:pPr lvl="0"/>
            <a:r>
              <a:rPr lang="en-US"/>
              <a:t>Text</a:t>
            </a:r>
          </a:p>
        </p:txBody>
      </p:sp>
      <p:sp>
        <p:nvSpPr>
          <p:cNvPr id="2" name="Text Placeholder 6">
            <a:extLst>
              <a:ext uri="{FF2B5EF4-FFF2-40B4-BE49-F238E27FC236}">
                <a16:creationId xmlns:a16="http://schemas.microsoft.com/office/drawing/2014/main" id="{17117240-481C-C702-C8E5-958C2BCCE96C}"/>
              </a:ext>
            </a:extLst>
          </p:cNvPr>
          <p:cNvSpPr>
            <a:spLocks noGrp="1"/>
          </p:cNvSpPr>
          <p:nvPr>
            <p:ph type="body" sz="quarter" idx="61" hasCustomPrompt="1"/>
          </p:nvPr>
        </p:nvSpPr>
        <p:spPr>
          <a:xfrm>
            <a:off x="5412556" y="2358263"/>
            <a:ext cx="1593042" cy="230832"/>
          </a:xfrm>
          <a:prstGeom prst="rect">
            <a:avLst/>
          </a:prstGeom>
        </p:spPr>
        <p:txBody>
          <a:bodyPr lIns="0" tIns="0" rIns="0" bIns="0" anchor="b">
            <a:noAutofit/>
          </a:bodyPr>
          <a:lstStyle>
            <a:lvl1pPr marL="0" indent="0">
              <a:lnSpc>
                <a:spcPct val="70000"/>
              </a:lnSpc>
              <a:spcBef>
                <a:spcPts val="0"/>
              </a:spcBef>
              <a:buNone/>
              <a:defRPr sz="900">
                <a:solidFill>
                  <a:schemeClr val="bg1"/>
                </a:solidFill>
                <a:latin typeface="+mj-lt"/>
              </a:defRPr>
            </a:lvl1pPr>
          </a:lstStyle>
          <a:p>
            <a:pPr lvl="0"/>
            <a:r>
              <a:rPr lang="en-US"/>
              <a:t>TITLE</a:t>
            </a:r>
          </a:p>
        </p:txBody>
      </p:sp>
      <p:sp>
        <p:nvSpPr>
          <p:cNvPr id="3" name="Text Placeholder 14">
            <a:extLst>
              <a:ext uri="{FF2B5EF4-FFF2-40B4-BE49-F238E27FC236}">
                <a16:creationId xmlns:a16="http://schemas.microsoft.com/office/drawing/2014/main" id="{9441C1A2-4018-858E-C997-5E2B0F03E71E}"/>
              </a:ext>
            </a:extLst>
          </p:cNvPr>
          <p:cNvSpPr>
            <a:spLocks noGrp="1"/>
          </p:cNvSpPr>
          <p:nvPr>
            <p:ph type="body" sz="quarter" idx="62" hasCustomPrompt="1"/>
          </p:nvPr>
        </p:nvSpPr>
        <p:spPr>
          <a:xfrm>
            <a:off x="5412556" y="2657840"/>
            <a:ext cx="1593043" cy="837699"/>
          </a:xfrm>
        </p:spPr>
        <p:txBody>
          <a:bodyPr lIns="0" tIns="0" rIns="0" bIns="0">
            <a:noAutofit/>
          </a:bodyPr>
          <a:lstStyle>
            <a:lvl1pPr marL="0" indent="0">
              <a:lnSpc>
                <a:spcPct val="90000"/>
              </a:lnSpc>
              <a:spcBef>
                <a:spcPts val="0"/>
              </a:spcBef>
              <a:buNone/>
              <a:defRPr sz="750">
                <a:solidFill>
                  <a:schemeClr val="bg1"/>
                </a:solidFill>
              </a:defRPr>
            </a:lvl1pPr>
          </a:lstStyle>
          <a:p>
            <a:pPr lvl="0"/>
            <a:r>
              <a:rPr lang="en-US"/>
              <a:t>Text</a:t>
            </a:r>
          </a:p>
        </p:txBody>
      </p:sp>
      <p:sp>
        <p:nvSpPr>
          <p:cNvPr id="4" name="Text Placeholder 6">
            <a:extLst>
              <a:ext uri="{FF2B5EF4-FFF2-40B4-BE49-F238E27FC236}">
                <a16:creationId xmlns:a16="http://schemas.microsoft.com/office/drawing/2014/main" id="{C568F11C-75E8-2082-E53D-726C4078D89C}"/>
              </a:ext>
            </a:extLst>
          </p:cNvPr>
          <p:cNvSpPr>
            <a:spLocks noGrp="1"/>
          </p:cNvSpPr>
          <p:nvPr>
            <p:ph type="body" sz="quarter" idx="63" hasCustomPrompt="1"/>
          </p:nvPr>
        </p:nvSpPr>
        <p:spPr>
          <a:xfrm>
            <a:off x="7231308" y="2358263"/>
            <a:ext cx="1593042" cy="230832"/>
          </a:xfrm>
          <a:prstGeom prst="rect">
            <a:avLst/>
          </a:prstGeom>
        </p:spPr>
        <p:txBody>
          <a:bodyPr lIns="0" tIns="0" rIns="0" bIns="0" anchor="b">
            <a:noAutofit/>
          </a:bodyPr>
          <a:lstStyle>
            <a:lvl1pPr marL="0" indent="0">
              <a:lnSpc>
                <a:spcPct val="70000"/>
              </a:lnSpc>
              <a:spcBef>
                <a:spcPts val="0"/>
              </a:spcBef>
              <a:buNone/>
              <a:defRPr sz="900">
                <a:solidFill>
                  <a:schemeClr val="bg1"/>
                </a:solidFill>
                <a:latin typeface="+mj-lt"/>
              </a:defRPr>
            </a:lvl1pPr>
          </a:lstStyle>
          <a:p>
            <a:pPr lvl="0"/>
            <a:r>
              <a:rPr lang="en-US"/>
              <a:t>TITLE</a:t>
            </a:r>
          </a:p>
        </p:txBody>
      </p:sp>
      <p:sp>
        <p:nvSpPr>
          <p:cNvPr id="5" name="Text Placeholder 14">
            <a:extLst>
              <a:ext uri="{FF2B5EF4-FFF2-40B4-BE49-F238E27FC236}">
                <a16:creationId xmlns:a16="http://schemas.microsoft.com/office/drawing/2014/main" id="{47C803ED-75D2-F3FD-1962-D9AC65FBBDC6}"/>
              </a:ext>
            </a:extLst>
          </p:cNvPr>
          <p:cNvSpPr>
            <a:spLocks noGrp="1"/>
          </p:cNvSpPr>
          <p:nvPr>
            <p:ph type="body" sz="quarter" idx="64" hasCustomPrompt="1"/>
          </p:nvPr>
        </p:nvSpPr>
        <p:spPr>
          <a:xfrm>
            <a:off x="7231308" y="2657840"/>
            <a:ext cx="1593043" cy="837699"/>
          </a:xfrm>
        </p:spPr>
        <p:txBody>
          <a:bodyPr lIns="0" tIns="0" rIns="0" bIns="0">
            <a:noAutofit/>
          </a:bodyPr>
          <a:lstStyle>
            <a:lvl1pPr marL="0" indent="0">
              <a:lnSpc>
                <a:spcPct val="90000"/>
              </a:lnSpc>
              <a:spcBef>
                <a:spcPts val="0"/>
              </a:spcBef>
              <a:buNone/>
              <a:defRPr sz="750">
                <a:solidFill>
                  <a:schemeClr val="bg1"/>
                </a:solidFill>
              </a:defRPr>
            </a:lvl1pPr>
          </a:lstStyle>
          <a:p>
            <a:pPr lvl="0"/>
            <a:r>
              <a:rPr lang="en-US"/>
              <a:t>Text</a:t>
            </a:r>
          </a:p>
        </p:txBody>
      </p:sp>
      <p:sp>
        <p:nvSpPr>
          <p:cNvPr id="6" name="Text Placeholder 6">
            <a:extLst>
              <a:ext uri="{FF2B5EF4-FFF2-40B4-BE49-F238E27FC236}">
                <a16:creationId xmlns:a16="http://schemas.microsoft.com/office/drawing/2014/main" id="{0E2B5618-5A15-916D-CBC6-5EA2DE9CD000}"/>
              </a:ext>
            </a:extLst>
          </p:cNvPr>
          <p:cNvSpPr>
            <a:spLocks noGrp="1"/>
          </p:cNvSpPr>
          <p:nvPr>
            <p:ph type="body" sz="quarter" idx="65" hasCustomPrompt="1"/>
          </p:nvPr>
        </p:nvSpPr>
        <p:spPr>
          <a:xfrm>
            <a:off x="3593805" y="3554017"/>
            <a:ext cx="1593042" cy="230832"/>
          </a:xfrm>
          <a:prstGeom prst="rect">
            <a:avLst/>
          </a:prstGeom>
        </p:spPr>
        <p:txBody>
          <a:bodyPr lIns="0" tIns="0" rIns="0" bIns="0" anchor="b">
            <a:noAutofit/>
          </a:bodyPr>
          <a:lstStyle>
            <a:lvl1pPr marL="0" indent="0">
              <a:lnSpc>
                <a:spcPct val="70000"/>
              </a:lnSpc>
              <a:spcBef>
                <a:spcPts val="0"/>
              </a:spcBef>
              <a:buNone/>
              <a:defRPr sz="900">
                <a:solidFill>
                  <a:schemeClr val="bg1"/>
                </a:solidFill>
                <a:latin typeface="+mj-lt"/>
              </a:defRPr>
            </a:lvl1pPr>
          </a:lstStyle>
          <a:p>
            <a:pPr lvl="0"/>
            <a:r>
              <a:rPr lang="en-US"/>
              <a:t>TITLE</a:t>
            </a:r>
          </a:p>
        </p:txBody>
      </p:sp>
      <p:sp>
        <p:nvSpPr>
          <p:cNvPr id="7" name="Text Placeholder 14">
            <a:extLst>
              <a:ext uri="{FF2B5EF4-FFF2-40B4-BE49-F238E27FC236}">
                <a16:creationId xmlns:a16="http://schemas.microsoft.com/office/drawing/2014/main" id="{351A5847-9470-42D4-3E44-07F7366F4461}"/>
              </a:ext>
            </a:extLst>
          </p:cNvPr>
          <p:cNvSpPr>
            <a:spLocks noGrp="1"/>
          </p:cNvSpPr>
          <p:nvPr>
            <p:ph type="body" sz="quarter" idx="66" hasCustomPrompt="1"/>
          </p:nvPr>
        </p:nvSpPr>
        <p:spPr>
          <a:xfrm>
            <a:off x="3593805" y="3853594"/>
            <a:ext cx="1593043" cy="837699"/>
          </a:xfrm>
        </p:spPr>
        <p:txBody>
          <a:bodyPr lIns="0" tIns="0" rIns="0" bIns="0">
            <a:noAutofit/>
          </a:bodyPr>
          <a:lstStyle>
            <a:lvl1pPr marL="0" indent="0">
              <a:lnSpc>
                <a:spcPct val="90000"/>
              </a:lnSpc>
              <a:spcBef>
                <a:spcPts val="0"/>
              </a:spcBef>
              <a:buNone/>
              <a:defRPr sz="750">
                <a:solidFill>
                  <a:schemeClr val="bg1"/>
                </a:solidFill>
              </a:defRPr>
            </a:lvl1pPr>
          </a:lstStyle>
          <a:p>
            <a:pPr lvl="0"/>
            <a:r>
              <a:rPr lang="en-US"/>
              <a:t>Text</a:t>
            </a:r>
          </a:p>
        </p:txBody>
      </p:sp>
      <p:sp>
        <p:nvSpPr>
          <p:cNvPr id="8" name="Text Placeholder 6">
            <a:extLst>
              <a:ext uri="{FF2B5EF4-FFF2-40B4-BE49-F238E27FC236}">
                <a16:creationId xmlns:a16="http://schemas.microsoft.com/office/drawing/2014/main" id="{92669F90-BFD6-C658-1848-C471F0039FA5}"/>
              </a:ext>
            </a:extLst>
          </p:cNvPr>
          <p:cNvSpPr>
            <a:spLocks noGrp="1"/>
          </p:cNvSpPr>
          <p:nvPr>
            <p:ph type="body" sz="quarter" idx="67" hasCustomPrompt="1"/>
          </p:nvPr>
        </p:nvSpPr>
        <p:spPr>
          <a:xfrm>
            <a:off x="5412556" y="3554017"/>
            <a:ext cx="1593042" cy="230832"/>
          </a:xfrm>
          <a:prstGeom prst="rect">
            <a:avLst/>
          </a:prstGeom>
        </p:spPr>
        <p:txBody>
          <a:bodyPr lIns="0" tIns="0" rIns="0" bIns="0" anchor="b">
            <a:noAutofit/>
          </a:bodyPr>
          <a:lstStyle>
            <a:lvl1pPr marL="0" indent="0">
              <a:lnSpc>
                <a:spcPct val="70000"/>
              </a:lnSpc>
              <a:spcBef>
                <a:spcPts val="0"/>
              </a:spcBef>
              <a:buNone/>
              <a:defRPr sz="900">
                <a:solidFill>
                  <a:schemeClr val="bg1"/>
                </a:solidFill>
                <a:latin typeface="+mj-lt"/>
              </a:defRPr>
            </a:lvl1pPr>
          </a:lstStyle>
          <a:p>
            <a:pPr lvl="0"/>
            <a:r>
              <a:rPr lang="en-US"/>
              <a:t>TITLE</a:t>
            </a:r>
          </a:p>
        </p:txBody>
      </p:sp>
      <p:sp>
        <p:nvSpPr>
          <p:cNvPr id="9" name="Text Placeholder 14">
            <a:extLst>
              <a:ext uri="{FF2B5EF4-FFF2-40B4-BE49-F238E27FC236}">
                <a16:creationId xmlns:a16="http://schemas.microsoft.com/office/drawing/2014/main" id="{8606901C-57F3-79BA-BD61-D722172412A2}"/>
              </a:ext>
            </a:extLst>
          </p:cNvPr>
          <p:cNvSpPr>
            <a:spLocks noGrp="1"/>
          </p:cNvSpPr>
          <p:nvPr>
            <p:ph type="body" sz="quarter" idx="68" hasCustomPrompt="1"/>
          </p:nvPr>
        </p:nvSpPr>
        <p:spPr>
          <a:xfrm>
            <a:off x="5412556" y="3853594"/>
            <a:ext cx="1593043" cy="837699"/>
          </a:xfrm>
        </p:spPr>
        <p:txBody>
          <a:bodyPr lIns="0" tIns="0" rIns="0" bIns="0">
            <a:noAutofit/>
          </a:bodyPr>
          <a:lstStyle>
            <a:lvl1pPr marL="0" indent="0">
              <a:lnSpc>
                <a:spcPct val="90000"/>
              </a:lnSpc>
              <a:spcBef>
                <a:spcPts val="0"/>
              </a:spcBef>
              <a:buNone/>
              <a:defRPr sz="750">
                <a:solidFill>
                  <a:schemeClr val="bg1"/>
                </a:solidFill>
              </a:defRPr>
            </a:lvl1pPr>
          </a:lstStyle>
          <a:p>
            <a:pPr lvl="0"/>
            <a:r>
              <a:rPr lang="en-US"/>
              <a:t>Text</a:t>
            </a:r>
          </a:p>
        </p:txBody>
      </p:sp>
      <p:sp>
        <p:nvSpPr>
          <p:cNvPr id="10" name="Text Placeholder 6">
            <a:extLst>
              <a:ext uri="{FF2B5EF4-FFF2-40B4-BE49-F238E27FC236}">
                <a16:creationId xmlns:a16="http://schemas.microsoft.com/office/drawing/2014/main" id="{E363AB9C-7BCA-BC5B-C0A6-478D3C74400D}"/>
              </a:ext>
            </a:extLst>
          </p:cNvPr>
          <p:cNvSpPr>
            <a:spLocks noGrp="1"/>
          </p:cNvSpPr>
          <p:nvPr>
            <p:ph type="body" sz="quarter" idx="69" hasCustomPrompt="1"/>
          </p:nvPr>
        </p:nvSpPr>
        <p:spPr>
          <a:xfrm>
            <a:off x="7231308" y="3554017"/>
            <a:ext cx="1593042" cy="230832"/>
          </a:xfrm>
          <a:prstGeom prst="rect">
            <a:avLst/>
          </a:prstGeom>
        </p:spPr>
        <p:txBody>
          <a:bodyPr lIns="0" tIns="0" rIns="0" bIns="0" anchor="b">
            <a:noAutofit/>
          </a:bodyPr>
          <a:lstStyle>
            <a:lvl1pPr marL="0" indent="0">
              <a:lnSpc>
                <a:spcPct val="70000"/>
              </a:lnSpc>
              <a:spcBef>
                <a:spcPts val="0"/>
              </a:spcBef>
              <a:buNone/>
              <a:defRPr sz="900">
                <a:solidFill>
                  <a:schemeClr val="bg1"/>
                </a:solidFill>
                <a:latin typeface="+mj-lt"/>
              </a:defRPr>
            </a:lvl1pPr>
          </a:lstStyle>
          <a:p>
            <a:pPr lvl="0"/>
            <a:r>
              <a:rPr lang="en-US"/>
              <a:t>TITLE</a:t>
            </a:r>
          </a:p>
        </p:txBody>
      </p:sp>
      <p:sp>
        <p:nvSpPr>
          <p:cNvPr id="11" name="Text Placeholder 14">
            <a:extLst>
              <a:ext uri="{FF2B5EF4-FFF2-40B4-BE49-F238E27FC236}">
                <a16:creationId xmlns:a16="http://schemas.microsoft.com/office/drawing/2014/main" id="{BC85E92F-3044-961D-D7C7-E27F468499A4}"/>
              </a:ext>
            </a:extLst>
          </p:cNvPr>
          <p:cNvSpPr>
            <a:spLocks noGrp="1"/>
          </p:cNvSpPr>
          <p:nvPr>
            <p:ph type="body" sz="quarter" idx="70" hasCustomPrompt="1"/>
          </p:nvPr>
        </p:nvSpPr>
        <p:spPr>
          <a:xfrm>
            <a:off x="7231308" y="3853594"/>
            <a:ext cx="1593043" cy="837699"/>
          </a:xfrm>
        </p:spPr>
        <p:txBody>
          <a:bodyPr lIns="0" tIns="0" rIns="0" bIns="0">
            <a:noAutofit/>
          </a:bodyPr>
          <a:lstStyle>
            <a:lvl1pPr marL="0" indent="0">
              <a:lnSpc>
                <a:spcPct val="90000"/>
              </a:lnSpc>
              <a:spcBef>
                <a:spcPts val="0"/>
              </a:spcBef>
              <a:buNone/>
              <a:defRPr sz="750">
                <a:solidFill>
                  <a:schemeClr val="bg1"/>
                </a:solidFill>
              </a:defRPr>
            </a:lvl1pPr>
          </a:lstStyle>
          <a:p>
            <a:pPr lvl="0"/>
            <a:r>
              <a:rPr lang="en-US"/>
              <a:t>Text</a:t>
            </a:r>
          </a:p>
        </p:txBody>
      </p:sp>
    </p:spTree>
    <p:extLst>
      <p:ext uri="{BB962C8B-B14F-4D97-AF65-F5344CB8AC3E}">
        <p14:creationId xmlns:p14="http://schemas.microsoft.com/office/powerpoint/2010/main" val="3293404920"/>
      </p:ext>
    </p:extLst>
  </p:cSld>
  <p:clrMapOvr>
    <a:masterClrMapping/>
  </p:clrMapOvr>
  <p:transition spd="med"/>
</p:sldLayout>
</file>

<file path=ppt/slideLayouts/slideLayout120.xml><?xml version="1.0" encoding="utf-8"?>
<p:sldLayout xmlns:a="http://schemas.openxmlformats.org/drawingml/2006/main" xmlns:r="http://schemas.openxmlformats.org/officeDocument/2006/relationships" xmlns:p="http://schemas.openxmlformats.org/presentationml/2006/main" showMasterSp="0" preserve="1" userDrawn="1">
  <p:cSld name="Image &amp; content subhead - dark">
    <p:bg>
      <p:bgPr>
        <a:solidFill>
          <a:srgbClr val="0F2240"/>
        </a:solidFill>
        <a:effectLst/>
      </p:bgPr>
    </p:bg>
    <p:spTree>
      <p:nvGrpSpPr>
        <p:cNvPr id="1" name=""/>
        <p:cNvGrpSpPr/>
        <p:nvPr/>
      </p:nvGrpSpPr>
      <p:grpSpPr>
        <a:xfrm>
          <a:off x="0" y="0"/>
          <a:ext cx="0" cy="0"/>
          <a:chOff x="0" y="0"/>
          <a:chExt cx="0" cy="0"/>
        </a:xfrm>
      </p:grpSpPr>
      <p:sp>
        <p:nvSpPr>
          <p:cNvPr id="66" name="Slide Number"/>
          <p:cNvSpPr txBox="1">
            <a:spLocks noGrp="1"/>
          </p:cNvSpPr>
          <p:nvPr>
            <p:ph type="sldNum" sz="quarter" idx="2"/>
          </p:nvPr>
        </p:nvSpPr>
        <p:spPr>
          <a:prstGeom prst="rect">
            <a:avLst/>
          </a:prstGeom>
        </p:spPr>
        <p:txBody>
          <a:bodyPr/>
          <a:lstStyle>
            <a:lvl1pPr>
              <a:defRPr>
                <a:solidFill>
                  <a:srgbClr val="FDFAF2"/>
                </a:solidFill>
              </a:defRPr>
            </a:lvl1pPr>
          </a:lstStyle>
          <a:p>
            <a:fld id="{86CB4B4D-7CA3-9044-876B-883B54F8677D}" type="slidenum">
              <a:rPr lang="en-GB" smtClean="0"/>
              <a:pPr/>
              <a:t>‹#›</a:t>
            </a:fld>
            <a:endParaRPr lang="en-GB"/>
          </a:p>
        </p:txBody>
      </p:sp>
      <p:pic>
        <p:nvPicPr>
          <p:cNvPr id="15" name="CGC logo white.png" descr="CGC logo white.png">
            <a:extLst>
              <a:ext uri="{FF2B5EF4-FFF2-40B4-BE49-F238E27FC236}">
                <a16:creationId xmlns:a16="http://schemas.microsoft.com/office/drawing/2014/main" id="{D935F029-D9A4-B9A6-51F4-12FA11B2A4EA}"/>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285750" y="285750"/>
            <a:ext cx="1152091" cy="199818"/>
          </a:xfrm>
          <a:prstGeom prst="rect">
            <a:avLst/>
          </a:prstGeom>
          <a:ln w="12700">
            <a:miter lim="400000"/>
          </a:ln>
        </p:spPr>
      </p:pic>
      <p:grpSp>
        <p:nvGrpSpPr>
          <p:cNvPr id="7" name="Group">
            <a:extLst>
              <a:ext uri="{FF2B5EF4-FFF2-40B4-BE49-F238E27FC236}">
                <a16:creationId xmlns:a16="http://schemas.microsoft.com/office/drawing/2014/main" id="{1724632D-460E-0D0C-1426-B5761083A665}"/>
              </a:ext>
            </a:extLst>
          </p:cNvPr>
          <p:cNvGrpSpPr/>
          <p:nvPr/>
        </p:nvGrpSpPr>
        <p:grpSpPr>
          <a:xfrm>
            <a:off x="5505079" y="1894873"/>
            <a:ext cx="3329212" cy="2448654"/>
            <a:chOff x="0" y="0"/>
            <a:chExt cx="8877897" cy="6529740"/>
          </a:xfrm>
        </p:grpSpPr>
        <p:sp>
          <p:nvSpPr>
            <p:cNvPr id="9" name="Oval">
              <a:extLst>
                <a:ext uri="{FF2B5EF4-FFF2-40B4-BE49-F238E27FC236}">
                  <a16:creationId xmlns:a16="http://schemas.microsoft.com/office/drawing/2014/main" id="{37E80937-2F08-F001-DAD7-E7E2F4503E40}"/>
                </a:ext>
              </a:extLst>
            </p:cNvPr>
            <p:cNvSpPr/>
            <p:nvPr/>
          </p:nvSpPr>
          <p:spPr>
            <a:xfrm>
              <a:off x="3259869" y="-1"/>
              <a:ext cx="5618029" cy="6529742"/>
            </a:xfrm>
            <a:prstGeom prst="ellipse">
              <a:avLst/>
            </a:prstGeom>
            <a:solidFill>
              <a:srgbClr val="E7E69F"/>
            </a:solidFill>
            <a:ln w="12700" cap="flat">
              <a:noFill/>
              <a:miter lim="400000"/>
            </a:ln>
            <a:effectLst/>
          </p:spPr>
          <p:txBody>
            <a:bodyPr wrap="square" lIns="19050" tIns="19050" rIns="19050" bIns="19050" numCol="1" anchor="ctr">
              <a:noAutofit/>
            </a:bodyPr>
            <a:lstStyle/>
            <a:p>
              <a:pPr algn="ctr" defTabSz="309563">
                <a:lnSpc>
                  <a:spcPct val="120000"/>
                </a:lnSpc>
                <a:spcBef>
                  <a:spcPts val="0"/>
                </a:spcBef>
                <a:defRPr cap="all">
                  <a:solidFill>
                    <a:srgbClr val="FFFFFF"/>
                  </a:solidFill>
                  <a:latin typeface="Proxima Nova Extrabold"/>
                  <a:ea typeface="Proxima Nova Extrabold"/>
                  <a:cs typeface="Proxima Nova Extrabold"/>
                  <a:sym typeface="Proxima Nova Extrabold"/>
                </a:defRPr>
              </a:pPr>
              <a:endParaRPr sz="422"/>
            </a:p>
          </p:txBody>
        </p:sp>
        <p:sp>
          <p:nvSpPr>
            <p:cNvPr id="10" name="Rectangle">
              <a:extLst>
                <a:ext uri="{FF2B5EF4-FFF2-40B4-BE49-F238E27FC236}">
                  <a16:creationId xmlns:a16="http://schemas.microsoft.com/office/drawing/2014/main" id="{311DB79B-D896-562A-9776-75A163E88821}"/>
                </a:ext>
              </a:extLst>
            </p:cNvPr>
            <p:cNvSpPr/>
            <p:nvPr/>
          </p:nvSpPr>
          <p:spPr>
            <a:xfrm>
              <a:off x="0" y="0"/>
              <a:ext cx="6178466" cy="6529741"/>
            </a:xfrm>
            <a:prstGeom prst="rect">
              <a:avLst/>
            </a:prstGeom>
            <a:solidFill>
              <a:srgbClr val="E7E69F"/>
            </a:solidFill>
            <a:ln w="12700" cap="flat">
              <a:noFill/>
              <a:miter lim="400000"/>
            </a:ln>
            <a:effectLst/>
          </p:spPr>
          <p:txBody>
            <a:bodyPr wrap="square" lIns="19050" tIns="19050" rIns="19050" bIns="19050" numCol="1" anchor="ctr">
              <a:noAutofit/>
            </a:bodyPr>
            <a:lstStyle/>
            <a:p>
              <a:pPr algn="ctr" defTabSz="309563">
                <a:lnSpc>
                  <a:spcPct val="120000"/>
                </a:lnSpc>
                <a:spcBef>
                  <a:spcPts val="0"/>
                </a:spcBef>
                <a:defRPr cap="all">
                  <a:solidFill>
                    <a:srgbClr val="FFFFFF"/>
                  </a:solidFill>
                  <a:latin typeface="Proxima Nova Extrabold"/>
                  <a:ea typeface="Proxima Nova Extrabold"/>
                  <a:cs typeface="Proxima Nova Extrabold"/>
                  <a:sym typeface="Proxima Nova Extrabold"/>
                </a:defRPr>
              </a:pPr>
              <a:endParaRPr sz="422"/>
            </a:p>
          </p:txBody>
        </p:sp>
      </p:grpSp>
      <p:sp>
        <p:nvSpPr>
          <p:cNvPr id="23" name="Picture Placeholder 7">
            <a:extLst>
              <a:ext uri="{FF2B5EF4-FFF2-40B4-BE49-F238E27FC236}">
                <a16:creationId xmlns:a16="http://schemas.microsoft.com/office/drawing/2014/main" id="{879C9CCE-1706-1A0B-75B2-2FA437CCBA93}"/>
              </a:ext>
            </a:extLst>
          </p:cNvPr>
          <p:cNvSpPr>
            <a:spLocks noGrp="1"/>
          </p:cNvSpPr>
          <p:nvPr>
            <p:ph type="pic" sz="quarter" idx="14"/>
          </p:nvPr>
        </p:nvSpPr>
        <p:spPr>
          <a:xfrm>
            <a:off x="5796541" y="1241513"/>
            <a:ext cx="2244627" cy="2857668"/>
          </a:xfrm>
          <a:prstGeom prst="rect">
            <a:avLst/>
          </a:prstGeom>
          <a:effectLst>
            <a:softEdge rad="101600"/>
          </a:effectLst>
        </p:spPr>
        <p:txBody>
          <a:bodyPr/>
          <a:lstStyle/>
          <a:p>
            <a:endParaRPr lang="en-US"/>
          </a:p>
        </p:txBody>
      </p:sp>
      <p:sp>
        <p:nvSpPr>
          <p:cNvPr id="27" name="Text Placeholder 6">
            <a:extLst>
              <a:ext uri="{FF2B5EF4-FFF2-40B4-BE49-F238E27FC236}">
                <a16:creationId xmlns:a16="http://schemas.microsoft.com/office/drawing/2014/main" id="{636A2ABD-9208-DF7E-1325-5D7AE93DD5AF}"/>
              </a:ext>
            </a:extLst>
          </p:cNvPr>
          <p:cNvSpPr>
            <a:spLocks noGrp="1"/>
          </p:cNvSpPr>
          <p:nvPr>
            <p:ph type="body" sz="quarter" idx="61" hasCustomPrompt="1"/>
          </p:nvPr>
        </p:nvSpPr>
        <p:spPr>
          <a:xfrm>
            <a:off x="623278" y="1152260"/>
            <a:ext cx="4316609" cy="762933"/>
          </a:xfrm>
          <a:prstGeom prst="rect">
            <a:avLst/>
          </a:prstGeom>
        </p:spPr>
        <p:txBody>
          <a:bodyPr lIns="0" tIns="0" rIns="0" bIns="0" anchor="b">
            <a:noAutofit/>
          </a:bodyPr>
          <a:lstStyle>
            <a:lvl1pPr marL="0" indent="0">
              <a:lnSpc>
                <a:spcPct val="70000"/>
              </a:lnSpc>
              <a:buNone/>
              <a:defRPr sz="3750">
                <a:solidFill>
                  <a:schemeClr val="bg1"/>
                </a:solidFill>
                <a:latin typeface="+mj-lt"/>
              </a:defRPr>
            </a:lvl1pPr>
          </a:lstStyle>
          <a:p>
            <a:pPr lvl="0"/>
            <a:r>
              <a:rPr lang="en-US"/>
              <a:t>TITLE</a:t>
            </a:r>
          </a:p>
        </p:txBody>
      </p:sp>
      <p:sp>
        <p:nvSpPr>
          <p:cNvPr id="28" name="Text Placeholder 6">
            <a:extLst>
              <a:ext uri="{FF2B5EF4-FFF2-40B4-BE49-F238E27FC236}">
                <a16:creationId xmlns:a16="http://schemas.microsoft.com/office/drawing/2014/main" id="{88A6E011-62F1-CAA1-19DF-65800375A704}"/>
              </a:ext>
            </a:extLst>
          </p:cNvPr>
          <p:cNvSpPr>
            <a:spLocks noGrp="1"/>
          </p:cNvSpPr>
          <p:nvPr>
            <p:ph type="body" sz="quarter" idx="22" hasCustomPrompt="1"/>
          </p:nvPr>
        </p:nvSpPr>
        <p:spPr>
          <a:xfrm>
            <a:off x="621116" y="2098069"/>
            <a:ext cx="3920233" cy="230832"/>
          </a:xfrm>
          <a:prstGeom prst="rect">
            <a:avLst/>
          </a:prstGeom>
        </p:spPr>
        <p:txBody>
          <a:bodyPr lIns="0" tIns="0" rIns="0" bIns="0" anchor="b">
            <a:noAutofit/>
          </a:bodyPr>
          <a:lstStyle>
            <a:lvl1pPr marL="0" indent="0">
              <a:lnSpc>
                <a:spcPct val="70000"/>
              </a:lnSpc>
              <a:spcBef>
                <a:spcPts val="0"/>
              </a:spcBef>
              <a:buNone/>
              <a:defRPr sz="1200">
                <a:solidFill>
                  <a:schemeClr val="accent3"/>
                </a:solidFill>
                <a:latin typeface="+mj-lt"/>
              </a:defRPr>
            </a:lvl1pPr>
          </a:lstStyle>
          <a:p>
            <a:pPr lvl="0"/>
            <a:r>
              <a:rPr lang="en-US"/>
              <a:t>TITLE</a:t>
            </a:r>
          </a:p>
        </p:txBody>
      </p:sp>
      <p:sp>
        <p:nvSpPr>
          <p:cNvPr id="33" name="Text Placeholder 14">
            <a:extLst>
              <a:ext uri="{FF2B5EF4-FFF2-40B4-BE49-F238E27FC236}">
                <a16:creationId xmlns:a16="http://schemas.microsoft.com/office/drawing/2014/main" id="{273108AE-2BA1-C871-6193-DB85A891F1E3}"/>
              </a:ext>
            </a:extLst>
          </p:cNvPr>
          <p:cNvSpPr>
            <a:spLocks noGrp="1"/>
          </p:cNvSpPr>
          <p:nvPr>
            <p:ph type="body" sz="quarter" idx="23" hasCustomPrompt="1"/>
          </p:nvPr>
        </p:nvSpPr>
        <p:spPr>
          <a:xfrm>
            <a:off x="623312" y="2345610"/>
            <a:ext cx="3920234" cy="300083"/>
          </a:xfrm>
        </p:spPr>
        <p:txBody>
          <a:bodyPr lIns="0" tIns="0" rIns="0" bIns="0">
            <a:noAutofit/>
          </a:bodyPr>
          <a:lstStyle>
            <a:lvl1pPr marL="0" indent="0">
              <a:lnSpc>
                <a:spcPct val="90000"/>
              </a:lnSpc>
              <a:spcBef>
                <a:spcPts val="0"/>
              </a:spcBef>
              <a:buNone/>
              <a:defRPr sz="750">
                <a:solidFill>
                  <a:schemeClr val="bg1"/>
                </a:solidFill>
              </a:defRPr>
            </a:lvl1pPr>
          </a:lstStyle>
          <a:p>
            <a:pPr lvl="0"/>
            <a:r>
              <a:rPr lang="en-US"/>
              <a:t>Text</a:t>
            </a:r>
          </a:p>
        </p:txBody>
      </p:sp>
      <p:sp>
        <p:nvSpPr>
          <p:cNvPr id="25" name="Text Placeholder 6">
            <a:extLst>
              <a:ext uri="{FF2B5EF4-FFF2-40B4-BE49-F238E27FC236}">
                <a16:creationId xmlns:a16="http://schemas.microsoft.com/office/drawing/2014/main" id="{13AA9CA2-85C4-CF46-4C30-25F103EDB2EC}"/>
              </a:ext>
            </a:extLst>
          </p:cNvPr>
          <p:cNvSpPr>
            <a:spLocks noGrp="1"/>
          </p:cNvSpPr>
          <p:nvPr>
            <p:ph type="body" sz="quarter" idx="62" hasCustomPrompt="1"/>
          </p:nvPr>
        </p:nvSpPr>
        <p:spPr>
          <a:xfrm>
            <a:off x="621116" y="2585749"/>
            <a:ext cx="3920233" cy="230832"/>
          </a:xfrm>
          <a:prstGeom prst="rect">
            <a:avLst/>
          </a:prstGeom>
        </p:spPr>
        <p:txBody>
          <a:bodyPr lIns="0" tIns="0" rIns="0" bIns="0" anchor="b">
            <a:noAutofit/>
          </a:bodyPr>
          <a:lstStyle>
            <a:lvl1pPr marL="0" indent="0">
              <a:lnSpc>
                <a:spcPct val="70000"/>
              </a:lnSpc>
              <a:spcBef>
                <a:spcPts val="0"/>
              </a:spcBef>
              <a:buNone/>
              <a:defRPr sz="1200">
                <a:solidFill>
                  <a:schemeClr val="accent3"/>
                </a:solidFill>
                <a:latin typeface="+mj-lt"/>
              </a:defRPr>
            </a:lvl1pPr>
          </a:lstStyle>
          <a:p>
            <a:pPr lvl="0"/>
            <a:r>
              <a:rPr lang="en-US"/>
              <a:t>TITLE</a:t>
            </a:r>
          </a:p>
        </p:txBody>
      </p:sp>
      <p:sp>
        <p:nvSpPr>
          <p:cNvPr id="26" name="Text Placeholder 14">
            <a:extLst>
              <a:ext uri="{FF2B5EF4-FFF2-40B4-BE49-F238E27FC236}">
                <a16:creationId xmlns:a16="http://schemas.microsoft.com/office/drawing/2014/main" id="{052CF0BD-6B7B-6AC7-E2A6-A1D600E6C907}"/>
              </a:ext>
            </a:extLst>
          </p:cNvPr>
          <p:cNvSpPr>
            <a:spLocks noGrp="1"/>
          </p:cNvSpPr>
          <p:nvPr>
            <p:ph type="body" sz="quarter" idx="63" hasCustomPrompt="1"/>
          </p:nvPr>
        </p:nvSpPr>
        <p:spPr>
          <a:xfrm>
            <a:off x="623312" y="2833290"/>
            <a:ext cx="3920234" cy="300083"/>
          </a:xfrm>
        </p:spPr>
        <p:txBody>
          <a:bodyPr lIns="0" tIns="0" rIns="0" bIns="0">
            <a:noAutofit/>
          </a:bodyPr>
          <a:lstStyle>
            <a:lvl1pPr marL="0" indent="0">
              <a:lnSpc>
                <a:spcPct val="90000"/>
              </a:lnSpc>
              <a:spcBef>
                <a:spcPts val="0"/>
              </a:spcBef>
              <a:buNone/>
              <a:defRPr sz="750">
                <a:solidFill>
                  <a:schemeClr val="bg1"/>
                </a:solidFill>
              </a:defRPr>
            </a:lvl1pPr>
          </a:lstStyle>
          <a:p>
            <a:pPr lvl="0"/>
            <a:r>
              <a:rPr lang="en-US"/>
              <a:t>Text</a:t>
            </a:r>
          </a:p>
        </p:txBody>
      </p:sp>
      <p:sp>
        <p:nvSpPr>
          <p:cNvPr id="29" name="Text Placeholder 6">
            <a:extLst>
              <a:ext uri="{FF2B5EF4-FFF2-40B4-BE49-F238E27FC236}">
                <a16:creationId xmlns:a16="http://schemas.microsoft.com/office/drawing/2014/main" id="{8005BD20-98E8-28E7-5515-95C8E5A116EE}"/>
              </a:ext>
            </a:extLst>
          </p:cNvPr>
          <p:cNvSpPr>
            <a:spLocks noGrp="1"/>
          </p:cNvSpPr>
          <p:nvPr>
            <p:ph type="body" sz="quarter" idx="64" hasCustomPrompt="1"/>
          </p:nvPr>
        </p:nvSpPr>
        <p:spPr>
          <a:xfrm>
            <a:off x="621116" y="3087200"/>
            <a:ext cx="3920233" cy="230832"/>
          </a:xfrm>
          <a:prstGeom prst="rect">
            <a:avLst/>
          </a:prstGeom>
        </p:spPr>
        <p:txBody>
          <a:bodyPr lIns="0" tIns="0" rIns="0" bIns="0" anchor="b">
            <a:noAutofit/>
          </a:bodyPr>
          <a:lstStyle>
            <a:lvl1pPr marL="0" indent="0">
              <a:lnSpc>
                <a:spcPct val="70000"/>
              </a:lnSpc>
              <a:spcBef>
                <a:spcPts val="0"/>
              </a:spcBef>
              <a:buNone/>
              <a:defRPr sz="1200">
                <a:solidFill>
                  <a:schemeClr val="accent3"/>
                </a:solidFill>
                <a:latin typeface="+mj-lt"/>
              </a:defRPr>
            </a:lvl1pPr>
          </a:lstStyle>
          <a:p>
            <a:pPr lvl="0"/>
            <a:r>
              <a:rPr lang="en-US"/>
              <a:t>TITLE</a:t>
            </a:r>
          </a:p>
        </p:txBody>
      </p:sp>
      <p:sp>
        <p:nvSpPr>
          <p:cNvPr id="30" name="Text Placeholder 14">
            <a:extLst>
              <a:ext uri="{FF2B5EF4-FFF2-40B4-BE49-F238E27FC236}">
                <a16:creationId xmlns:a16="http://schemas.microsoft.com/office/drawing/2014/main" id="{E1ADACA2-5606-3D09-26D1-AD63C87185F1}"/>
              </a:ext>
            </a:extLst>
          </p:cNvPr>
          <p:cNvSpPr>
            <a:spLocks noGrp="1"/>
          </p:cNvSpPr>
          <p:nvPr>
            <p:ph type="body" sz="quarter" idx="65" hasCustomPrompt="1"/>
          </p:nvPr>
        </p:nvSpPr>
        <p:spPr>
          <a:xfrm>
            <a:off x="623312" y="3334741"/>
            <a:ext cx="3920234" cy="300083"/>
          </a:xfrm>
        </p:spPr>
        <p:txBody>
          <a:bodyPr lIns="0" tIns="0" rIns="0" bIns="0">
            <a:noAutofit/>
          </a:bodyPr>
          <a:lstStyle>
            <a:lvl1pPr marL="0" indent="0">
              <a:lnSpc>
                <a:spcPct val="90000"/>
              </a:lnSpc>
              <a:spcBef>
                <a:spcPts val="0"/>
              </a:spcBef>
              <a:buNone/>
              <a:defRPr sz="750">
                <a:solidFill>
                  <a:schemeClr val="bg1"/>
                </a:solidFill>
              </a:defRPr>
            </a:lvl1pPr>
          </a:lstStyle>
          <a:p>
            <a:pPr lvl="0"/>
            <a:r>
              <a:rPr lang="en-US"/>
              <a:t>Text</a:t>
            </a:r>
          </a:p>
        </p:txBody>
      </p:sp>
      <p:sp>
        <p:nvSpPr>
          <p:cNvPr id="31" name="Text Placeholder 6">
            <a:extLst>
              <a:ext uri="{FF2B5EF4-FFF2-40B4-BE49-F238E27FC236}">
                <a16:creationId xmlns:a16="http://schemas.microsoft.com/office/drawing/2014/main" id="{7DFAA9F0-05FF-8E6B-BBFB-344F7CE7E0F1}"/>
              </a:ext>
            </a:extLst>
          </p:cNvPr>
          <p:cNvSpPr>
            <a:spLocks noGrp="1"/>
          </p:cNvSpPr>
          <p:nvPr>
            <p:ph type="body" sz="quarter" idx="66" hasCustomPrompt="1"/>
          </p:nvPr>
        </p:nvSpPr>
        <p:spPr>
          <a:xfrm>
            <a:off x="621116" y="3574880"/>
            <a:ext cx="3920233" cy="230832"/>
          </a:xfrm>
          <a:prstGeom prst="rect">
            <a:avLst/>
          </a:prstGeom>
        </p:spPr>
        <p:txBody>
          <a:bodyPr lIns="0" tIns="0" rIns="0" bIns="0" anchor="b">
            <a:noAutofit/>
          </a:bodyPr>
          <a:lstStyle>
            <a:lvl1pPr marL="0" indent="0">
              <a:lnSpc>
                <a:spcPct val="70000"/>
              </a:lnSpc>
              <a:spcBef>
                <a:spcPts val="0"/>
              </a:spcBef>
              <a:buNone/>
              <a:defRPr sz="1200">
                <a:solidFill>
                  <a:schemeClr val="accent3"/>
                </a:solidFill>
                <a:latin typeface="+mj-lt"/>
              </a:defRPr>
            </a:lvl1pPr>
          </a:lstStyle>
          <a:p>
            <a:pPr lvl="0"/>
            <a:r>
              <a:rPr lang="en-US"/>
              <a:t>TITLE</a:t>
            </a:r>
          </a:p>
        </p:txBody>
      </p:sp>
      <p:sp>
        <p:nvSpPr>
          <p:cNvPr id="32" name="Text Placeholder 14">
            <a:extLst>
              <a:ext uri="{FF2B5EF4-FFF2-40B4-BE49-F238E27FC236}">
                <a16:creationId xmlns:a16="http://schemas.microsoft.com/office/drawing/2014/main" id="{7F6E63CC-534B-C9BA-29C2-2BE6FDF49BC6}"/>
              </a:ext>
            </a:extLst>
          </p:cNvPr>
          <p:cNvSpPr>
            <a:spLocks noGrp="1"/>
          </p:cNvSpPr>
          <p:nvPr>
            <p:ph type="body" sz="quarter" idx="67" hasCustomPrompt="1"/>
          </p:nvPr>
        </p:nvSpPr>
        <p:spPr>
          <a:xfrm>
            <a:off x="623312" y="3822421"/>
            <a:ext cx="3920234" cy="300083"/>
          </a:xfrm>
        </p:spPr>
        <p:txBody>
          <a:bodyPr lIns="0" tIns="0" rIns="0" bIns="0">
            <a:noAutofit/>
          </a:bodyPr>
          <a:lstStyle>
            <a:lvl1pPr marL="0" indent="0">
              <a:lnSpc>
                <a:spcPct val="90000"/>
              </a:lnSpc>
              <a:spcBef>
                <a:spcPts val="0"/>
              </a:spcBef>
              <a:buNone/>
              <a:defRPr sz="750">
                <a:solidFill>
                  <a:schemeClr val="bg1"/>
                </a:solidFill>
              </a:defRPr>
            </a:lvl1pPr>
          </a:lstStyle>
          <a:p>
            <a:pPr lvl="0"/>
            <a:r>
              <a:rPr lang="en-US"/>
              <a:t>Text</a:t>
            </a:r>
          </a:p>
        </p:txBody>
      </p:sp>
    </p:spTree>
    <p:extLst>
      <p:ext uri="{BB962C8B-B14F-4D97-AF65-F5344CB8AC3E}">
        <p14:creationId xmlns:p14="http://schemas.microsoft.com/office/powerpoint/2010/main" val="3956362267"/>
      </p:ext>
    </p:extLst>
  </p:cSld>
  <p:clrMapOvr>
    <a:masterClrMapping/>
  </p:clrMapOvr>
  <p:transition spd="med"/>
</p:sldLayout>
</file>

<file path=ppt/slideLayouts/slideLayout121.xml><?xml version="1.0" encoding="utf-8"?>
<p:sldLayout xmlns:a="http://schemas.openxmlformats.org/drawingml/2006/main" xmlns:r="http://schemas.openxmlformats.org/officeDocument/2006/relationships" xmlns:p="http://schemas.openxmlformats.org/presentationml/2006/main" showMasterSp="0" preserve="1" userDrawn="1">
  <p:cSld name="Image &amp; content subhead - light">
    <p:bg>
      <p:bgPr>
        <a:solidFill>
          <a:srgbClr val="FDFAF2"/>
        </a:solidFill>
        <a:effectLst/>
      </p:bgPr>
    </p:bg>
    <p:spTree>
      <p:nvGrpSpPr>
        <p:cNvPr id="1" name=""/>
        <p:cNvGrpSpPr/>
        <p:nvPr/>
      </p:nvGrpSpPr>
      <p:grpSpPr>
        <a:xfrm>
          <a:off x="0" y="0"/>
          <a:ext cx="0" cy="0"/>
          <a:chOff x="0" y="0"/>
          <a:chExt cx="0" cy="0"/>
        </a:xfrm>
      </p:grpSpPr>
      <p:sp>
        <p:nvSpPr>
          <p:cNvPr id="66" name="Slide Number"/>
          <p:cNvSpPr txBox="1">
            <a:spLocks noGrp="1"/>
          </p:cNvSpPr>
          <p:nvPr>
            <p:ph type="sldNum" sz="quarter" idx="2"/>
          </p:nvPr>
        </p:nvSpPr>
        <p:spPr>
          <a:prstGeom prst="rect">
            <a:avLst/>
          </a:prstGeom>
        </p:spPr>
        <p:txBody>
          <a:bodyPr/>
          <a:lstStyle/>
          <a:p>
            <a:fld id="{86CB4B4D-7CA3-9044-876B-883B54F8677D}" type="slidenum">
              <a:t>‹#›</a:t>
            </a:fld>
            <a:endParaRPr/>
          </a:p>
        </p:txBody>
      </p:sp>
      <p:pic>
        <p:nvPicPr>
          <p:cNvPr id="2" name="Rectangle 355-5.svg" descr="Rectangle 355-5.svg">
            <a:extLst>
              <a:ext uri="{FF2B5EF4-FFF2-40B4-BE49-F238E27FC236}">
                <a16:creationId xmlns:a16="http://schemas.microsoft.com/office/drawing/2014/main" id="{C4E3825D-EABB-6EC8-4FE7-F18BFD661605}"/>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5860083" y="1655732"/>
            <a:ext cx="2945392" cy="2945392"/>
          </a:xfrm>
          <a:prstGeom prst="rect">
            <a:avLst/>
          </a:prstGeom>
          <a:ln w="12700">
            <a:miter lim="400000"/>
          </a:ln>
        </p:spPr>
      </p:pic>
      <p:sp>
        <p:nvSpPr>
          <p:cNvPr id="5" name="Picture Placeholder 7">
            <a:extLst>
              <a:ext uri="{FF2B5EF4-FFF2-40B4-BE49-F238E27FC236}">
                <a16:creationId xmlns:a16="http://schemas.microsoft.com/office/drawing/2014/main" id="{7EBBE9B9-FAC3-0BF1-1E1E-0BFB45DFA4AE}"/>
              </a:ext>
            </a:extLst>
          </p:cNvPr>
          <p:cNvSpPr>
            <a:spLocks noGrp="1"/>
          </p:cNvSpPr>
          <p:nvPr>
            <p:ph type="pic" sz="quarter" idx="14"/>
          </p:nvPr>
        </p:nvSpPr>
        <p:spPr>
          <a:xfrm>
            <a:off x="5636492" y="717853"/>
            <a:ext cx="2244627" cy="2857668"/>
          </a:xfrm>
          <a:prstGeom prst="rect">
            <a:avLst/>
          </a:prstGeom>
          <a:effectLst>
            <a:softEdge rad="101600"/>
          </a:effectLst>
        </p:spPr>
        <p:txBody>
          <a:bodyPr/>
          <a:lstStyle/>
          <a:p>
            <a:endParaRPr lang="en-US"/>
          </a:p>
        </p:txBody>
      </p:sp>
      <p:pic>
        <p:nvPicPr>
          <p:cNvPr id="6" name="CGC logo.png" descr="CGC logo.png">
            <a:extLst>
              <a:ext uri="{FF2B5EF4-FFF2-40B4-BE49-F238E27FC236}">
                <a16:creationId xmlns:a16="http://schemas.microsoft.com/office/drawing/2014/main" id="{8E229C55-3C67-8726-DECB-2DD544A825B0}"/>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285750" y="285750"/>
            <a:ext cx="1152525" cy="199894"/>
          </a:xfrm>
          <a:prstGeom prst="rect">
            <a:avLst/>
          </a:prstGeom>
          <a:ln w="12700">
            <a:miter lim="400000"/>
          </a:ln>
        </p:spPr>
      </p:pic>
      <p:sp>
        <p:nvSpPr>
          <p:cNvPr id="3" name="Text Placeholder 6">
            <a:extLst>
              <a:ext uri="{FF2B5EF4-FFF2-40B4-BE49-F238E27FC236}">
                <a16:creationId xmlns:a16="http://schemas.microsoft.com/office/drawing/2014/main" id="{D5EDD3C7-1583-F7D5-D855-01AA51983BD3}"/>
              </a:ext>
            </a:extLst>
          </p:cNvPr>
          <p:cNvSpPr>
            <a:spLocks noGrp="1"/>
          </p:cNvSpPr>
          <p:nvPr>
            <p:ph type="body" sz="quarter" idx="61" hasCustomPrompt="1"/>
          </p:nvPr>
        </p:nvSpPr>
        <p:spPr>
          <a:xfrm>
            <a:off x="623278" y="1152260"/>
            <a:ext cx="4316609" cy="762933"/>
          </a:xfrm>
          <a:prstGeom prst="rect">
            <a:avLst/>
          </a:prstGeom>
        </p:spPr>
        <p:txBody>
          <a:bodyPr lIns="0" tIns="0" rIns="0" bIns="0" anchor="b">
            <a:noAutofit/>
          </a:bodyPr>
          <a:lstStyle>
            <a:lvl1pPr marL="0" indent="0">
              <a:lnSpc>
                <a:spcPct val="70000"/>
              </a:lnSpc>
              <a:buNone/>
              <a:defRPr sz="3750">
                <a:solidFill>
                  <a:schemeClr val="tx1"/>
                </a:solidFill>
                <a:latin typeface="+mj-lt"/>
              </a:defRPr>
            </a:lvl1pPr>
          </a:lstStyle>
          <a:p>
            <a:pPr lvl="0"/>
            <a:r>
              <a:rPr lang="en-US"/>
              <a:t>TITLE</a:t>
            </a:r>
          </a:p>
        </p:txBody>
      </p:sp>
      <p:sp>
        <p:nvSpPr>
          <p:cNvPr id="4" name="Text Placeholder 6">
            <a:extLst>
              <a:ext uri="{FF2B5EF4-FFF2-40B4-BE49-F238E27FC236}">
                <a16:creationId xmlns:a16="http://schemas.microsoft.com/office/drawing/2014/main" id="{8ED074F3-BC0D-3134-5C34-FD221D3B31B1}"/>
              </a:ext>
            </a:extLst>
          </p:cNvPr>
          <p:cNvSpPr>
            <a:spLocks noGrp="1"/>
          </p:cNvSpPr>
          <p:nvPr>
            <p:ph type="body" sz="quarter" idx="22" hasCustomPrompt="1"/>
          </p:nvPr>
        </p:nvSpPr>
        <p:spPr>
          <a:xfrm>
            <a:off x="621116" y="2098069"/>
            <a:ext cx="3920233" cy="230832"/>
          </a:xfrm>
          <a:prstGeom prst="rect">
            <a:avLst/>
          </a:prstGeom>
        </p:spPr>
        <p:txBody>
          <a:bodyPr lIns="0" tIns="0" rIns="0" bIns="0" anchor="b">
            <a:noAutofit/>
          </a:bodyPr>
          <a:lstStyle>
            <a:lvl1pPr marL="0" indent="0">
              <a:lnSpc>
                <a:spcPct val="70000"/>
              </a:lnSpc>
              <a:spcBef>
                <a:spcPts val="0"/>
              </a:spcBef>
              <a:buNone/>
              <a:defRPr sz="1200">
                <a:solidFill>
                  <a:schemeClr val="tx1"/>
                </a:solidFill>
                <a:latin typeface="+mj-lt"/>
              </a:defRPr>
            </a:lvl1pPr>
          </a:lstStyle>
          <a:p>
            <a:pPr lvl="0"/>
            <a:r>
              <a:rPr lang="en-US"/>
              <a:t>TITLE</a:t>
            </a:r>
          </a:p>
        </p:txBody>
      </p:sp>
      <p:sp>
        <p:nvSpPr>
          <p:cNvPr id="7" name="Text Placeholder 14">
            <a:extLst>
              <a:ext uri="{FF2B5EF4-FFF2-40B4-BE49-F238E27FC236}">
                <a16:creationId xmlns:a16="http://schemas.microsoft.com/office/drawing/2014/main" id="{3C063E6F-F90C-5574-C1F4-16DC7E3135D9}"/>
              </a:ext>
            </a:extLst>
          </p:cNvPr>
          <p:cNvSpPr>
            <a:spLocks noGrp="1"/>
          </p:cNvSpPr>
          <p:nvPr>
            <p:ph type="body" sz="quarter" idx="23" hasCustomPrompt="1"/>
          </p:nvPr>
        </p:nvSpPr>
        <p:spPr>
          <a:xfrm>
            <a:off x="623312" y="2345610"/>
            <a:ext cx="3920234" cy="300083"/>
          </a:xfrm>
        </p:spPr>
        <p:txBody>
          <a:bodyPr lIns="0" tIns="0" rIns="0" bIns="0">
            <a:noAutofit/>
          </a:bodyPr>
          <a:lstStyle>
            <a:lvl1pPr marL="0" indent="0">
              <a:lnSpc>
                <a:spcPct val="90000"/>
              </a:lnSpc>
              <a:spcBef>
                <a:spcPts val="0"/>
              </a:spcBef>
              <a:buNone/>
              <a:defRPr sz="750">
                <a:solidFill>
                  <a:schemeClr val="tx1"/>
                </a:solidFill>
              </a:defRPr>
            </a:lvl1pPr>
          </a:lstStyle>
          <a:p>
            <a:pPr lvl="0"/>
            <a:r>
              <a:rPr lang="en-US"/>
              <a:t>Text</a:t>
            </a:r>
          </a:p>
        </p:txBody>
      </p:sp>
      <p:sp>
        <p:nvSpPr>
          <p:cNvPr id="8" name="Text Placeholder 6">
            <a:extLst>
              <a:ext uri="{FF2B5EF4-FFF2-40B4-BE49-F238E27FC236}">
                <a16:creationId xmlns:a16="http://schemas.microsoft.com/office/drawing/2014/main" id="{5EBDA438-344A-8A57-8C9A-1A8A94696BC5}"/>
              </a:ext>
            </a:extLst>
          </p:cNvPr>
          <p:cNvSpPr>
            <a:spLocks noGrp="1"/>
          </p:cNvSpPr>
          <p:nvPr>
            <p:ph type="body" sz="quarter" idx="62" hasCustomPrompt="1"/>
          </p:nvPr>
        </p:nvSpPr>
        <p:spPr>
          <a:xfrm>
            <a:off x="621116" y="2585749"/>
            <a:ext cx="3920233" cy="230832"/>
          </a:xfrm>
          <a:prstGeom prst="rect">
            <a:avLst/>
          </a:prstGeom>
        </p:spPr>
        <p:txBody>
          <a:bodyPr lIns="0" tIns="0" rIns="0" bIns="0" anchor="b">
            <a:noAutofit/>
          </a:bodyPr>
          <a:lstStyle>
            <a:lvl1pPr marL="0" indent="0">
              <a:lnSpc>
                <a:spcPct val="70000"/>
              </a:lnSpc>
              <a:spcBef>
                <a:spcPts val="0"/>
              </a:spcBef>
              <a:buNone/>
              <a:defRPr sz="1200">
                <a:solidFill>
                  <a:schemeClr val="tx1"/>
                </a:solidFill>
                <a:latin typeface="+mj-lt"/>
              </a:defRPr>
            </a:lvl1pPr>
          </a:lstStyle>
          <a:p>
            <a:pPr lvl="0"/>
            <a:r>
              <a:rPr lang="en-US"/>
              <a:t>TITLE</a:t>
            </a:r>
          </a:p>
        </p:txBody>
      </p:sp>
      <p:sp>
        <p:nvSpPr>
          <p:cNvPr id="9" name="Text Placeholder 14">
            <a:extLst>
              <a:ext uri="{FF2B5EF4-FFF2-40B4-BE49-F238E27FC236}">
                <a16:creationId xmlns:a16="http://schemas.microsoft.com/office/drawing/2014/main" id="{4FDDB662-D984-B0DD-0FE0-902D03025E0A}"/>
              </a:ext>
            </a:extLst>
          </p:cNvPr>
          <p:cNvSpPr>
            <a:spLocks noGrp="1"/>
          </p:cNvSpPr>
          <p:nvPr>
            <p:ph type="body" sz="quarter" idx="63" hasCustomPrompt="1"/>
          </p:nvPr>
        </p:nvSpPr>
        <p:spPr>
          <a:xfrm>
            <a:off x="623312" y="2833290"/>
            <a:ext cx="3920234" cy="300083"/>
          </a:xfrm>
        </p:spPr>
        <p:txBody>
          <a:bodyPr lIns="0" tIns="0" rIns="0" bIns="0">
            <a:noAutofit/>
          </a:bodyPr>
          <a:lstStyle>
            <a:lvl1pPr marL="0" indent="0">
              <a:lnSpc>
                <a:spcPct val="90000"/>
              </a:lnSpc>
              <a:spcBef>
                <a:spcPts val="0"/>
              </a:spcBef>
              <a:buNone/>
              <a:defRPr sz="750">
                <a:solidFill>
                  <a:schemeClr val="tx1"/>
                </a:solidFill>
              </a:defRPr>
            </a:lvl1pPr>
          </a:lstStyle>
          <a:p>
            <a:pPr lvl="0"/>
            <a:r>
              <a:rPr lang="en-US"/>
              <a:t>Text</a:t>
            </a:r>
          </a:p>
        </p:txBody>
      </p:sp>
      <p:sp>
        <p:nvSpPr>
          <p:cNvPr id="10" name="Text Placeholder 6">
            <a:extLst>
              <a:ext uri="{FF2B5EF4-FFF2-40B4-BE49-F238E27FC236}">
                <a16:creationId xmlns:a16="http://schemas.microsoft.com/office/drawing/2014/main" id="{AC6A2694-95CF-1CC4-93F6-EDE867949387}"/>
              </a:ext>
            </a:extLst>
          </p:cNvPr>
          <p:cNvSpPr>
            <a:spLocks noGrp="1"/>
          </p:cNvSpPr>
          <p:nvPr>
            <p:ph type="body" sz="quarter" idx="64" hasCustomPrompt="1"/>
          </p:nvPr>
        </p:nvSpPr>
        <p:spPr>
          <a:xfrm>
            <a:off x="621116" y="3087200"/>
            <a:ext cx="3920233" cy="230832"/>
          </a:xfrm>
          <a:prstGeom prst="rect">
            <a:avLst/>
          </a:prstGeom>
        </p:spPr>
        <p:txBody>
          <a:bodyPr lIns="0" tIns="0" rIns="0" bIns="0" anchor="b">
            <a:noAutofit/>
          </a:bodyPr>
          <a:lstStyle>
            <a:lvl1pPr marL="0" indent="0">
              <a:lnSpc>
                <a:spcPct val="70000"/>
              </a:lnSpc>
              <a:spcBef>
                <a:spcPts val="0"/>
              </a:spcBef>
              <a:buNone/>
              <a:defRPr sz="1200">
                <a:solidFill>
                  <a:schemeClr val="tx1"/>
                </a:solidFill>
                <a:latin typeface="+mj-lt"/>
              </a:defRPr>
            </a:lvl1pPr>
          </a:lstStyle>
          <a:p>
            <a:pPr lvl="0"/>
            <a:r>
              <a:rPr lang="en-US"/>
              <a:t>TITLE</a:t>
            </a:r>
          </a:p>
        </p:txBody>
      </p:sp>
      <p:sp>
        <p:nvSpPr>
          <p:cNvPr id="11" name="Text Placeholder 14">
            <a:extLst>
              <a:ext uri="{FF2B5EF4-FFF2-40B4-BE49-F238E27FC236}">
                <a16:creationId xmlns:a16="http://schemas.microsoft.com/office/drawing/2014/main" id="{0A67D22A-5C72-D0EE-B97D-0021C8C15837}"/>
              </a:ext>
            </a:extLst>
          </p:cNvPr>
          <p:cNvSpPr>
            <a:spLocks noGrp="1"/>
          </p:cNvSpPr>
          <p:nvPr>
            <p:ph type="body" sz="quarter" idx="65" hasCustomPrompt="1"/>
          </p:nvPr>
        </p:nvSpPr>
        <p:spPr>
          <a:xfrm>
            <a:off x="623312" y="3334741"/>
            <a:ext cx="3920234" cy="300083"/>
          </a:xfrm>
        </p:spPr>
        <p:txBody>
          <a:bodyPr lIns="0" tIns="0" rIns="0" bIns="0">
            <a:noAutofit/>
          </a:bodyPr>
          <a:lstStyle>
            <a:lvl1pPr marL="0" indent="0">
              <a:lnSpc>
                <a:spcPct val="90000"/>
              </a:lnSpc>
              <a:spcBef>
                <a:spcPts val="0"/>
              </a:spcBef>
              <a:buNone/>
              <a:defRPr sz="750">
                <a:solidFill>
                  <a:schemeClr val="tx1"/>
                </a:solidFill>
              </a:defRPr>
            </a:lvl1pPr>
          </a:lstStyle>
          <a:p>
            <a:pPr lvl="0"/>
            <a:r>
              <a:rPr lang="en-US"/>
              <a:t>Text</a:t>
            </a:r>
          </a:p>
        </p:txBody>
      </p:sp>
      <p:sp>
        <p:nvSpPr>
          <p:cNvPr id="12" name="Text Placeholder 6">
            <a:extLst>
              <a:ext uri="{FF2B5EF4-FFF2-40B4-BE49-F238E27FC236}">
                <a16:creationId xmlns:a16="http://schemas.microsoft.com/office/drawing/2014/main" id="{FDF68B82-F614-D00C-305C-A24E84B3C396}"/>
              </a:ext>
            </a:extLst>
          </p:cNvPr>
          <p:cNvSpPr>
            <a:spLocks noGrp="1"/>
          </p:cNvSpPr>
          <p:nvPr>
            <p:ph type="body" sz="quarter" idx="66" hasCustomPrompt="1"/>
          </p:nvPr>
        </p:nvSpPr>
        <p:spPr>
          <a:xfrm>
            <a:off x="621116" y="3574880"/>
            <a:ext cx="3920233" cy="230832"/>
          </a:xfrm>
          <a:prstGeom prst="rect">
            <a:avLst/>
          </a:prstGeom>
        </p:spPr>
        <p:txBody>
          <a:bodyPr lIns="0" tIns="0" rIns="0" bIns="0" anchor="b">
            <a:noAutofit/>
          </a:bodyPr>
          <a:lstStyle>
            <a:lvl1pPr marL="0" indent="0">
              <a:lnSpc>
                <a:spcPct val="70000"/>
              </a:lnSpc>
              <a:spcBef>
                <a:spcPts val="0"/>
              </a:spcBef>
              <a:buNone/>
              <a:defRPr sz="1200">
                <a:solidFill>
                  <a:schemeClr val="tx1"/>
                </a:solidFill>
                <a:latin typeface="+mj-lt"/>
              </a:defRPr>
            </a:lvl1pPr>
          </a:lstStyle>
          <a:p>
            <a:pPr lvl="0"/>
            <a:r>
              <a:rPr lang="en-US"/>
              <a:t>TITLE</a:t>
            </a:r>
          </a:p>
        </p:txBody>
      </p:sp>
      <p:sp>
        <p:nvSpPr>
          <p:cNvPr id="13" name="Text Placeholder 14">
            <a:extLst>
              <a:ext uri="{FF2B5EF4-FFF2-40B4-BE49-F238E27FC236}">
                <a16:creationId xmlns:a16="http://schemas.microsoft.com/office/drawing/2014/main" id="{4FB453FB-B63F-D81D-9413-8C88D1162E61}"/>
              </a:ext>
            </a:extLst>
          </p:cNvPr>
          <p:cNvSpPr>
            <a:spLocks noGrp="1"/>
          </p:cNvSpPr>
          <p:nvPr>
            <p:ph type="body" sz="quarter" idx="67" hasCustomPrompt="1"/>
          </p:nvPr>
        </p:nvSpPr>
        <p:spPr>
          <a:xfrm>
            <a:off x="623312" y="3822421"/>
            <a:ext cx="3920234" cy="300083"/>
          </a:xfrm>
        </p:spPr>
        <p:txBody>
          <a:bodyPr lIns="0" tIns="0" rIns="0" bIns="0">
            <a:noAutofit/>
          </a:bodyPr>
          <a:lstStyle>
            <a:lvl1pPr marL="0" indent="0">
              <a:lnSpc>
                <a:spcPct val="90000"/>
              </a:lnSpc>
              <a:spcBef>
                <a:spcPts val="0"/>
              </a:spcBef>
              <a:buNone/>
              <a:defRPr sz="750">
                <a:solidFill>
                  <a:schemeClr val="tx1"/>
                </a:solidFill>
              </a:defRPr>
            </a:lvl1pPr>
          </a:lstStyle>
          <a:p>
            <a:pPr lvl="0"/>
            <a:r>
              <a:rPr lang="en-US"/>
              <a:t>Text</a:t>
            </a:r>
          </a:p>
        </p:txBody>
      </p:sp>
    </p:spTree>
    <p:extLst>
      <p:ext uri="{BB962C8B-B14F-4D97-AF65-F5344CB8AC3E}">
        <p14:creationId xmlns:p14="http://schemas.microsoft.com/office/powerpoint/2010/main" val="1858423822"/>
      </p:ext>
    </p:extLst>
  </p:cSld>
  <p:clrMapOvr>
    <a:masterClrMapping/>
  </p:clrMapOvr>
  <p:transition spd="med"/>
</p:sldLayout>
</file>

<file path=ppt/slideLayouts/slideLayout122.xml><?xml version="1.0" encoding="utf-8"?>
<p:sldLayout xmlns:a="http://schemas.openxmlformats.org/drawingml/2006/main" xmlns:r="http://schemas.openxmlformats.org/officeDocument/2006/relationships" xmlns:p="http://schemas.openxmlformats.org/presentationml/2006/main" showMasterSp="0" preserve="1" userDrawn="1">
  <p:cSld name="Infographic title, text, timeline - light">
    <p:bg>
      <p:bgPr>
        <a:solidFill>
          <a:srgbClr val="FDFAF2"/>
        </a:solidFill>
        <a:effectLst/>
      </p:bgPr>
    </p:bg>
    <p:spTree>
      <p:nvGrpSpPr>
        <p:cNvPr id="1" name=""/>
        <p:cNvGrpSpPr/>
        <p:nvPr/>
      </p:nvGrpSpPr>
      <p:grpSpPr>
        <a:xfrm>
          <a:off x="0" y="0"/>
          <a:ext cx="0" cy="0"/>
          <a:chOff x="0" y="0"/>
          <a:chExt cx="0" cy="0"/>
        </a:xfrm>
      </p:grpSpPr>
      <p:cxnSp>
        <p:nvCxnSpPr>
          <p:cNvPr id="26" name="Straight Connector 25">
            <a:extLst>
              <a:ext uri="{FF2B5EF4-FFF2-40B4-BE49-F238E27FC236}">
                <a16:creationId xmlns:a16="http://schemas.microsoft.com/office/drawing/2014/main" id="{DAC565EA-D3CC-495A-2239-9B80749A071C}"/>
              </a:ext>
            </a:extLst>
          </p:cNvPr>
          <p:cNvCxnSpPr>
            <a:cxnSpLocks/>
          </p:cNvCxnSpPr>
          <p:nvPr userDrawn="1"/>
        </p:nvCxnSpPr>
        <p:spPr>
          <a:xfrm>
            <a:off x="940449" y="3135794"/>
            <a:ext cx="7241701" cy="0"/>
          </a:xfrm>
          <a:prstGeom prst="line">
            <a:avLst/>
          </a:prstGeom>
          <a:noFill/>
          <a:ln w="12700" cap="flat">
            <a:solidFill>
              <a:srgbClr val="0F2240">
                <a:alpha val="40000"/>
              </a:srgbClr>
            </a:solidFill>
            <a:prstDash val="solid"/>
            <a:miter lim="400000"/>
          </a:ln>
          <a:effectLst/>
          <a:sp3d/>
        </p:spPr>
        <p:style>
          <a:lnRef idx="0">
            <a:scrgbClr r="0" g="0" b="0"/>
          </a:lnRef>
          <a:fillRef idx="0">
            <a:scrgbClr r="0" g="0" b="0"/>
          </a:fillRef>
          <a:effectRef idx="0">
            <a:scrgbClr r="0" g="0" b="0"/>
          </a:effectRef>
          <a:fontRef idx="none"/>
        </p:style>
      </p:cxnSp>
      <p:pic>
        <p:nvPicPr>
          <p:cNvPr id="65" name="CGC logo.png" descr="CGC logo.png"/>
          <p:cNvPicPr>
            <a:picLocks noChangeAspect="1"/>
          </p:cNvPicPr>
          <p:nvPr/>
        </p:nvPicPr>
        <p:blipFill>
          <a:blip r:embed="rId2" cstate="hqprint">
            <a:extLst>
              <a:ext uri="{28A0092B-C50C-407E-A947-70E740481C1C}">
                <a14:useLocalDpi xmlns:a14="http://schemas.microsoft.com/office/drawing/2010/main"/>
              </a:ext>
            </a:extLst>
          </a:blip>
          <a:stretch>
            <a:fillRect/>
          </a:stretch>
        </p:blipFill>
        <p:spPr>
          <a:xfrm>
            <a:off x="285750" y="285750"/>
            <a:ext cx="1152525" cy="199894"/>
          </a:xfrm>
          <a:prstGeom prst="rect">
            <a:avLst/>
          </a:prstGeom>
          <a:ln w="12700">
            <a:miter lim="400000"/>
          </a:ln>
        </p:spPr>
      </p:pic>
      <p:sp>
        <p:nvSpPr>
          <p:cNvPr id="66" name="Slide Number"/>
          <p:cNvSpPr txBox="1">
            <a:spLocks noGrp="1"/>
          </p:cNvSpPr>
          <p:nvPr>
            <p:ph type="sldNum" sz="quarter" idx="2"/>
          </p:nvPr>
        </p:nvSpPr>
        <p:spPr>
          <a:prstGeom prst="rect">
            <a:avLst/>
          </a:prstGeom>
        </p:spPr>
        <p:txBody>
          <a:bodyPr/>
          <a:lstStyle>
            <a:lvl1pPr>
              <a:defRPr>
                <a:solidFill>
                  <a:schemeClr val="tx1"/>
                </a:solidFill>
              </a:defRPr>
            </a:lvl1pPr>
          </a:lstStyle>
          <a:p>
            <a:fld id="{86CB4B4D-7CA3-9044-876B-883B54F8677D}" type="slidenum">
              <a:rPr lang="en-GB" smtClean="0"/>
              <a:pPr/>
              <a:t>‹#›</a:t>
            </a:fld>
            <a:endParaRPr lang="en-GB"/>
          </a:p>
        </p:txBody>
      </p:sp>
      <p:sp>
        <p:nvSpPr>
          <p:cNvPr id="16" name="Text Placeholder 6">
            <a:extLst>
              <a:ext uri="{FF2B5EF4-FFF2-40B4-BE49-F238E27FC236}">
                <a16:creationId xmlns:a16="http://schemas.microsoft.com/office/drawing/2014/main" id="{450EB989-D91A-197F-4946-FD41E5E26142}"/>
              </a:ext>
            </a:extLst>
          </p:cNvPr>
          <p:cNvSpPr>
            <a:spLocks noGrp="1"/>
          </p:cNvSpPr>
          <p:nvPr>
            <p:ph type="body" sz="quarter" idx="61" hasCustomPrompt="1"/>
          </p:nvPr>
        </p:nvSpPr>
        <p:spPr>
          <a:xfrm>
            <a:off x="623278" y="895100"/>
            <a:ext cx="4316609" cy="762933"/>
          </a:xfrm>
          <a:prstGeom prst="rect">
            <a:avLst/>
          </a:prstGeom>
        </p:spPr>
        <p:txBody>
          <a:bodyPr lIns="0" tIns="0" rIns="0" bIns="0" anchor="b">
            <a:noAutofit/>
          </a:bodyPr>
          <a:lstStyle>
            <a:lvl1pPr marL="0" indent="0">
              <a:lnSpc>
                <a:spcPct val="70000"/>
              </a:lnSpc>
              <a:buNone/>
              <a:defRPr sz="3750">
                <a:solidFill>
                  <a:schemeClr val="accent1"/>
                </a:solidFill>
                <a:latin typeface="+mj-lt"/>
              </a:defRPr>
            </a:lvl1pPr>
          </a:lstStyle>
          <a:p>
            <a:pPr lvl="0"/>
            <a:r>
              <a:rPr lang="en-US"/>
              <a:t>TITLE</a:t>
            </a:r>
          </a:p>
        </p:txBody>
      </p:sp>
      <p:sp>
        <p:nvSpPr>
          <p:cNvPr id="17" name="Text Placeholder 14">
            <a:extLst>
              <a:ext uri="{FF2B5EF4-FFF2-40B4-BE49-F238E27FC236}">
                <a16:creationId xmlns:a16="http://schemas.microsoft.com/office/drawing/2014/main" id="{F8623A14-3A27-1680-02D2-090BE0E1A4F3}"/>
              </a:ext>
            </a:extLst>
          </p:cNvPr>
          <p:cNvSpPr>
            <a:spLocks noGrp="1"/>
          </p:cNvSpPr>
          <p:nvPr>
            <p:ph type="body" sz="quarter" idx="23" hasCustomPrompt="1"/>
          </p:nvPr>
        </p:nvSpPr>
        <p:spPr>
          <a:xfrm>
            <a:off x="623277" y="1948972"/>
            <a:ext cx="4801145" cy="300083"/>
          </a:xfrm>
        </p:spPr>
        <p:txBody>
          <a:bodyPr lIns="0" tIns="0" rIns="0" bIns="0">
            <a:noAutofit/>
          </a:bodyPr>
          <a:lstStyle>
            <a:lvl1pPr marL="0" indent="0">
              <a:lnSpc>
                <a:spcPct val="90000"/>
              </a:lnSpc>
              <a:spcBef>
                <a:spcPts val="0"/>
              </a:spcBef>
              <a:buNone/>
              <a:defRPr sz="1200">
                <a:solidFill>
                  <a:schemeClr val="tx1"/>
                </a:solidFill>
              </a:defRPr>
            </a:lvl1pPr>
          </a:lstStyle>
          <a:p>
            <a:pPr lvl="0"/>
            <a:r>
              <a:rPr lang="en-US"/>
              <a:t>Text</a:t>
            </a:r>
          </a:p>
        </p:txBody>
      </p:sp>
      <p:sp>
        <p:nvSpPr>
          <p:cNvPr id="27" name="Text Placeholder 6">
            <a:extLst>
              <a:ext uri="{FF2B5EF4-FFF2-40B4-BE49-F238E27FC236}">
                <a16:creationId xmlns:a16="http://schemas.microsoft.com/office/drawing/2014/main" id="{1259F19E-DD82-8BAB-E5C5-40973A686373}"/>
              </a:ext>
            </a:extLst>
          </p:cNvPr>
          <p:cNvSpPr>
            <a:spLocks noGrp="1"/>
          </p:cNvSpPr>
          <p:nvPr>
            <p:ph type="body" sz="quarter" idx="22" hasCustomPrompt="1"/>
          </p:nvPr>
        </p:nvSpPr>
        <p:spPr>
          <a:xfrm>
            <a:off x="300157" y="3310904"/>
            <a:ext cx="1280583" cy="230832"/>
          </a:xfrm>
          <a:prstGeom prst="rect">
            <a:avLst/>
          </a:prstGeom>
        </p:spPr>
        <p:txBody>
          <a:bodyPr anchor="b">
            <a:noAutofit/>
          </a:bodyPr>
          <a:lstStyle>
            <a:lvl1pPr marL="0" indent="0" algn="ctr">
              <a:lnSpc>
                <a:spcPct val="70000"/>
              </a:lnSpc>
              <a:spcBef>
                <a:spcPts val="0"/>
              </a:spcBef>
              <a:buNone/>
              <a:defRPr sz="900">
                <a:solidFill>
                  <a:schemeClr val="tx1"/>
                </a:solidFill>
                <a:latin typeface="+mj-lt"/>
              </a:defRPr>
            </a:lvl1pPr>
          </a:lstStyle>
          <a:p>
            <a:pPr lvl="0"/>
            <a:r>
              <a:rPr lang="en-US"/>
              <a:t>TITLE</a:t>
            </a:r>
          </a:p>
        </p:txBody>
      </p:sp>
      <p:sp>
        <p:nvSpPr>
          <p:cNvPr id="33" name="Oval 32">
            <a:extLst>
              <a:ext uri="{FF2B5EF4-FFF2-40B4-BE49-F238E27FC236}">
                <a16:creationId xmlns:a16="http://schemas.microsoft.com/office/drawing/2014/main" id="{2C15FECA-FE7F-21DA-6D69-66D2FBEA209D}"/>
              </a:ext>
            </a:extLst>
          </p:cNvPr>
          <p:cNvSpPr/>
          <p:nvPr userDrawn="1"/>
        </p:nvSpPr>
        <p:spPr>
          <a:xfrm>
            <a:off x="899115" y="3091201"/>
            <a:ext cx="94589" cy="94589"/>
          </a:xfrm>
          <a:prstGeom prst="ellipse">
            <a:avLst/>
          </a:prstGeom>
          <a:solidFill>
            <a:srgbClr val="0143FD"/>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20000"/>
              </a:lnSpc>
              <a:spcBef>
                <a:spcPts val="0"/>
              </a:spcBef>
              <a:spcAft>
                <a:spcPts val="0"/>
              </a:spcAft>
              <a:buClrTx/>
              <a:buSzTx/>
              <a:buFontTx/>
              <a:buNone/>
              <a:tabLst/>
            </a:pPr>
            <a:endParaRPr kumimoji="0" lang="en-US" sz="3000" b="0" i="0" u="none" strike="noStrike" cap="all" spc="0" normalizeH="0" baseline="0">
              <a:ln>
                <a:noFill/>
              </a:ln>
              <a:solidFill>
                <a:srgbClr val="FFFFFF"/>
              </a:solidFill>
              <a:effectLst/>
              <a:uFillTx/>
              <a:latin typeface="Proxima Nova Extrabold"/>
              <a:ea typeface="Proxima Nova Extrabold"/>
              <a:cs typeface="Proxima Nova Extrabold"/>
              <a:sym typeface="Proxima Nova Extrabold"/>
            </a:endParaRPr>
          </a:p>
        </p:txBody>
      </p:sp>
      <p:sp>
        <p:nvSpPr>
          <p:cNvPr id="34" name="Oval 33">
            <a:extLst>
              <a:ext uri="{FF2B5EF4-FFF2-40B4-BE49-F238E27FC236}">
                <a16:creationId xmlns:a16="http://schemas.microsoft.com/office/drawing/2014/main" id="{A985A4D5-C4E8-46F9-E5C9-34B24F669972}"/>
              </a:ext>
            </a:extLst>
          </p:cNvPr>
          <p:cNvSpPr/>
          <p:nvPr userDrawn="1"/>
        </p:nvSpPr>
        <p:spPr>
          <a:xfrm>
            <a:off x="2713341" y="3091081"/>
            <a:ext cx="94589" cy="94589"/>
          </a:xfrm>
          <a:prstGeom prst="ellipse">
            <a:avLst/>
          </a:prstGeom>
          <a:solidFill>
            <a:srgbClr val="0143FD"/>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20000"/>
              </a:lnSpc>
              <a:spcBef>
                <a:spcPts val="0"/>
              </a:spcBef>
              <a:spcAft>
                <a:spcPts val="0"/>
              </a:spcAft>
              <a:buClrTx/>
              <a:buSzTx/>
              <a:buFontTx/>
              <a:buNone/>
              <a:tabLst/>
            </a:pPr>
            <a:endParaRPr kumimoji="0" lang="en-US" sz="3000" b="0" i="0" u="none" strike="noStrike" cap="all" spc="0" normalizeH="0" baseline="0">
              <a:ln>
                <a:noFill/>
              </a:ln>
              <a:solidFill>
                <a:srgbClr val="FFFFFF"/>
              </a:solidFill>
              <a:effectLst/>
              <a:uFillTx/>
              <a:latin typeface="Proxima Nova Extrabold"/>
              <a:ea typeface="Proxima Nova Extrabold"/>
              <a:cs typeface="Proxima Nova Extrabold"/>
              <a:sym typeface="Proxima Nova Extrabold"/>
            </a:endParaRPr>
          </a:p>
        </p:txBody>
      </p:sp>
      <p:sp>
        <p:nvSpPr>
          <p:cNvPr id="37" name="Oval 36">
            <a:extLst>
              <a:ext uri="{FF2B5EF4-FFF2-40B4-BE49-F238E27FC236}">
                <a16:creationId xmlns:a16="http://schemas.microsoft.com/office/drawing/2014/main" id="{2E94268C-AC40-47E1-C185-360674E6BA9D}"/>
              </a:ext>
            </a:extLst>
          </p:cNvPr>
          <p:cNvSpPr/>
          <p:nvPr userDrawn="1"/>
        </p:nvSpPr>
        <p:spPr>
          <a:xfrm>
            <a:off x="4531509" y="3091081"/>
            <a:ext cx="94589" cy="94589"/>
          </a:xfrm>
          <a:prstGeom prst="ellipse">
            <a:avLst/>
          </a:prstGeom>
          <a:solidFill>
            <a:srgbClr val="0143FD"/>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20000"/>
              </a:lnSpc>
              <a:spcBef>
                <a:spcPts val="0"/>
              </a:spcBef>
              <a:spcAft>
                <a:spcPts val="0"/>
              </a:spcAft>
              <a:buClrTx/>
              <a:buSzTx/>
              <a:buFontTx/>
              <a:buNone/>
              <a:tabLst/>
            </a:pPr>
            <a:endParaRPr kumimoji="0" lang="en-US" sz="3000" b="0" i="0" u="none" strike="noStrike" cap="all" spc="0" normalizeH="0" baseline="0">
              <a:ln>
                <a:noFill/>
              </a:ln>
              <a:solidFill>
                <a:srgbClr val="FFFFFF"/>
              </a:solidFill>
              <a:effectLst/>
              <a:uFillTx/>
              <a:latin typeface="Proxima Nova Extrabold"/>
              <a:ea typeface="Proxima Nova Extrabold"/>
              <a:cs typeface="Proxima Nova Extrabold"/>
              <a:sym typeface="Proxima Nova Extrabold"/>
            </a:endParaRPr>
          </a:p>
        </p:txBody>
      </p:sp>
      <p:sp>
        <p:nvSpPr>
          <p:cNvPr id="38" name="Oval 37">
            <a:extLst>
              <a:ext uri="{FF2B5EF4-FFF2-40B4-BE49-F238E27FC236}">
                <a16:creationId xmlns:a16="http://schemas.microsoft.com/office/drawing/2014/main" id="{50E30F53-3607-ED04-DAED-5093450CDC1D}"/>
              </a:ext>
            </a:extLst>
          </p:cNvPr>
          <p:cNvSpPr/>
          <p:nvPr userDrawn="1"/>
        </p:nvSpPr>
        <p:spPr>
          <a:xfrm>
            <a:off x="6349676" y="3091081"/>
            <a:ext cx="94589" cy="94589"/>
          </a:xfrm>
          <a:prstGeom prst="ellipse">
            <a:avLst/>
          </a:prstGeom>
          <a:solidFill>
            <a:srgbClr val="0143FD"/>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20000"/>
              </a:lnSpc>
              <a:spcBef>
                <a:spcPts val="0"/>
              </a:spcBef>
              <a:spcAft>
                <a:spcPts val="0"/>
              </a:spcAft>
              <a:buClrTx/>
              <a:buSzTx/>
              <a:buFontTx/>
              <a:buNone/>
              <a:tabLst/>
            </a:pPr>
            <a:endParaRPr kumimoji="0" lang="en-US" sz="3000" b="0" i="0" u="none" strike="noStrike" cap="all" spc="0" normalizeH="0" baseline="0">
              <a:ln>
                <a:noFill/>
              </a:ln>
              <a:solidFill>
                <a:srgbClr val="FFFFFF"/>
              </a:solidFill>
              <a:effectLst/>
              <a:uFillTx/>
              <a:latin typeface="Proxima Nova Extrabold"/>
              <a:ea typeface="Proxima Nova Extrabold"/>
              <a:cs typeface="Proxima Nova Extrabold"/>
              <a:sym typeface="Proxima Nova Extrabold"/>
            </a:endParaRPr>
          </a:p>
        </p:txBody>
      </p:sp>
      <p:sp>
        <p:nvSpPr>
          <p:cNvPr id="39" name="Oval 38">
            <a:extLst>
              <a:ext uri="{FF2B5EF4-FFF2-40B4-BE49-F238E27FC236}">
                <a16:creationId xmlns:a16="http://schemas.microsoft.com/office/drawing/2014/main" id="{42CA0899-6DC8-480A-3E1D-A867EAD53D09}"/>
              </a:ext>
            </a:extLst>
          </p:cNvPr>
          <p:cNvSpPr/>
          <p:nvPr userDrawn="1"/>
        </p:nvSpPr>
        <p:spPr>
          <a:xfrm>
            <a:off x="8135946" y="3091081"/>
            <a:ext cx="94589" cy="94589"/>
          </a:xfrm>
          <a:prstGeom prst="ellipse">
            <a:avLst/>
          </a:prstGeom>
          <a:solidFill>
            <a:srgbClr val="0143FD"/>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20000"/>
              </a:lnSpc>
              <a:spcBef>
                <a:spcPts val="0"/>
              </a:spcBef>
              <a:spcAft>
                <a:spcPts val="0"/>
              </a:spcAft>
              <a:buClrTx/>
              <a:buSzTx/>
              <a:buFontTx/>
              <a:buNone/>
              <a:tabLst/>
            </a:pPr>
            <a:endParaRPr kumimoji="0" lang="en-US" sz="3000" b="0" i="0" u="none" strike="noStrike" cap="all" spc="0" normalizeH="0" baseline="0">
              <a:ln>
                <a:noFill/>
              </a:ln>
              <a:solidFill>
                <a:srgbClr val="FFFFFF"/>
              </a:solidFill>
              <a:effectLst/>
              <a:uFillTx/>
              <a:latin typeface="Proxima Nova Extrabold"/>
              <a:ea typeface="Proxima Nova Extrabold"/>
              <a:cs typeface="Proxima Nova Extrabold"/>
              <a:sym typeface="Proxima Nova Extrabold"/>
            </a:endParaRPr>
          </a:p>
        </p:txBody>
      </p:sp>
      <p:sp>
        <p:nvSpPr>
          <p:cNvPr id="40" name="Text Placeholder 6">
            <a:extLst>
              <a:ext uri="{FF2B5EF4-FFF2-40B4-BE49-F238E27FC236}">
                <a16:creationId xmlns:a16="http://schemas.microsoft.com/office/drawing/2014/main" id="{B0F2A8C7-6437-E7AD-61CB-846465A13383}"/>
              </a:ext>
            </a:extLst>
          </p:cNvPr>
          <p:cNvSpPr>
            <a:spLocks noGrp="1"/>
          </p:cNvSpPr>
          <p:nvPr>
            <p:ph type="body" sz="quarter" idx="62" hasCustomPrompt="1"/>
          </p:nvPr>
        </p:nvSpPr>
        <p:spPr>
          <a:xfrm>
            <a:off x="2120490" y="3310904"/>
            <a:ext cx="1280583" cy="230832"/>
          </a:xfrm>
          <a:prstGeom prst="rect">
            <a:avLst/>
          </a:prstGeom>
        </p:spPr>
        <p:txBody>
          <a:bodyPr anchor="b">
            <a:noAutofit/>
          </a:bodyPr>
          <a:lstStyle>
            <a:lvl1pPr marL="0" indent="0" algn="ctr">
              <a:lnSpc>
                <a:spcPct val="70000"/>
              </a:lnSpc>
              <a:spcBef>
                <a:spcPts val="0"/>
              </a:spcBef>
              <a:buNone/>
              <a:defRPr sz="900">
                <a:solidFill>
                  <a:schemeClr val="tx1"/>
                </a:solidFill>
                <a:latin typeface="+mj-lt"/>
              </a:defRPr>
            </a:lvl1pPr>
          </a:lstStyle>
          <a:p>
            <a:pPr lvl="0"/>
            <a:r>
              <a:rPr lang="en-US"/>
              <a:t>TITLE</a:t>
            </a:r>
          </a:p>
        </p:txBody>
      </p:sp>
      <p:sp>
        <p:nvSpPr>
          <p:cNvPr id="41" name="Text Placeholder 6">
            <a:extLst>
              <a:ext uri="{FF2B5EF4-FFF2-40B4-BE49-F238E27FC236}">
                <a16:creationId xmlns:a16="http://schemas.microsoft.com/office/drawing/2014/main" id="{7F3475F8-39C0-650A-5B0D-F1B23AB380F2}"/>
              </a:ext>
            </a:extLst>
          </p:cNvPr>
          <p:cNvSpPr>
            <a:spLocks noGrp="1"/>
          </p:cNvSpPr>
          <p:nvPr>
            <p:ph type="body" sz="quarter" idx="63" hasCustomPrompt="1"/>
          </p:nvPr>
        </p:nvSpPr>
        <p:spPr>
          <a:xfrm>
            <a:off x="3932356" y="3310904"/>
            <a:ext cx="1280583" cy="230832"/>
          </a:xfrm>
          <a:prstGeom prst="rect">
            <a:avLst/>
          </a:prstGeom>
        </p:spPr>
        <p:txBody>
          <a:bodyPr anchor="b">
            <a:noAutofit/>
          </a:bodyPr>
          <a:lstStyle>
            <a:lvl1pPr marL="0" indent="0" algn="ctr">
              <a:lnSpc>
                <a:spcPct val="70000"/>
              </a:lnSpc>
              <a:spcBef>
                <a:spcPts val="0"/>
              </a:spcBef>
              <a:buNone/>
              <a:defRPr sz="900">
                <a:solidFill>
                  <a:schemeClr val="tx1"/>
                </a:solidFill>
                <a:latin typeface="+mj-lt"/>
              </a:defRPr>
            </a:lvl1pPr>
          </a:lstStyle>
          <a:p>
            <a:pPr lvl="0"/>
            <a:r>
              <a:rPr lang="en-US"/>
              <a:t>TITLE</a:t>
            </a:r>
          </a:p>
        </p:txBody>
      </p:sp>
      <p:sp>
        <p:nvSpPr>
          <p:cNvPr id="42" name="Text Placeholder 6">
            <a:extLst>
              <a:ext uri="{FF2B5EF4-FFF2-40B4-BE49-F238E27FC236}">
                <a16:creationId xmlns:a16="http://schemas.microsoft.com/office/drawing/2014/main" id="{8FC39C1E-3EF1-D005-29A5-C437F0365C3F}"/>
              </a:ext>
            </a:extLst>
          </p:cNvPr>
          <p:cNvSpPr>
            <a:spLocks noGrp="1"/>
          </p:cNvSpPr>
          <p:nvPr>
            <p:ph type="body" sz="quarter" idx="64" hasCustomPrompt="1"/>
          </p:nvPr>
        </p:nvSpPr>
        <p:spPr>
          <a:xfrm>
            <a:off x="5752690" y="3310904"/>
            <a:ext cx="1280583" cy="230832"/>
          </a:xfrm>
          <a:prstGeom prst="rect">
            <a:avLst/>
          </a:prstGeom>
        </p:spPr>
        <p:txBody>
          <a:bodyPr anchor="b">
            <a:noAutofit/>
          </a:bodyPr>
          <a:lstStyle>
            <a:lvl1pPr marL="0" indent="0" algn="ctr">
              <a:lnSpc>
                <a:spcPct val="70000"/>
              </a:lnSpc>
              <a:spcBef>
                <a:spcPts val="0"/>
              </a:spcBef>
              <a:buNone/>
              <a:defRPr sz="900">
                <a:solidFill>
                  <a:schemeClr val="tx1"/>
                </a:solidFill>
                <a:latin typeface="+mj-lt"/>
              </a:defRPr>
            </a:lvl1pPr>
          </a:lstStyle>
          <a:p>
            <a:pPr lvl="0"/>
            <a:r>
              <a:rPr lang="en-US"/>
              <a:t>TITLE</a:t>
            </a:r>
          </a:p>
        </p:txBody>
      </p:sp>
      <p:sp>
        <p:nvSpPr>
          <p:cNvPr id="43" name="Text Placeholder 6">
            <a:extLst>
              <a:ext uri="{FF2B5EF4-FFF2-40B4-BE49-F238E27FC236}">
                <a16:creationId xmlns:a16="http://schemas.microsoft.com/office/drawing/2014/main" id="{78604AE5-3AB0-B77A-3370-BD26B00A8AAF}"/>
              </a:ext>
            </a:extLst>
          </p:cNvPr>
          <p:cNvSpPr>
            <a:spLocks noGrp="1"/>
          </p:cNvSpPr>
          <p:nvPr>
            <p:ph type="body" sz="quarter" idx="65" hasCustomPrompt="1"/>
          </p:nvPr>
        </p:nvSpPr>
        <p:spPr>
          <a:xfrm>
            <a:off x="7539157" y="3310904"/>
            <a:ext cx="1280583" cy="230832"/>
          </a:xfrm>
          <a:prstGeom prst="rect">
            <a:avLst/>
          </a:prstGeom>
        </p:spPr>
        <p:txBody>
          <a:bodyPr anchor="b">
            <a:noAutofit/>
          </a:bodyPr>
          <a:lstStyle>
            <a:lvl1pPr marL="0" indent="0" algn="ctr">
              <a:lnSpc>
                <a:spcPct val="70000"/>
              </a:lnSpc>
              <a:spcBef>
                <a:spcPts val="0"/>
              </a:spcBef>
              <a:buNone/>
              <a:defRPr sz="900">
                <a:solidFill>
                  <a:schemeClr val="tx1"/>
                </a:solidFill>
                <a:latin typeface="+mj-lt"/>
              </a:defRPr>
            </a:lvl1pPr>
          </a:lstStyle>
          <a:p>
            <a:pPr lvl="0"/>
            <a:r>
              <a:rPr lang="en-US"/>
              <a:t>TITLE</a:t>
            </a:r>
          </a:p>
        </p:txBody>
      </p:sp>
      <p:sp>
        <p:nvSpPr>
          <p:cNvPr id="44" name="Text Placeholder 14">
            <a:extLst>
              <a:ext uri="{FF2B5EF4-FFF2-40B4-BE49-F238E27FC236}">
                <a16:creationId xmlns:a16="http://schemas.microsoft.com/office/drawing/2014/main" id="{1B168656-1101-E58F-4216-85286F4F2F1A}"/>
              </a:ext>
            </a:extLst>
          </p:cNvPr>
          <p:cNvSpPr>
            <a:spLocks noGrp="1"/>
          </p:cNvSpPr>
          <p:nvPr>
            <p:ph type="body" sz="quarter" idx="66" hasCustomPrompt="1"/>
          </p:nvPr>
        </p:nvSpPr>
        <p:spPr>
          <a:xfrm>
            <a:off x="624223" y="4485108"/>
            <a:ext cx="6294264" cy="300083"/>
          </a:xfrm>
        </p:spPr>
        <p:txBody>
          <a:bodyPr lIns="0" tIns="0" rIns="0" bIns="0">
            <a:noAutofit/>
          </a:bodyPr>
          <a:lstStyle>
            <a:lvl1pPr marL="0" indent="0">
              <a:lnSpc>
                <a:spcPct val="90000"/>
              </a:lnSpc>
              <a:spcBef>
                <a:spcPts val="0"/>
              </a:spcBef>
              <a:buNone/>
              <a:defRPr sz="680">
                <a:solidFill>
                  <a:schemeClr val="tx1"/>
                </a:solidFill>
              </a:defRPr>
            </a:lvl1pPr>
          </a:lstStyle>
          <a:p>
            <a:pPr lvl="0"/>
            <a:r>
              <a:rPr lang="en-US"/>
              <a:t>Text</a:t>
            </a:r>
          </a:p>
        </p:txBody>
      </p:sp>
    </p:spTree>
    <p:extLst>
      <p:ext uri="{BB962C8B-B14F-4D97-AF65-F5344CB8AC3E}">
        <p14:creationId xmlns:p14="http://schemas.microsoft.com/office/powerpoint/2010/main" val="148855127"/>
      </p:ext>
    </p:extLst>
  </p:cSld>
  <p:clrMapOvr>
    <a:masterClrMapping/>
  </p:clrMapOvr>
  <p:transition spd="med"/>
</p:sldLayout>
</file>

<file path=ppt/slideLayouts/slideLayout123.xml><?xml version="1.0" encoding="utf-8"?>
<p:sldLayout xmlns:a="http://schemas.openxmlformats.org/drawingml/2006/main" xmlns:r="http://schemas.openxmlformats.org/officeDocument/2006/relationships" xmlns:p="http://schemas.openxmlformats.org/presentationml/2006/main" showMasterSp="0" preserve="1" userDrawn="1">
  <p:cSld name="Infographic title, text, timeline - blue">
    <p:bg>
      <p:bgPr>
        <a:solidFill>
          <a:srgbClr val="0143FD"/>
        </a:solidFill>
        <a:effectLst/>
      </p:bgPr>
    </p:bg>
    <p:spTree>
      <p:nvGrpSpPr>
        <p:cNvPr id="1" name=""/>
        <p:cNvGrpSpPr/>
        <p:nvPr/>
      </p:nvGrpSpPr>
      <p:grpSpPr>
        <a:xfrm>
          <a:off x="0" y="0"/>
          <a:ext cx="0" cy="0"/>
          <a:chOff x="0" y="0"/>
          <a:chExt cx="0" cy="0"/>
        </a:xfrm>
      </p:grpSpPr>
      <p:cxnSp>
        <p:nvCxnSpPr>
          <p:cNvPr id="26" name="Straight Connector 25">
            <a:extLst>
              <a:ext uri="{FF2B5EF4-FFF2-40B4-BE49-F238E27FC236}">
                <a16:creationId xmlns:a16="http://schemas.microsoft.com/office/drawing/2014/main" id="{DAC565EA-D3CC-495A-2239-9B80749A071C}"/>
              </a:ext>
            </a:extLst>
          </p:cNvPr>
          <p:cNvCxnSpPr>
            <a:cxnSpLocks/>
          </p:cNvCxnSpPr>
          <p:nvPr userDrawn="1"/>
        </p:nvCxnSpPr>
        <p:spPr>
          <a:xfrm>
            <a:off x="940449" y="3135794"/>
            <a:ext cx="7241701" cy="0"/>
          </a:xfrm>
          <a:prstGeom prst="line">
            <a:avLst/>
          </a:prstGeom>
          <a:noFill/>
          <a:ln w="12700" cap="flat">
            <a:solidFill>
              <a:srgbClr val="E7E696">
                <a:alpha val="40000"/>
              </a:srgbClr>
            </a:solidFill>
            <a:prstDash val="solid"/>
            <a:miter lim="400000"/>
          </a:ln>
          <a:effectLst/>
          <a:sp3d/>
        </p:spPr>
        <p:style>
          <a:lnRef idx="0">
            <a:scrgbClr r="0" g="0" b="0"/>
          </a:lnRef>
          <a:fillRef idx="0">
            <a:scrgbClr r="0" g="0" b="0"/>
          </a:fillRef>
          <a:effectRef idx="0">
            <a:scrgbClr r="0" g="0" b="0"/>
          </a:effectRef>
          <a:fontRef idx="none"/>
        </p:style>
      </p:cxnSp>
      <p:sp>
        <p:nvSpPr>
          <p:cNvPr id="66" name="Slide Number"/>
          <p:cNvSpPr txBox="1">
            <a:spLocks noGrp="1"/>
          </p:cNvSpPr>
          <p:nvPr>
            <p:ph type="sldNum" sz="quarter" idx="2"/>
          </p:nvPr>
        </p:nvSpPr>
        <p:spPr>
          <a:prstGeom prst="rect">
            <a:avLst/>
          </a:prstGeom>
        </p:spPr>
        <p:txBody>
          <a:bodyPr/>
          <a:lstStyle>
            <a:lvl1pPr>
              <a:defRPr>
                <a:solidFill>
                  <a:schemeClr val="bg1"/>
                </a:solidFill>
              </a:defRPr>
            </a:lvl1pPr>
          </a:lstStyle>
          <a:p>
            <a:fld id="{86CB4B4D-7CA3-9044-876B-883B54F8677D}" type="slidenum">
              <a:rPr lang="en-GB" smtClean="0"/>
              <a:pPr/>
              <a:t>‹#›</a:t>
            </a:fld>
            <a:endParaRPr lang="en-GB"/>
          </a:p>
        </p:txBody>
      </p:sp>
      <p:sp>
        <p:nvSpPr>
          <p:cNvPr id="27" name="Text Placeholder 6">
            <a:extLst>
              <a:ext uri="{FF2B5EF4-FFF2-40B4-BE49-F238E27FC236}">
                <a16:creationId xmlns:a16="http://schemas.microsoft.com/office/drawing/2014/main" id="{1259F19E-DD82-8BAB-E5C5-40973A686373}"/>
              </a:ext>
            </a:extLst>
          </p:cNvPr>
          <p:cNvSpPr>
            <a:spLocks noGrp="1"/>
          </p:cNvSpPr>
          <p:nvPr>
            <p:ph type="body" sz="quarter" idx="22" hasCustomPrompt="1"/>
          </p:nvPr>
        </p:nvSpPr>
        <p:spPr>
          <a:xfrm>
            <a:off x="300157" y="3310904"/>
            <a:ext cx="1280583" cy="230832"/>
          </a:xfrm>
          <a:prstGeom prst="rect">
            <a:avLst/>
          </a:prstGeom>
        </p:spPr>
        <p:txBody>
          <a:bodyPr anchor="b">
            <a:noAutofit/>
          </a:bodyPr>
          <a:lstStyle>
            <a:lvl1pPr marL="0" indent="0" algn="ctr">
              <a:lnSpc>
                <a:spcPct val="70000"/>
              </a:lnSpc>
              <a:spcBef>
                <a:spcPts val="0"/>
              </a:spcBef>
              <a:buNone/>
              <a:defRPr sz="900">
                <a:solidFill>
                  <a:schemeClr val="bg1"/>
                </a:solidFill>
                <a:latin typeface="+mj-lt"/>
              </a:defRPr>
            </a:lvl1pPr>
          </a:lstStyle>
          <a:p>
            <a:pPr lvl="0"/>
            <a:r>
              <a:rPr lang="en-US"/>
              <a:t>TITLE</a:t>
            </a:r>
          </a:p>
        </p:txBody>
      </p:sp>
      <p:sp>
        <p:nvSpPr>
          <p:cNvPr id="33" name="Oval 32">
            <a:extLst>
              <a:ext uri="{FF2B5EF4-FFF2-40B4-BE49-F238E27FC236}">
                <a16:creationId xmlns:a16="http://schemas.microsoft.com/office/drawing/2014/main" id="{2C15FECA-FE7F-21DA-6D69-66D2FBEA209D}"/>
              </a:ext>
            </a:extLst>
          </p:cNvPr>
          <p:cNvSpPr/>
          <p:nvPr userDrawn="1"/>
        </p:nvSpPr>
        <p:spPr>
          <a:xfrm>
            <a:off x="899115" y="3091201"/>
            <a:ext cx="94589" cy="94589"/>
          </a:xfrm>
          <a:prstGeom prst="ellipse">
            <a:avLst/>
          </a:prstGeom>
          <a:solidFill>
            <a:srgbClr val="E7E696"/>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20000"/>
              </a:lnSpc>
              <a:spcBef>
                <a:spcPts val="0"/>
              </a:spcBef>
              <a:spcAft>
                <a:spcPts val="0"/>
              </a:spcAft>
              <a:buClrTx/>
              <a:buSzTx/>
              <a:buFontTx/>
              <a:buNone/>
              <a:tabLst/>
            </a:pPr>
            <a:endParaRPr kumimoji="0" lang="en-US" sz="3000" b="0" i="0" u="none" strike="noStrike" cap="all" spc="0" normalizeH="0" baseline="0">
              <a:ln>
                <a:noFill/>
              </a:ln>
              <a:solidFill>
                <a:srgbClr val="FFFFFF"/>
              </a:solidFill>
              <a:effectLst/>
              <a:uFillTx/>
              <a:latin typeface="Proxima Nova Extrabold"/>
              <a:ea typeface="Proxima Nova Extrabold"/>
              <a:cs typeface="Proxima Nova Extrabold"/>
              <a:sym typeface="Proxima Nova Extrabold"/>
            </a:endParaRPr>
          </a:p>
        </p:txBody>
      </p:sp>
      <p:sp>
        <p:nvSpPr>
          <p:cNvPr id="34" name="Oval 33">
            <a:extLst>
              <a:ext uri="{FF2B5EF4-FFF2-40B4-BE49-F238E27FC236}">
                <a16:creationId xmlns:a16="http://schemas.microsoft.com/office/drawing/2014/main" id="{A985A4D5-C4E8-46F9-E5C9-34B24F669972}"/>
              </a:ext>
            </a:extLst>
          </p:cNvPr>
          <p:cNvSpPr/>
          <p:nvPr userDrawn="1"/>
        </p:nvSpPr>
        <p:spPr>
          <a:xfrm>
            <a:off x="2713341" y="3091081"/>
            <a:ext cx="94589" cy="94589"/>
          </a:xfrm>
          <a:prstGeom prst="ellipse">
            <a:avLst/>
          </a:prstGeom>
          <a:solidFill>
            <a:srgbClr val="E7E696"/>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20000"/>
              </a:lnSpc>
              <a:spcBef>
                <a:spcPts val="0"/>
              </a:spcBef>
              <a:spcAft>
                <a:spcPts val="0"/>
              </a:spcAft>
              <a:buClrTx/>
              <a:buSzTx/>
              <a:buFontTx/>
              <a:buNone/>
              <a:tabLst/>
            </a:pPr>
            <a:endParaRPr kumimoji="0" lang="en-US" sz="3000" b="0" i="0" u="none" strike="noStrike" cap="all" spc="0" normalizeH="0" baseline="0">
              <a:ln>
                <a:noFill/>
              </a:ln>
              <a:solidFill>
                <a:srgbClr val="FFFFFF"/>
              </a:solidFill>
              <a:effectLst/>
              <a:uFillTx/>
              <a:latin typeface="Proxima Nova Extrabold"/>
              <a:ea typeface="Proxima Nova Extrabold"/>
              <a:cs typeface="Proxima Nova Extrabold"/>
              <a:sym typeface="Proxima Nova Extrabold"/>
            </a:endParaRPr>
          </a:p>
        </p:txBody>
      </p:sp>
      <p:sp>
        <p:nvSpPr>
          <p:cNvPr id="37" name="Oval 36">
            <a:extLst>
              <a:ext uri="{FF2B5EF4-FFF2-40B4-BE49-F238E27FC236}">
                <a16:creationId xmlns:a16="http://schemas.microsoft.com/office/drawing/2014/main" id="{2E94268C-AC40-47E1-C185-360674E6BA9D}"/>
              </a:ext>
            </a:extLst>
          </p:cNvPr>
          <p:cNvSpPr/>
          <p:nvPr userDrawn="1"/>
        </p:nvSpPr>
        <p:spPr>
          <a:xfrm>
            <a:off x="4531509" y="3091081"/>
            <a:ext cx="94589" cy="94589"/>
          </a:xfrm>
          <a:prstGeom prst="ellipse">
            <a:avLst/>
          </a:prstGeom>
          <a:solidFill>
            <a:srgbClr val="E7E696"/>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20000"/>
              </a:lnSpc>
              <a:spcBef>
                <a:spcPts val="0"/>
              </a:spcBef>
              <a:spcAft>
                <a:spcPts val="0"/>
              </a:spcAft>
              <a:buClrTx/>
              <a:buSzTx/>
              <a:buFontTx/>
              <a:buNone/>
              <a:tabLst/>
            </a:pPr>
            <a:endParaRPr kumimoji="0" lang="en-US" sz="3000" b="0" i="0" u="none" strike="noStrike" cap="all" spc="0" normalizeH="0" baseline="0">
              <a:ln>
                <a:noFill/>
              </a:ln>
              <a:solidFill>
                <a:srgbClr val="FFFFFF"/>
              </a:solidFill>
              <a:effectLst/>
              <a:uFillTx/>
              <a:latin typeface="Proxima Nova Extrabold"/>
              <a:ea typeface="Proxima Nova Extrabold"/>
              <a:cs typeface="Proxima Nova Extrabold"/>
              <a:sym typeface="Proxima Nova Extrabold"/>
            </a:endParaRPr>
          </a:p>
        </p:txBody>
      </p:sp>
      <p:sp>
        <p:nvSpPr>
          <p:cNvPr id="38" name="Oval 37">
            <a:extLst>
              <a:ext uri="{FF2B5EF4-FFF2-40B4-BE49-F238E27FC236}">
                <a16:creationId xmlns:a16="http://schemas.microsoft.com/office/drawing/2014/main" id="{50E30F53-3607-ED04-DAED-5093450CDC1D}"/>
              </a:ext>
            </a:extLst>
          </p:cNvPr>
          <p:cNvSpPr/>
          <p:nvPr userDrawn="1"/>
        </p:nvSpPr>
        <p:spPr>
          <a:xfrm>
            <a:off x="6349676" y="3091081"/>
            <a:ext cx="94589" cy="94589"/>
          </a:xfrm>
          <a:prstGeom prst="ellipse">
            <a:avLst/>
          </a:prstGeom>
          <a:solidFill>
            <a:srgbClr val="E7E696"/>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20000"/>
              </a:lnSpc>
              <a:spcBef>
                <a:spcPts val="0"/>
              </a:spcBef>
              <a:spcAft>
                <a:spcPts val="0"/>
              </a:spcAft>
              <a:buClrTx/>
              <a:buSzTx/>
              <a:buFontTx/>
              <a:buNone/>
              <a:tabLst/>
            </a:pPr>
            <a:endParaRPr kumimoji="0" lang="en-US" sz="3000" b="0" i="0" u="none" strike="noStrike" cap="all" spc="0" normalizeH="0" baseline="0">
              <a:ln>
                <a:noFill/>
              </a:ln>
              <a:solidFill>
                <a:srgbClr val="FFFFFF"/>
              </a:solidFill>
              <a:effectLst/>
              <a:uFillTx/>
              <a:latin typeface="Proxima Nova Extrabold"/>
              <a:ea typeface="Proxima Nova Extrabold"/>
              <a:cs typeface="Proxima Nova Extrabold"/>
              <a:sym typeface="Proxima Nova Extrabold"/>
            </a:endParaRPr>
          </a:p>
        </p:txBody>
      </p:sp>
      <p:sp>
        <p:nvSpPr>
          <p:cNvPr id="39" name="Oval 38">
            <a:extLst>
              <a:ext uri="{FF2B5EF4-FFF2-40B4-BE49-F238E27FC236}">
                <a16:creationId xmlns:a16="http://schemas.microsoft.com/office/drawing/2014/main" id="{42CA0899-6DC8-480A-3E1D-A867EAD53D09}"/>
              </a:ext>
            </a:extLst>
          </p:cNvPr>
          <p:cNvSpPr/>
          <p:nvPr userDrawn="1"/>
        </p:nvSpPr>
        <p:spPr>
          <a:xfrm>
            <a:off x="8135946" y="3091081"/>
            <a:ext cx="94589" cy="94589"/>
          </a:xfrm>
          <a:prstGeom prst="ellipse">
            <a:avLst/>
          </a:prstGeom>
          <a:solidFill>
            <a:srgbClr val="E7E696"/>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20000"/>
              </a:lnSpc>
              <a:spcBef>
                <a:spcPts val="0"/>
              </a:spcBef>
              <a:spcAft>
                <a:spcPts val="0"/>
              </a:spcAft>
              <a:buClrTx/>
              <a:buSzTx/>
              <a:buFontTx/>
              <a:buNone/>
              <a:tabLst/>
            </a:pPr>
            <a:endParaRPr kumimoji="0" lang="en-US" sz="3000" b="0" i="0" u="none" strike="noStrike" cap="all" spc="0" normalizeH="0" baseline="0">
              <a:ln>
                <a:noFill/>
              </a:ln>
              <a:solidFill>
                <a:srgbClr val="FFFFFF"/>
              </a:solidFill>
              <a:effectLst/>
              <a:uFillTx/>
              <a:latin typeface="Proxima Nova Extrabold"/>
              <a:ea typeface="Proxima Nova Extrabold"/>
              <a:cs typeface="Proxima Nova Extrabold"/>
              <a:sym typeface="Proxima Nova Extrabold"/>
            </a:endParaRPr>
          </a:p>
        </p:txBody>
      </p:sp>
      <p:sp>
        <p:nvSpPr>
          <p:cNvPr id="40" name="Text Placeholder 6">
            <a:extLst>
              <a:ext uri="{FF2B5EF4-FFF2-40B4-BE49-F238E27FC236}">
                <a16:creationId xmlns:a16="http://schemas.microsoft.com/office/drawing/2014/main" id="{B0F2A8C7-6437-E7AD-61CB-846465A13383}"/>
              </a:ext>
            </a:extLst>
          </p:cNvPr>
          <p:cNvSpPr>
            <a:spLocks noGrp="1"/>
          </p:cNvSpPr>
          <p:nvPr>
            <p:ph type="body" sz="quarter" idx="62" hasCustomPrompt="1"/>
          </p:nvPr>
        </p:nvSpPr>
        <p:spPr>
          <a:xfrm>
            <a:off x="2120490" y="3310904"/>
            <a:ext cx="1280583" cy="230832"/>
          </a:xfrm>
          <a:prstGeom prst="rect">
            <a:avLst/>
          </a:prstGeom>
        </p:spPr>
        <p:txBody>
          <a:bodyPr anchor="b">
            <a:noAutofit/>
          </a:bodyPr>
          <a:lstStyle>
            <a:lvl1pPr marL="0" indent="0" algn="ctr">
              <a:lnSpc>
                <a:spcPct val="70000"/>
              </a:lnSpc>
              <a:spcBef>
                <a:spcPts val="0"/>
              </a:spcBef>
              <a:buNone/>
              <a:defRPr sz="900">
                <a:solidFill>
                  <a:schemeClr val="bg1"/>
                </a:solidFill>
                <a:latin typeface="+mj-lt"/>
              </a:defRPr>
            </a:lvl1pPr>
          </a:lstStyle>
          <a:p>
            <a:pPr lvl="0"/>
            <a:r>
              <a:rPr lang="en-US"/>
              <a:t>TITLE</a:t>
            </a:r>
          </a:p>
        </p:txBody>
      </p:sp>
      <p:sp>
        <p:nvSpPr>
          <p:cNvPr id="41" name="Text Placeholder 6">
            <a:extLst>
              <a:ext uri="{FF2B5EF4-FFF2-40B4-BE49-F238E27FC236}">
                <a16:creationId xmlns:a16="http://schemas.microsoft.com/office/drawing/2014/main" id="{7F3475F8-39C0-650A-5B0D-F1B23AB380F2}"/>
              </a:ext>
            </a:extLst>
          </p:cNvPr>
          <p:cNvSpPr>
            <a:spLocks noGrp="1"/>
          </p:cNvSpPr>
          <p:nvPr>
            <p:ph type="body" sz="quarter" idx="63" hasCustomPrompt="1"/>
          </p:nvPr>
        </p:nvSpPr>
        <p:spPr>
          <a:xfrm>
            <a:off x="3932356" y="3310904"/>
            <a:ext cx="1280583" cy="230832"/>
          </a:xfrm>
          <a:prstGeom prst="rect">
            <a:avLst/>
          </a:prstGeom>
        </p:spPr>
        <p:txBody>
          <a:bodyPr anchor="b">
            <a:noAutofit/>
          </a:bodyPr>
          <a:lstStyle>
            <a:lvl1pPr marL="0" indent="0" algn="ctr">
              <a:lnSpc>
                <a:spcPct val="70000"/>
              </a:lnSpc>
              <a:spcBef>
                <a:spcPts val="0"/>
              </a:spcBef>
              <a:buNone/>
              <a:defRPr sz="900">
                <a:solidFill>
                  <a:schemeClr val="bg1"/>
                </a:solidFill>
                <a:latin typeface="+mj-lt"/>
              </a:defRPr>
            </a:lvl1pPr>
          </a:lstStyle>
          <a:p>
            <a:pPr lvl="0"/>
            <a:r>
              <a:rPr lang="en-US"/>
              <a:t>TITLE</a:t>
            </a:r>
          </a:p>
        </p:txBody>
      </p:sp>
      <p:sp>
        <p:nvSpPr>
          <p:cNvPr id="42" name="Text Placeholder 6">
            <a:extLst>
              <a:ext uri="{FF2B5EF4-FFF2-40B4-BE49-F238E27FC236}">
                <a16:creationId xmlns:a16="http://schemas.microsoft.com/office/drawing/2014/main" id="{8FC39C1E-3EF1-D005-29A5-C437F0365C3F}"/>
              </a:ext>
            </a:extLst>
          </p:cNvPr>
          <p:cNvSpPr>
            <a:spLocks noGrp="1"/>
          </p:cNvSpPr>
          <p:nvPr>
            <p:ph type="body" sz="quarter" idx="64" hasCustomPrompt="1"/>
          </p:nvPr>
        </p:nvSpPr>
        <p:spPr>
          <a:xfrm>
            <a:off x="5752690" y="3310904"/>
            <a:ext cx="1280583" cy="230832"/>
          </a:xfrm>
          <a:prstGeom prst="rect">
            <a:avLst/>
          </a:prstGeom>
        </p:spPr>
        <p:txBody>
          <a:bodyPr anchor="b">
            <a:noAutofit/>
          </a:bodyPr>
          <a:lstStyle>
            <a:lvl1pPr marL="0" indent="0" algn="ctr">
              <a:lnSpc>
                <a:spcPct val="70000"/>
              </a:lnSpc>
              <a:spcBef>
                <a:spcPts val="0"/>
              </a:spcBef>
              <a:buNone/>
              <a:defRPr sz="900">
                <a:solidFill>
                  <a:schemeClr val="bg1"/>
                </a:solidFill>
                <a:latin typeface="+mj-lt"/>
              </a:defRPr>
            </a:lvl1pPr>
          </a:lstStyle>
          <a:p>
            <a:pPr lvl="0"/>
            <a:r>
              <a:rPr lang="en-US"/>
              <a:t>TITLE</a:t>
            </a:r>
          </a:p>
        </p:txBody>
      </p:sp>
      <p:sp>
        <p:nvSpPr>
          <p:cNvPr id="43" name="Text Placeholder 6">
            <a:extLst>
              <a:ext uri="{FF2B5EF4-FFF2-40B4-BE49-F238E27FC236}">
                <a16:creationId xmlns:a16="http://schemas.microsoft.com/office/drawing/2014/main" id="{78604AE5-3AB0-B77A-3370-BD26B00A8AAF}"/>
              </a:ext>
            </a:extLst>
          </p:cNvPr>
          <p:cNvSpPr>
            <a:spLocks noGrp="1"/>
          </p:cNvSpPr>
          <p:nvPr>
            <p:ph type="body" sz="quarter" idx="65" hasCustomPrompt="1"/>
          </p:nvPr>
        </p:nvSpPr>
        <p:spPr>
          <a:xfrm>
            <a:off x="7539157" y="3310904"/>
            <a:ext cx="1280583" cy="230832"/>
          </a:xfrm>
          <a:prstGeom prst="rect">
            <a:avLst/>
          </a:prstGeom>
        </p:spPr>
        <p:txBody>
          <a:bodyPr anchor="b">
            <a:noAutofit/>
          </a:bodyPr>
          <a:lstStyle>
            <a:lvl1pPr marL="0" indent="0" algn="ctr">
              <a:lnSpc>
                <a:spcPct val="70000"/>
              </a:lnSpc>
              <a:spcBef>
                <a:spcPts val="0"/>
              </a:spcBef>
              <a:buNone/>
              <a:defRPr sz="900">
                <a:solidFill>
                  <a:schemeClr val="bg1"/>
                </a:solidFill>
                <a:latin typeface="+mj-lt"/>
              </a:defRPr>
            </a:lvl1pPr>
          </a:lstStyle>
          <a:p>
            <a:pPr lvl="0"/>
            <a:r>
              <a:rPr lang="en-US"/>
              <a:t>TITLE</a:t>
            </a:r>
          </a:p>
        </p:txBody>
      </p:sp>
      <p:pic>
        <p:nvPicPr>
          <p:cNvPr id="2" name="CGC logo white.png" descr="CGC logo white.png">
            <a:extLst>
              <a:ext uri="{FF2B5EF4-FFF2-40B4-BE49-F238E27FC236}">
                <a16:creationId xmlns:a16="http://schemas.microsoft.com/office/drawing/2014/main" id="{F030FD9B-C311-B2C8-AAC5-6809AD9950A7}"/>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285750" y="285750"/>
            <a:ext cx="1152091" cy="199818"/>
          </a:xfrm>
          <a:prstGeom prst="rect">
            <a:avLst/>
          </a:prstGeom>
          <a:ln w="12700">
            <a:miter lim="400000"/>
          </a:ln>
        </p:spPr>
      </p:pic>
      <p:sp>
        <p:nvSpPr>
          <p:cNvPr id="3" name="Text Placeholder 6">
            <a:extLst>
              <a:ext uri="{FF2B5EF4-FFF2-40B4-BE49-F238E27FC236}">
                <a16:creationId xmlns:a16="http://schemas.microsoft.com/office/drawing/2014/main" id="{32939E1B-1373-C731-0D3F-02BF0543F63D}"/>
              </a:ext>
            </a:extLst>
          </p:cNvPr>
          <p:cNvSpPr>
            <a:spLocks noGrp="1"/>
          </p:cNvSpPr>
          <p:nvPr>
            <p:ph type="body" sz="quarter" idx="61" hasCustomPrompt="1"/>
          </p:nvPr>
        </p:nvSpPr>
        <p:spPr>
          <a:xfrm>
            <a:off x="623278" y="895100"/>
            <a:ext cx="4316609" cy="762933"/>
          </a:xfrm>
          <a:prstGeom prst="rect">
            <a:avLst/>
          </a:prstGeom>
        </p:spPr>
        <p:txBody>
          <a:bodyPr lIns="0" tIns="0" rIns="0" bIns="0" anchor="b">
            <a:noAutofit/>
          </a:bodyPr>
          <a:lstStyle>
            <a:lvl1pPr marL="0" indent="0">
              <a:lnSpc>
                <a:spcPct val="70000"/>
              </a:lnSpc>
              <a:buNone/>
              <a:defRPr sz="3750">
                <a:solidFill>
                  <a:schemeClr val="accent3"/>
                </a:solidFill>
                <a:latin typeface="+mj-lt"/>
              </a:defRPr>
            </a:lvl1pPr>
          </a:lstStyle>
          <a:p>
            <a:pPr lvl="0"/>
            <a:r>
              <a:rPr lang="en-US"/>
              <a:t>TITLE</a:t>
            </a:r>
          </a:p>
        </p:txBody>
      </p:sp>
      <p:sp>
        <p:nvSpPr>
          <p:cNvPr id="4" name="Text Placeholder 14">
            <a:extLst>
              <a:ext uri="{FF2B5EF4-FFF2-40B4-BE49-F238E27FC236}">
                <a16:creationId xmlns:a16="http://schemas.microsoft.com/office/drawing/2014/main" id="{81DED15B-FF7C-FDD5-BD3E-32E69FA04802}"/>
              </a:ext>
            </a:extLst>
          </p:cNvPr>
          <p:cNvSpPr>
            <a:spLocks noGrp="1"/>
          </p:cNvSpPr>
          <p:nvPr>
            <p:ph type="body" sz="quarter" idx="23" hasCustomPrompt="1"/>
          </p:nvPr>
        </p:nvSpPr>
        <p:spPr>
          <a:xfrm>
            <a:off x="623277" y="1948972"/>
            <a:ext cx="4801145" cy="300083"/>
          </a:xfrm>
        </p:spPr>
        <p:txBody>
          <a:bodyPr lIns="0" tIns="0" rIns="0" bIns="0">
            <a:noAutofit/>
          </a:bodyPr>
          <a:lstStyle>
            <a:lvl1pPr marL="0" indent="0">
              <a:lnSpc>
                <a:spcPct val="90000"/>
              </a:lnSpc>
              <a:spcBef>
                <a:spcPts val="0"/>
              </a:spcBef>
              <a:buNone/>
              <a:defRPr sz="1200">
                <a:solidFill>
                  <a:schemeClr val="bg1"/>
                </a:solidFill>
              </a:defRPr>
            </a:lvl1pPr>
          </a:lstStyle>
          <a:p>
            <a:pPr lvl="0"/>
            <a:r>
              <a:rPr lang="en-US"/>
              <a:t>Text</a:t>
            </a:r>
          </a:p>
        </p:txBody>
      </p:sp>
      <p:sp>
        <p:nvSpPr>
          <p:cNvPr id="5" name="Text Placeholder 14">
            <a:extLst>
              <a:ext uri="{FF2B5EF4-FFF2-40B4-BE49-F238E27FC236}">
                <a16:creationId xmlns:a16="http://schemas.microsoft.com/office/drawing/2014/main" id="{6C8B73B8-DBE7-F5B7-291D-9B1C582BBCB6}"/>
              </a:ext>
            </a:extLst>
          </p:cNvPr>
          <p:cNvSpPr>
            <a:spLocks noGrp="1"/>
          </p:cNvSpPr>
          <p:nvPr>
            <p:ph type="body" sz="quarter" idx="66" hasCustomPrompt="1"/>
          </p:nvPr>
        </p:nvSpPr>
        <p:spPr>
          <a:xfrm>
            <a:off x="624223" y="4485108"/>
            <a:ext cx="6294264" cy="300083"/>
          </a:xfrm>
        </p:spPr>
        <p:txBody>
          <a:bodyPr lIns="0" tIns="0" rIns="0" bIns="0">
            <a:noAutofit/>
          </a:bodyPr>
          <a:lstStyle>
            <a:lvl1pPr marL="0" indent="0">
              <a:lnSpc>
                <a:spcPct val="90000"/>
              </a:lnSpc>
              <a:spcBef>
                <a:spcPts val="0"/>
              </a:spcBef>
              <a:buNone/>
              <a:defRPr sz="680">
                <a:solidFill>
                  <a:schemeClr val="bg1"/>
                </a:solidFill>
              </a:defRPr>
            </a:lvl1pPr>
          </a:lstStyle>
          <a:p>
            <a:pPr lvl="0"/>
            <a:r>
              <a:rPr lang="en-US"/>
              <a:t>Text</a:t>
            </a:r>
          </a:p>
        </p:txBody>
      </p:sp>
    </p:spTree>
    <p:extLst>
      <p:ext uri="{BB962C8B-B14F-4D97-AF65-F5344CB8AC3E}">
        <p14:creationId xmlns:p14="http://schemas.microsoft.com/office/powerpoint/2010/main" val="3899099019"/>
      </p:ext>
    </p:extLst>
  </p:cSld>
  <p:clrMapOvr>
    <a:masterClrMapping/>
  </p:clrMapOvr>
  <p:transition spd="med"/>
</p:sldLayout>
</file>

<file path=ppt/slideLayouts/slideLayout124.xml><?xml version="1.0" encoding="utf-8"?>
<p:sldLayout xmlns:a="http://schemas.openxmlformats.org/drawingml/2006/main" xmlns:r="http://schemas.openxmlformats.org/officeDocument/2006/relationships" xmlns:p="http://schemas.openxmlformats.org/presentationml/2006/main" showMasterSp="0" preserve="1" userDrawn="1">
  <p:cSld name="Infographic title, text, timeline - burgundy">
    <p:bg>
      <p:bgPr>
        <a:solidFill>
          <a:srgbClr val="730B39"/>
        </a:solidFill>
        <a:effectLst/>
      </p:bgPr>
    </p:bg>
    <p:spTree>
      <p:nvGrpSpPr>
        <p:cNvPr id="1" name=""/>
        <p:cNvGrpSpPr/>
        <p:nvPr/>
      </p:nvGrpSpPr>
      <p:grpSpPr>
        <a:xfrm>
          <a:off x="0" y="0"/>
          <a:ext cx="0" cy="0"/>
          <a:chOff x="0" y="0"/>
          <a:chExt cx="0" cy="0"/>
        </a:xfrm>
      </p:grpSpPr>
      <p:sp>
        <p:nvSpPr>
          <p:cNvPr id="14" name="Oval 13">
            <a:extLst>
              <a:ext uri="{FF2B5EF4-FFF2-40B4-BE49-F238E27FC236}">
                <a16:creationId xmlns:a16="http://schemas.microsoft.com/office/drawing/2014/main" id="{2DF690C2-B063-3244-02C0-5557E0C2B518}"/>
              </a:ext>
            </a:extLst>
          </p:cNvPr>
          <p:cNvSpPr/>
          <p:nvPr userDrawn="1"/>
        </p:nvSpPr>
        <p:spPr>
          <a:xfrm>
            <a:off x="591677" y="2506398"/>
            <a:ext cx="1397657" cy="1397657"/>
          </a:xfrm>
          <a:prstGeom prst="ellipse">
            <a:avLst/>
          </a:prstGeom>
          <a:solidFill>
            <a:srgbClr val="E7E696"/>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20000"/>
              </a:lnSpc>
              <a:spcBef>
                <a:spcPts val="0"/>
              </a:spcBef>
              <a:spcAft>
                <a:spcPts val="0"/>
              </a:spcAft>
              <a:buClrTx/>
              <a:buSzTx/>
              <a:buFontTx/>
              <a:buNone/>
              <a:tabLst/>
            </a:pPr>
            <a:endParaRPr kumimoji="0" lang="en-US" sz="3000" b="0" i="0" u="none" strike="noStrike" cap="all" spc="0" normalizeH="0" baseline="0">
              <a:ln>
                <a:noFill/>
              </a:ln>
              <a:solidFill>
                <a:srgbClr val="FFFFFF"/>
              </a:solidFill>
              <a:effectLst/>
              <a:uFillTx/>
              <a:latin typeface="Proxima Nova Extrabold"/>
              <a:ea typeface="Proxima Nova Extrabold"/>
              <a:cs typeface="Proxima Nova Extrabold"/>
              <a:sym typeface="Proxima Nova Extrabold"/>
            </a:endParaRPr>
          </a:p>
        </p:txBody>
      </p:sp>
      <p:sp>
        <p:nvSpPr>
          <p:cNvPr id="66" name="Slide Number"/>
          <p:cNvSpPr txBox="1">
            <a:spLocks noGrp="1"/>
          </p:cNvSpPr>
          <p:nvPr>
            <p:ph type="sldNum" sz="quarter" idx="2"/>
          </p:nvPr>
        </p:nvSpPr>
        <p:spPr>
          <a:prstGeom prst="rect">
            <a:avLst/>
          </a:prstGeom>
        </p:spPr>
        <p:txBody>
          <a:bodyPr/>
          <a:lstStyle>
            <a:lvl1pPr>
              <a:defRPr>
                <a:solidFill>
                  <a:schemeClr val="bg1"/>
                </a:solidFill>
              </a:defRPr>
            </a:lvl1pPr>
          </a:lstStyle>
          <a:p>
            <a:fld id="{86CB4B4D-7CA3-9044-876B-883B54F8677D}" type="slidenum">
              <a:rPr lang="en-GB" smtClean="0"/>
              <a:pPr/>
              <a:t>‹#›</a:t>
            </a:fld>
            <a:endParaRPr lang="en-GB"/>
          </a:p>
        </p:txBody>
      </p:sp>
      <p:pic>
        <p:nvPicPr>
          <p:cNvPr id="2" name="CGC logo white.png" descr="CGC logo white.png">
            <a:extLst>
              <a:ext uri="{FF2B5EF4-FFF2-40B4-BE49-F238E27FC236}">
                <a16:creationId xmlns:a16="http://schemas.microsoft.com/office/drawing/2014/main" id="{F030FD9B-C311-B2C8-AAC5-6809AD9950A7}"/>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285750" y="285750"/>
            <a:ext cx="1152091" cy="199818"/>
          </a:xfrm>
          <a:prstGeom prst="rect">
            <a:avLst/>
          </a:prstGeom>
          <a:ln w="12700">
            <a:miter lim="400000"/>
          </a:ln>
        </p:spPr>
      </p:pic>
      <p:sp>
        <p:nvSpPr>
          <p:cNvPr id="13" name="Text Placeholder 6">
            <a:extLst>
              <a:ext uri="{FF2B5EF4-FFF2-40B4-BE49-F238E27FC236}">
                <a16:creationId xmlns:a16="http://schemas.microsoft.com/office/drawing/2014/main" id="{A9F711BD-E166-CD61-2806-E46DE268182F}"/>
              </a:ext>
            </a:extLst>
          </p:cNvPr>
          <p:cNvSpPr>
            <a:spLocks noGrp="1"/>
          </p:cNvSpPr>
          <p:nvPr>
            <p:ph type="body" sz="quarter" idx="22" hasCustomPrompt="1"/>
          </p:nvPr>
        </p:nvSpPr>
        <p:spPr>
          <a:xfrm>
            <a:off x="655624" y="3085449"/>
            <a:ext cx="1280583" cy="230832"/>
          </a:xfrm>
          <a:prstGeom prst="rect">
            <a:avLst/>
          </a:prstGeom>
        </p:spPr>
        <p:txBody>
          <a:bodyPr anchor="b">
            <a:noAutofit/>
          </a:bodyPr>
          <a:lstStyle>
            <a:lvl1pPr marL="0" indent="0" algn="ctr">
              <a:lnSpc>
                <a:spcPct val="70000"/>
              </a:lnSpc>
              <a:spcBef>
                <a:spcPts val="0"/>
              </a:spcBef>
              <a:buNone/>
              <a:defRPr sz="900">
                <a:solidFill>
                  <a:schemeClr val="accent2"/>
                </a:solidFill>
                <a:latin typeface="+mj-lt"/>
              </a:defRPr>
            </a:lvl1pPr>
          </a:lstStyle>
          <a:p>
            <a:pPr lvl="0"/>
            <a:r>
              <a:rPr lang="en-US"/>
              <a:t>TITLE</a:t>
            </a:r>
          </a:p>
        </p:txBody>
      </p:sp>
      <p:sp>
        <p:nvSpPr>
          <p:cNvPr id="19" name="Oval 18">
            <a:extLst>
              <a:ext uri="{FF2B5EF4-FFF2-40B4-BE49-F238E27FC236}">
                <a16:creationId xmlns:a16="http://schemas.microsoft.com/office/drawing/2014/main" id="{628EF929-8BFB-8E52-8F40-14AA56EC8378}"/>
              </a:ext>
            </a:extLst>
          </p:cNvPr>
          <p:cNvSpPr/>
          <p:nvPr userDrawn="1"/>
        </p:nvSpPr>
        <p:spPr>
          <a:xfrm>
            <a:off x="2250356" y="2506398"/>
            <a:ext cx="1397657" cy="1397657"/>
          </a:xfrm>
          <a:prstGeom prst="ellipse">
            <a:avLst/>
          </a:prstGeom>
          <a:solidFill>
            <a:srgbClr val="E7E696"/>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20000"/>
              </a:lnSpc>
              <a:spcBef>
                <a:spcPts val="0"/>
              </a:spcBef>
              <a:spcAft>
                <a:spcPts val="0"/>
              </a:spcAft>
              <a:buClrTx/>
              <a:buSzTx/>
              <a:buFontTx/>
              <a:buNone/>
              <a:tabLst/>
            </a:pPr>
            <a:endParaRPr kumimoji="0" lang="en-US" sz="3000" b="0" i="0" u="none" strike="noStrike" cap="all" spc="0" normalizeH="0" baseline="0">
              <a:ln>
                <a:noFill/>
              </a:ln>
              <a:solidFill>
                <a:srgbClr val="FFFFFF"/>
              </a:solidFill>
              <a:effectLst/>
              <a:uFillTx/>
              <a:latin typeface="Proxima Nova Extrabold"/>
              <a:ea typeface="Proxima Nova Extrabold"/>
              <a:cs typeface="Proxima Nova Extrabold"/>
              <a:sym typeface="Proxima Nova Extrabold"/>
            </a:endParaRPr>
          </a:p>
        </p:txBody>
      </p:sp>
      <p:sp>
        <p:nvSpPr>
          <p:cNvPr id="20" name="Text Placeholder 6">
            <a:extLst>
              <a:ext uri="{FF2B5EF4-FFF2-40B4-BE49-F238E27FC236}">
                <a16:creationId xmlns:a16="http://schemas.microsoft.com/office/drawing/2014/main" id="{CCD6B512-4E42-C515-47B3-B8450B924286}"/>
              </a:ext>
            </a:extLst>
          </p:cNvPr>
          <p:cNvSpPr>
            <a:spLocks noGrp="1"/>
          </p:cNvSpPr>
          <p:nvPr>
            <p:ph type="body" sz="quarter" idx="67" hasCustomPrompt="1"/>
          </p:nvPr>
        </p:nvSpPr>
        <p:spPr>
          <a:xfrm>
            <a:off x="2314303" y="3085449"/>
            <a:ext cx="1280583" cy="230832"/>
          </a:xfrm>
          <a:prstGeom prst="rect">
            <a:avLst/>
          </a:prstGeom>
        </p:spPr>
        <p:txBody>
          <a:bodyPr anchor="b">
            <a:noAutofit/>
          </a:bodyPr>
          <a:lstStyle>
            <a:lvl1pPr marL="0" indent="0" algn="ctr">
              <a:lnSpc>
                <a:spcPct val="70000"/>
              </a:lnSpc>
              <a:spcBef>
                <a:spcPts val="0"/>
              </a:spcBef>
              <a:buNone/>
              <a:defRPr sz="900">
                <a:solidFill>
                  <a:schemeClr val="accent2"/>
                </a:solidFill>
                <a:latin typeface="+mj-lt"/>
              </a:defRPr>
            </a:lvl1pPr>
          </a:lstStyle>
          <a:p>
            <a:pPr lvl="0"/>
            <a:r>
              <a:rPr lang="en-US"/>
              <a:t>TITLE</a:t>
            </a:r>
          </a:p>
        </p:txBody>
      </p:sp>
      <p:sp>
        <p:nvSpPr>
          <p:cNvPr id="21" name="Oval 20">
            <a:extLst>
              <a:ext uri="{FF2B5EF4-FFF2-40B4-BE49-F238E27FC236}">
                <a16:creationId xmlns:a16="http://schemas.microsoft.com/office/drawing/2014/main" id="{4DF89472-8150-BA71-A809-A8F712716803}"/>
              </a:ext>
            </a:extLst>
          </p:cNvPr>
          <p:cNvSpPr/>
          <p:nvPr userDrawn="1"/>
        </p:nvSpPr>
        <p:spPr>
          <a:xfrm>
            <a:off x="3909035" y="2506398"/>
            <a:ext cx="1397657" cy="1397657"/>
          </a:xfrm>
          <a:prstGeom prst="ellipse">
            <a:avLst/>
          </a:prstGeom>
          <a:solidFill>
            <a:srgbClr val="E7E696"/>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20000"/>
              </a:lnSpc>
              <a:spcBef>
                <a:spcPts val="0"/>
              </a:spcBef>
              <a:spcAft>
                <a:spcPts val="0"/>
              </a:spcAft>
              <a:buClrTx/>
              <a:buSzTx/>
              <a:buFontTx/>
              <a:buNone/>
              <a:tabLst/>
            </a:pPr>
            <a:endParaRPr kumimoji="0" lang="en-US" sz="3000" b="0" i="0" u="none" strike="noStrike" cap="all" spc="0" normalizeH="0" baseline="0">
              <a:ln>
                <a:noFill/>
              </a:ln>
              <a:solidFill>
                <a:srgbClr val="FFFFFF"/>
              </a:solidFill>
              <a:effectLst/>
              <a:uFillTx/>
              <a:latin typeface="Proxima Nova Extrabold"/>
              <a:ea typeface="Proxima Nova Extrabold"/>
              <a:cs typeface="Proxima Nova Extrabold"/>
              <a:sym typeface="Proxima Nova Extrabold"/>
            </a:endParaRPr>
          </a:p>
        </p:txBody>
      </p:sp>
      <p:sp>
        <p:nvSpPr>
          <p:cNvPr id="22" name="Text Placeholder 6">
            <a:extLst>
              <a:ext uri="{FF2B5EF4-FFF2-40B4-BE49-F238E27FC236}">
                <a16:creationId xmlns:a16="http://schemas.microsoft.com/office/drawing/2014/main" id="{59D3C82F-D89A-DE3F-19F6-E61DEF659276}"/>
              </a:ext>
            </a:extLst>
          </p:cNvPr>
          <p:cNvSpPr>
            <a:spLocks noGrp="1"/>
          </p:cNvSpPr>
          <p:nvPr>
            <p:ph type="body" sz="quarter" idx="68" hasCustomPrompt="1"/>
          </p:nvPr>
        </p:nvSpPr>
        <p:spPr>
          <a:xfrm>
            <a:off x="3972982" y="3085449"/>
            <a:ext cx="1280583" cy="230832"/>
          </a:xfrm>
          <a:prstGeom prst="rect">
            <a:avLst/>
          </a:prstGeom>
        </p:spPr>
        <p:txBody>
          <a:bodyPr anchor="b">
            <a:noAutofit/>
          </a:bodyPr>
          <a:lstStyle>
            <a:lvl1pPr marL="0" indent="0" algn="ctr">
              <a:lnSpc>
                <a:spcPct val="70000"/>
              </a:lnSpc>
              <a:spcBef>
                <a:spcPts val="0"/>
              </a:spcBef>
              <a:buNone/>
              <a:defRPr sz="900">
                <a:solidFill>
                  <a:schemeClr val="accent2"/>
                </a:solidFill>
                <a:latin typeface="+mj-lt"/>
              </a:defRPr>
            </a:lvl1pPr>
          </a:lstStyle>
          <a:p>
            <a:pPr lvl="0"/>
            <a:r>
              <a:rPr lang="en-US"/>
              <a:t>TITLE</a:t>
            </a:r>
          </a:p>
        </p:txBody>
      </p:sp>
      <p:sp>
        <p:nvSpPr>
          <p:cNvPr id="23" name="Oval 22">
            <a:extLst>
              <a:ext uri="{FF2B5EF4-FFF2-40B4-BE49-F238E27FC236}">
                <a16:creationId xmlns:a16="http://schemas.microsoft.com/office/drawing/2014/main" id="{CE03D2F3-0841-C991-0C3B-82BD240B33CB}"/>
              </a:ext>
            </a:extLst>
          </p:cNvPr>
          <p:cNvSpPr/>
          <p:nvPr userDrawn="1"/>
        </p:nvSpPr>
        <p:spPr>
          <a:xfrm>
            <a:off x="5567714" y="2506398"/>
            <a:ext cx="1397657" cy="1397657"/>
          </a:xfrm>
          <a:prstGeom prst="ellipse">
            <a:avLst/>
          </a:prstGeom>
          <a:solidFill>
            <a:srgbClr val="E7E696"/>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20000"/>
              </a:lnSpc>
              <a:spcBef>
                <a:spcPts val="0"/>
              </a:spcBef>
              <a:spcAft>
                <a:spcPts val="0"/>
              </a:spcAft>
              <a:buClrTx/>
              <a:buSzTx/>
              <a:buFontTx/>
              <a:buNone/>
              <a:tabLst/>
            </a:pPr>
            <a:endParaRPr kumimoji="0" lang="en-US" sz="3000" b="0" i="0" u="none" strike="noStrike" cap="all" spc="0" normalizeH="0" baseline="0">
              <a:ln>
                <a:noFill/>
              </a:ln>
              <a:solidFill>
                <a:srgbClr val="FFFFFF"/>
              </a:solidFill>
              <a:effectLst/>
              <a:uFillTx/>
              <a:latin typeface="Proxima Nova Extrabold"/>
              <a:ea typeface="Proxima Nova Extrabold"/>
              <a:cs typeface="Proxima Nova Extrabold"/>
              <a:sym typeface="Proxima Nova Extrabold"/>
            </a:endParaRPr>
          </a:p>
        </p:txBody>
      </p:sp>
      <p:sp>
        <p:nvSpPr>
          <p:cNvPr id="24" name="Text Placeholder 6">
            <a:extLst>
              <a:ext uri="{FF2B5EF4-FFF2-40B4-BE49-F238E27FC236}">
                <a16:creationId xmlns:a16="http://schemas.microsoft.com/office/drawing/2014/main" id="{C3B45202-84D7-1B71-890D-63F751B2B333}"/>
              </a:ext>
            </a:extLst>
          </p:cNvPr>
          <p:cNvSpPr>
            <a:spLocks noGrp="1"/>
          </p:cNvSpPr>
          <p:nvPr>
            <p:ph type="body" sz="quarter" idx="69" hasCustomPrompt="1"/>
          </p:nvPr>
        </p:nvSpPr>
        <p:spPr>
          <a:xfrm>
            <a:off x="5631661" y="3085449"/>
            <a:ext cx="1280583" cy="230832"/>
          </a:xfrm>
          <a:prstGeom prst="rect">
            <a:avLst/>
          </a:prstGeom>
        </p:spPr>
        <p:txBody>
          <a:bodyPr anchor="b">
            <a:noAutofit/>
          </a:bodyPr>
          <a:lstStyle>
            <a:lvl1pPr marL="0" indent="0" algn="ctr">
              <a:lnSpc>
                <a:spcPct val="70000"/>
              </a:lnSpc>
              <a:spcBef>
                <a:spcPts val="0"/>
              </a:spcBef>
              <a:buNone/>
              <a:defRPr sz="900">
                <a:solidFill>
                  <a:schemeClr val="accent2"/>
                </a:solidFill>
                <a:latin typeface="+mj-lt"/>
              </a:defRPr>
            </a:lvl1pPr>
          </a:lstStyle>
          <a:p>
            <a:pPr lvl="0"/>
            <a:r>
              <a:rPr lang="en-US"/>
              <a:t>TITLE</a:t>
            </a:r>
          </a:p>
        </p:txBody>
      </p:sp>
      <p:sp>
        <p:nvSpPr>
          <p:cNvPr id="25" name="Oval 24">
            <a:extLst>
              <a:ext uri="{FF2B5EF4-FFF2-40B4-BE49-F238E27FC236}">
                <a16:creationId xmlns:a16="http://schemas.microsoft.com/office/drawing/2014/main" id="{46AE4489-F8A3-1102-981F-14F437034BE5}"/>
              </a:ext>
            </a:extLst>
          </p:cNvPr>
          <p:cNvSpPr/>
          <p:nvPr userDrawn="1"/>
        </p:nvSpPr>
        <p:spPr>
          <a:xfrm>
            <a:off x="7226393" y="2506398"/>
            <a:ext cx="1397657" cy="1397657"/>
          </a:xfrm>
          <a:prstGeom prst="ellipse">
            <a:avLst/>
          </a:prstGeom>
          <a:solidFill>
            <a:srgbClr val="E7E696"/>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20000"/>
              </a:lnSpc>
              <a:spcBef>
                <a:spcPts val="0"/>
              </a:spcBef>
              <a:spcAft>
                <a:spcPts val="0"/>
              </a:spcAft>
              <a:buClrTx/>
              <a:buSzTx/>
              <a:buFontTx/>
              <a:buNone/>
              <a:tabLst/>
            </a:pPr>
            <a:endParaRPr kumimoji="0" lang="en-US" sz="3000" b="0" i="0" u="none" strike="noStrike" cap="all" spc="0" normalizeH="0" baseline="0">
              <a:ln>
                <a:noFill/>
              </a:ln>
              <a:solidFill>
                <a:srgbClr val="FFFFFF"/>
              </a:solidFill>
              <a:effectLst/>
              <a:uFillTx/>
              <a:latin typeface="Proxima Nova Extrabold"/>
              <a:ea typeface="Proxima Nova Extrabold"/>
              <a:cs typeface="Proxima Nova Extrabold"/>
              <a:sym typeface="Proxima Nova Extrabold"/>
            </a:endParaRPr>
          </a:p>
        </p:txBody>
      </p:sp>
      <p:sp>
        <p:nvSpPr>
          <p:cNvPr id="28" name="Text Placeholder 6">
            <a:extLst>
              <a:ext uri="{FF2B5EF4-FFF2-40B4-BE49-F238E27FC236}">
                <a16:creationId xmlns:a16="http://schemas.microsoft.com/office/drawing/2014/main" id="{208B0422-0A23-5FE4-B41D-3EAE98BC1F4A}"/>
              </a:ext>
            </a:extLst>
          </p:cNvPr>
          <p:cNvSpPr>
            <a:spLocks noGrp="1"/>
          </p:cNvSpPr>
          <p:nvPr>
            <p:ph type="body" sz="quarter" idx="70" hasCustomPrompt="1"/>
          </p:nvPr>
        </p:nvSpPr>
        <p:spPr>
          <a:xfrm>
            <a:off x="7290340" y="3085449"/>
            <a:ext cx="1280583" cy="230832"/>
          </a:xfrm>
          <a:prstGeom prst="rect">
            <a:avLst/>
          </a:prstGeom>
        </p:spPr>
        <p:txBody>
          <a:bodyPr anchor="b">
            <a:noAutofit/>
          </a:bodyPr>
          <a:lstStyle>
            <a:lvl1pPr marL="0" indent="0" algn="ctr">
              <a:lnSpc>
                <a:spcPct val="70000"/>
              </a:lnSpc>
              <a:spcBef>
                <a:spcPts val="0"/>
              </a:spcBef>
              <a:buNone/>
              <a:defRPr sz="900">
                <a:solidFill>
                  <a:schemeClr val="accent2"/>
                </a:solidFill>
                <a:latin typeface="+mj-lt"/>
              </a:defRPr>
            </a:lvl1pPr>
          </a:lstStyle>
          <a:p>
            <a:pPr lvl="0"/>
            <a:r>
              <a:rPr lang="en-US"/>
              <a:t>TITLE</a:t>
            </a:r>
          </a:p>
        </p:txBody>
      </p:sp>
      <p:sp>
        <p:nvSpPr>
          <p:cNvPr id="6" name="Text Placeholder 6">
            <a:extLst>
              <a:ext uri="{FF2B5EF4-FFF2-40B4-BE49-F238E27FC236}">
                <a16:creationId xmlns:a16="http://schemas.microsoft.com/office/drawing/2014/main" id="{0712FCDE-51A2-D1EC-DCC5-646B14F6CA23}"/>
              </a:ext>
            </a:extLst>
          </p:cNvPr>
          <p:cNvSpPr>
            <a:spLocks noGrp="1"/>
          </p:cNvSpPr>
          <p:nvPr>
            <p:ph type="body" sz="quarter" idx="61" hasCustomPrompt="1"/>
          </p:nvPr>
        </p:nvSpPr>
        <p:spPr>
          <a:xfrm>
            <a:off x="623278" y="895100"/>
            <a:ext cx="4316609" cy="762933"/>
          </a:xfrm>
          <a:prstGeom prst="rect">
            <a:avLst/>
          </a:prstGeom>
        </p:spPr>
        <p:txBody>
          <a:bodyPr lIns="0" tIns="0" rIns="0" bIns="0" anchor="b">
            <a:noAutofit/>
          </a:bodyPr>
          <a:lstStyle>
            <a:lvl1pPr marL="0" indent="0">
              <a:lnSpc>
                <a:spcPct val="70000"/>
              </a:lnSpc>
              <a:buNone/>
              <a:defRPr sz="3750">
                <a:solidFill>
                  <a:schemeClr val="accent3"/>
                </a:solidFill>
                <a:latin typeface="+mj-lt"/>
              </a:defRPr>
            </a:lvl1pPr>
          </a:lstStyle>
          <a:p>
            <a:pPr lvl="0"/>
            <a:r>
              <a:rPr lang="en-US"/>
              <a:t>TITLE</a:t>
            </a:r>
          </a:p>
        </p:txBody>
      </p:sp>
      <p:sp>
        <p:nvSpPr>
          <p:cNvPr id="7" name="Text Placeholder 14">
            <a:extLst>
              <a:ext uri="{FF2B5EF4-FFF2-40B4-BE49-F238E27FC236}">
                <a16:creationId xmlns:a16="http://schemas.microsoft.com/office/drawing/2014/main" id="{375EA229-4A01-4C04-FC1E-41605252622D}"/>
              </a:ext>
            </a:extLst>
          </p:cNvPr>
          <p:cNvSpPr>
            <a:spLocks noGrp="1"/>
          </p:cNvSpPr>
          <p:nvPr>
            <p:ph type="body" sz="quarter" idx="23" hasCustomPrompt="1"/>
          </p:nvPr>
        </p:nvSpPr>
        <p:spPr>
          <a:xfrm>
            <a:off x="623277" y="1948972"/>
            <a:ext cx="4801145" cy="300083"/>
          </a:xfrm>
        </p:spPr>
        <p:txBody>
          <a:bodyPr lIns="0" tIns="0" rIns="0" bIns="0">
            <a:noAutofit/>
          </a:bodyPr>
          <a:lstStyle>
            <a:lvl1pPr marL="0" indent="0">
              <a:lnSpc>
                <a:spcPct val="90000"/>
              </a:lnSpc>
              <a:spcBef>
                <a:spcPts val="0"/>
              </a:spcBef>
              <a:buNone/>
              <a:defRPr sz="1200">
                <a:solidFill>
                  <a:schemeClr val="bg1"/>
                </a:solidFill>
              </a:defRPr>
            </a:lvl1pPr>
          </a:lstStyle>
          <a:p>
            <a:pPr lvl="0"/>
            <a:r>
              <a:rPr lang="en-US"/>
              <a:t>Text</a:t>
            </a:r>
          </a:p>
        </p:txBody>
      </p:sp>
      <p:sp>
        <p:nvSpPr>
          <p:cNvPr id="8" name="Text Placeholder 14">
            <a:extLst>
              <a:ext uri="{FF2B5EF4-FFF2-40B4-BE49-F238E27FC236}">
                <a16:creationId xmlns:a16="http://schemas.microsoft.com/office/drawing/2014/main" id="{C1BA0C07-963B-B656-BB62-1F1FBC4E83D2}"/>
              </a:ext>
            </a:extLst>
          </p:cNvPr>
          <p:cNvSpPr>
            <a:spLocks noGrp="1"/>
          </p:cNvSpPr>
          <p:nvPr>
            <p:ph type="body" sz="quarter" idx="66" hasCustomPrompt="1"/>
          </p:nvPr>
        </p:nvSpPr>
        <p:spPr>
          <a:xfrm>
            <a:off x="624223" y="4485108"/>
            <a:ext cx="6294264" cy="300083"/>
          </a:xfrm>
        </p:spPr>
        <p:txBody>
          <a:bodyPr lIns="0" tIns="0" rIns="0" bIns="0">
            <a:noAutofit/>
          </a:bodyPr>
          <a:lstStyle>
            <a:lvl1pPr marL="0" indent="0">
              <a:lnSpc>
                <a:spcPct val="90000"/>
              </a:lnSpc>
              <a:spcBef>
                <a:spcPts val="0"/>
              </a:spcBef>
              <a:buNone/>
              <a:defRPr sz="680">
                <a:solidFill>
                  <a:schemeClr val="bg1"/>
                </a:solidFill>
              </a:defRPr>
            </a:lvl1pPr>
          </a:lstStyle>
          <a:p>
            <a:pPr lvl="0"/>
            <a:r>
              <a:rPr lang="en-US"/>
              <a:t>Text</a:t>
            </a:r>
          </a:p>
        </p:txBody>
      </p:sp>
    </p:spTree>
    <p:extLst>
      <p:ext uri="{BB962C8B-B14F-4D97-AF65-F5344CB8AC3E}">
        <p14:creationId xmlns:p14="http://schemas.microsoft.com/office/powerpoint/2010/main" val="1402483985"/>
      </p:ext>
    </p:extLst>
  </p:cSld>
  <p:clrMapOvr>
    <a:masterClrMapping/>
  </p:clrMapOvr>
  <p:transition spd="med"/>
</p:sldLayout>
</file>

<file path=ppt/slideLayouts/slideLayout125.xml><?xml version="1.0" encoding="utf-8"?>
<p:sldLayout xmlns:a="http://schemas.openxmlformats.org/drawingml/2006/main" xmlns:r="http://schemas.openxmlformats.org/officeDocument/2006/relationships" xmlns:p="http://schemas.openxmlformats.org/presentationml/2006/main" showMasterSp="0" preserve="1" userDrawn="1">
  <p:cSld name="Image over shape left + title, numbered list right">
    <p:bg>
      <p:bgPr>
        <a:solidFill>
          <a:srgbClr val="FDFAF2"/>
        </a:solidFill>
        <a:effectLst/>
      </p:bgPr>
    </p:bg>
    <p:spTree>
      <p:nvGrpSpPr>
        <p:cNvPr id="1" name=""/>
        <p:cNvGrpSpPr/>
        <p:nvPr/>
      </p:nvGrpSpPr>
      <p:grpSpPr>
        <a:xfrm>
          <a:off x="0" y="0"/>
          <a:ext cx="0" cy="0"/>
          <a:chOff x="0" y="0"/>
          <a:chExt cx="0" cy="0"/>
        </a:xfrm>
      </p:grpSpPr>
      <p:sp>
        <p:nvSpPr>
          <p:cNvPr id="184" name="Slide Number"/>
          <p:cNvSpPr txBox="1">
            <a:spLocks noGrp="1"/>
          </p:cNvSpPr>
          <p:nvPr>
            <p:ph type="sldNum" sz="quarter" idx="2"/>
          </p:nvPr>
        </p:nvSpPr>
        <p:spPr>
          <a:prstGeom prst="rect">
            <a:avLst/>
          </a:prstGeom>
        </p:spPr>
        <p:txBody>
          <a:bodyPr/>
          <a:lstStyle>
            <a:lvl1pPr>
              <a:defRPr>
                <a:solidFill>
                  <a:schemeClr val="tx1"/>
                </a:solidFill>
              </a:defRPr>
            </a:lvl1pPr>
          </a:lstStyle>
          <a:p>
            <a:fld id="{86CB4B4D-7CA3-9044-876B-883B54F8677D}" type="slidenum">
              <a:rPr lang="en-GB" smtClean="0"/>
              <a:pPr/>
              <a:t>‹#›</a:t>
            </a:fld>
            <a:endParaRPr lang="en-GB"/>
          </a:p>
        </p:txBody>
      </p:sp>
      <p:sp>
        <p:nvSpPr>
          <p:cNvPr id="15" name="Text Placeholder 14">
            <a:extLst>
              <a:ext uri="{FF2B5EF4-FFF2-40B4-BE49-F238E27FC236}">
                <a16:creationId xmlns:a16="http://schemas.microsoft.com/office/drawing/2014/main" id="{4D7654DB-631C-DFCF-EF34-B99E8857C7B1}"/>
              </a:ext>
            </a:extLst>
          </p:cNvPr>
          <p:cNvSpPr>
            <a:spLocks noGrp="1"/>
          </p:cNvSpPr>
          <p:nvPr>
            <p:ph type="body" sz="quarter" idx="11" hasCustomPrompt="1"/>
          </p:nvPr>
        </p:nvSpPr>
        <p:spPr>
          <a:xfrm>
            <a:off x="5001050" y="1286288"/>
            <a:ext cx="3326488" cy="546155"/>
          </a:xfrm>
          <a:prstGeom prst="rect">
            <a:avLst/>
          </a:prstGeom>
        </p:spPr>
        <p:txBody>
          <a:bodyPr lIns="0" tIns="0" rIns="0" bIns="0" anchor="b">
            <a:noAutofit/>
          </a:bodyPr>
          <a:lstStyle>
            <a:lvl1pPr marL="0" marR="0" indent="0" algn="l" defTabSz="219075" rtl="0" eaLnBrk="1" fontAlgn="auto" latinLnBrk="0" hangingPunct="1">
              <a:lnSpc>
                <a:spcPct val="100000"/>
              </a:lnSpc>
              <a:spcBef>
                <a:spcPts val="900"/>
              </a:spcBef>
              <a:spcAft>
                <a:spcPts val="0"/>
              </a:spcAft>
              <a:buClr>
                <a:srgbClr val="57BEF0"/>
              </a:buClr>
              <a:buSzPct val="250000"/>
              <a:buFontTx/>
              <a:buNone/>
              <a:tabLst/>
              <a:defRPr sz="3000">
                <a:solidFill>
                  <a:schemeClr val="tx1"/>
                </a:solidFill>
                <a:latin typeface="+mj-lt"/>
              </a:defRPr>
            </a:lvl1pPr>
          </a:lstStyle>
          <a:p>
            <a:pPr marL="0" marR="0" lvl="0" indent="0" algn="l" defTabSz="219075" rtl="0" eaLnBrk="1" fontAlgn="auto" latinLnBrk="0" hangingPunct="1">
              <a:lnSpc>
                <a:spcPct val="100000"/>
              </a:lnSpc>
              <a:spcBef>
                <a:spcPts val="900"/>
              </a:spcBef>
              <a:spcAft>
                <a:spcPts val="0"/>
              </a:spcAft>
              <a:buClr>
                <a:srgbClr val="57BEF0"/>
              </a:buClr>
              <a:buSzPct val="250000"/>
              <a:buFontTx/>
              <a:buNone/>
              <a:tabLst/>
              <a:defRPr/>
            </a:pPr>
            <a:r>
              <a:rPr lang="en-US"/>
              <a:t>TITLE</a:t>
            </a:r>
          </a:p>
        </p:txBody>
      </p:sp>
      <p:pic>
        <p:nvPicPr>
          <p:cNvPr id="9" name="CGC logo.png" descr="CGC logo.png">
            <a:extLst>
              <a:ext uri="{FF2B5EF4-FFF2-40B4-BE49-F238E27FC236}">
                <a16:creationId xmlns:a16="http://schemas.microsoft.com/office/drawing/2014/main" id="{F5D0896A-85F3-2FA7-58ED-F35C784639C4}"/>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285750" y="285750"/>
            <a:ext cx="1152525" cy="199894"/>
          </a:xfrm>
          <a:prstGeom prst="rect">
            <a:avLst/>
          </a:prstGeom>
          <a:ln w="12700">
            <a:miter lim="400000"/>
          </a:ln>
        </p:spPr>
      </p:pic>
      <p:sp>
        <p:nvSpPr>
          <p:cNvPr id="3" name="Oval">
            <a:extLst>
              <a:ext uri="{FF2B5EF4-FFF2-40B4-BE49-F238E27FC236}">
                <a16:creationId xmlns:a16="http://schemas.microsoft.com/office/drawing/2014/main" id="{C025D860-4118-2D21-39A3-E3795DAE19B2}"/>
              </a:ext>
            </a:extLst>
          </p:cNvPr>
          <p:cNvSpPr/>
          <p:nvPr userDrawn="1"/>
        </p:nvSpPr>
        <p:spPr>
          <a:xfrm>
            <a:off x="2040634" y="2416753"/>
            <a:ext cx="1985876" cy="1961553"/>
          </a:xfrm>
          <a:prstGeom prst="ellipse">
            <a:avLst/>
          </a:prstGeom>
          <a:solidFill>
            <a:srgbClr val="691839"/>
          </a:solidFill>
          <a:ln w="12700">
            <a:miter lim="400000"/>
          </a:ln>
        </p:spPr>
        <p:txBody>
          <a:bodyPr lIns="19050" tIns="19050" rIns="19050" bIns="19050" anchor="ctr"/>
          <a:lstStyle/>
          <a:p>
            <a:pPr algn="ctr" defTabSz="309563">
              <a:lnSpc>
                <a:spcPct val="120000"/>
              </a:lnSpc>
              <a:spcBef>
                <a:spcPts val="0"/>
              </a:spcBef>
              <a:defRPr cap="all">
                <a:solidFill>
                  <a:srgbClr val="691839"/>
                </a:solidFill>
                <a:latin typeface="Proxima Nova Extrabold"/>
                <a:ea typeface="Proxima Nova Extrabold"/>
                <a:cs typeface="Proxima Nova Extrabold"/>
                <a:sym typeface="Proxima Nova Extrabold"/>
              </a:defRPr>
            </a:pPr>
            <a:endParaRPr sz="422"/>
          </a:p>
        </p:txBody>
      </p:sp>
      <p:sp>
        <p:nvSpPr>
          <p:cNvPr id="7" name="Picture Placeholder 7">
            <a:extLst>
              <a:ext uri="{FF2B5EF4-FFF2-40B4-BE49-F238E27FC236}">
                <a16:creationId xmlns:a16="http://schemas.microsoft.com/office/drawing/2014/main" id="{85E88752-8BCE-32C5-78C3-934BB1DF1831}"/>
              </a:ext>
            </a:extLst>
          </p:cNvPr>
          <p:cNvSpPr>
            <a:spLocks noGrp="1"/>
          </p:cNvSpPr>
          <p:nvPr>
            <p:ph type="pic" sz="quarter" idx="14"/>
          </p:nvPr>
        </p:nvSpPr>
        <p:spPr>
          <a:xfrm>
            <a:off x="1621454" y="1388332"/>
            <a:ext cx="1894273" cy="2431703"/>
          </a:xfrm>
          <a:prstGeom prst="rect">
            <a:avLst/>
          </a:prstGeom>
          <a:effectLst>
            <a:softEdge rad="101600"/>
          </a:effectLst>
        </p:spPr>
        <p:txBody>
          <a:bodyPr/>
          <a:lstStyle/>
          <a:p>
            <a:endParaRPr lang="en-US"/>
          </a:p>
        </p:txBody>
      </p:sp>
      <p:sp>
        <p:nvSpPr>
          <p:cNvPr id="10" name="Text Placeholder 14">
            <a:extLst>
              <a:ext uri="{FF2B5EF4-FFF2-40B4-BE49-F238E27FC236}">
                <a16:creationId xmlns:a16="http://schemas.microsoft.com/office/drawing/2014/main" id="{0FD435B2-EA6F-97E8-D79F-CC1E7EB74346}"/>
              </a:ext>
            </a:extLst>
          </p:cNvPr>
          <p:cNvSpPr>
            <a:spLocks noGrp="1"/>
          </p:cNvSpPr>
          <p:nvPr>
            <p:ph type="body" sz="quarter" idx="24" hasCustomPrompt="1"/>
          </p:nvPr>
        </p:nvSpPr>
        <p:spPr>
          <a:xfrm>
            <a:off x="5000104" y="2109667"/>
            <a:ext cx="2859619" cy="2485828"/>
          </a:xfrm>
        </p:spPr>
        <p:txBody>
          <a:bodyPr lIns="0" tIns="0" rIns="0" bIns="0" anchor="t">
            <a:noAutofit/>
          </a:bodyPr>
          <a:lstStyle>
            <a:lvl1pPr marL="228600" indent="-228600">
              <a:lnSpc>
                <a:spcPct val="130000"/>
              </a:lnSpc>
              <a:spcBef>
                <a:spcPts val="600"/>
              </a:spcBef>
              <a:buClr>
                <a:srgbClr val="0F2240"/>
              </a:buClr>
              <a:buSzPct val="100000"/>
              <a:buFont typeface="+mj-lt"/>
              <a:buAutoNum type="arabicPeriod"/>
              <a:defRPr sz="900">
                <a:solidFill>
                  <a:schemeClr val="tx1"/>
                </a:solidFill>
              </a:defRPr>
            </a:lvl1pPr>
          </a:lstStyle>
          <a:p>
            <a:pPr lvl="0"/>
            <a:r>
              <a:rPr lang="en-US"/>
              <a:t>Text</a:t>
            </a:r>
          </a:p>
        </p:txBody>
      </p:sp>
    </p:spTree>
    <p:extLst>
      <p:ext uri="{BB962C8B-B14F-4D97-AF65-F5344CB8AC3E}">
        <p14:creationId xmlns:p14="http://schemas.microsoft.com/office/powerpoint/2010/main" val="676773238"/>
      </p:ext>
    </p:extLst>
  </p:cSld>
  <p:clrMapOvr>
    <a:masterClrMapping/>
  </p:clrMapOvr>
  <p:transition spd="med"/>
</p:sldLayout>
</file>

<file path=ppt/slideLayouts/slideLayout126.xml><?xml version="1.0" encoding="utf-8"?>
<p:sldLayout xmlns:a="http://schemas.openxmlformats.org/drawingml/2006/main" xmlns:r="http://schemas.openxmlformats.org/officeDocument/2006/relationships" xmlns:p="http://schemas.openxmlformats.org/presentationml/2006/main" showMasterSp="0" preserve="1" userDrawn="1">
  <p:cSld name="Testimonial 1">
    <p:bg>
      <p:bgPr>
        <a:solidFill>
          <a:srgbClr val="730B39"/>
        </a:solidFill>
        <a:effectLst/>
      </p:bgPr>
    </p:bg>
    <p:spTree>
      <p:nvGrpSpPr>
        <p:cNvPr id="1" name=""/>
        <p:cNvGrpSpPr/>
        <p:nvPr/>
      </p:nvGrpSpPr>
      <p:grpSpPr>
        <a:xfrm>
          <a:off x="0" y="0"/>
          <a:ext cx="0" cy="0"/>
          <a:chOff x="0" y="0"/>
          <a:chExt cx="0" cy="0"/>
        </a:xfrm>
      </p:grpSpPr>
      <p:pic>
        <p:nvPicPr>
          <p:cNvPr id="4" name="CGC logo white.png" descr="CGC logo white.png">
            <a:extLst>
              <a:ext uri="{FF2B5EF4-FFF2-40B4-BE49-F238E27FC236}">
                <a16:creationId xmlns:a16="http://schemas.microsoft.com/office/drawing/2014/main" id="{10F7AA0E-544A-B751-F56E-AACB2AB930BF}"/>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285750" y="285750"/>
            <a:ext cx="1152091" cy="199818"/>
          </a:xfrm>
          <a:prstGeom prst="rect">
            <a:avLst/>
          </a:prstGeom>
          <a:ln w="12700">
            <a:miter lim="400000"/>
          </a:ln>
        </p:spPr>
      </p:pic>
      <p:sp>
        <p:nvSpPr>
          <p:cNvPr id="9" name="Text Placeholder 6">
            <a:extLst>
              <a:ext uri="{FF2B5EF4-FFF2-40B4-BE49-F238E27FC236}">
                <a16:creationId xmlns:a16="http://schemas.microsoft.com/office/drawing/2014/main" id="{163A438E-B8B7-39A5-33E9-248138DE9EC3}"/>
              </a:ext>
            </a:extLst>
          </p:cNvPr>
          <p:cNvSpPr>
            <a:spLocks noGrp="1"/>
          </p:cNvSpPr>
          <p:nvPr>
            <p:ph type="body" sz="quarter" idx="23" hasCustomPrompt="1"/>
          </p:nvPr>
        </p:nvSpPr>
        <p:spPr>
          <a:xfrm>
            <a:off x="1646240" y="1345396"/>
            <a:ext cx="1280583" cy="230832"/>
          </a:xfrm>
          <a:prstGeom prst="rect">
            <a:avLst/>
          </a:prstGeom>
        </p:spPr>
        <p:txBody>
          <a:bodyPr lIns="0" tIns="0" rIns="0" bIns="0" anchor="b">
            <a:noAutofit/>
          </a:bodyPr>
          <a:lstStyle>
            <a:lvl1pPr marL="0" indent="0" algn="l">
              <a:lnSpc>
                <a:spcPct val="70000"/>
              </a:lnSpc>
              <a:spcBef>
                <a:spcPts val="0"/>
              </a:spcBef>
              <a:buNone/>
              <a:defRPr sz="900">
                <a:solidFill>
                  <a:schemeClr val="accent3"/>
                </a:solidFill>
                <a:latin typeface="+mj-lt"/>
              </a:defRPr>
            </a:lvl1pPr>
          </a:lstStyle>
          <a:p>
            <a:pPr lvl="0"/>
            <a:r>
              <a:rPr lang="en-US"/>
              <a:t>TITLE</a:t>
            </a:r>
          </a:p>
        </p:txBody>
      </p:sp>
      <p:sp>
        <p:nvSpPr>
          <p:cNvPr id="10" name="Text Placeholder 5">
            <a:extLst>
              <a:ext uri="{FF2B5EF4-FFF2-40B4-BE49-F238E27FC236}">
                <a16:creationId xmlns:a16="http://schemas.microsoft.com/office/drawing/2014/main" id="{7EBA1087-26F3-8C7C-64D5-8F3BA965DA64}"/>
              </a:ext>
            </a:extLst>
          </p:cNvPr>
          <p:cNvSpPr>
            <a:spLocks noGrp="1"/>
          </p:cNvSpPr>
          <p:nvPr>
            <p:ph type="body" sz="quarter" idx="24" hasCustomPrompt="1"/>
          </p:nvPr>
        </p:nvSpPr>
        <p:spPr>
          <a:xfrm>
            <a:off x="1646240" y="1716900"/>
            <a:ext cx="5976491" cy="1850373"/>
          </a:xfrm>
        </p:spPr>
        <p:txBody>
          <a:bodyPr lIns="0" tIns="0" rIns="0" bIns="0" anchor="t">
            <a:noAutofit/>
          </a:bodyPr>
          <a:lstStyle>
            <a:lvl1pPr marL="0" indent="0" algn="l">
              <a:lnSpc>
                <a:spcPct val="100000"/>
              </a:lnSpc>
              <a:spcBef>
                <a:spcPts val="0"/>
              </a:spcBef>
              <a:buNone/>
              <a:defRPr sz="2100">
                <a:solidFill>
                  <a:schemeClr val="bg1"/>
                </a:solidFill>
              </a:defRPr>
            </a:lvl1pPr>
          </a:lstStyle>
          <a:p>
            <a:pPr lvl="0"/>
            <a:r>
              <a:rPr lang="en-US"/>
              <a:t>Text</a:t>
            </a:r>
          </a:p>
        </p:txBody>
      </p:sp>
    </p:spTree>
    <p:extLst>
      <p:ext uri="{BB962C8B-B14F-4D97-AF65-F5344CB8AC3E}">
        <p14:creationId xmlns:p14="http://schemas.microsoft.com/office/powerpoint/2010/main" val="2728068763"/>
      </p:ext>
    </p:extLst>
  </p:cSld>
  <p:clrMapOvr>
    <a:masterClrMapping/>
  </p:clrMapOvr>
  <p:transition spd="med"/>
</p:sldLayout>
</file>

<file path=ppt/slideLayouts/slideLayout127.xml><?xml version="1.0" encoding="utf-8"?>
<p:sldLayout xmlns:a="http://schemas.openxmlformats.org/drawingml/2006/main" xmlns:r="http://schemas.openxmlformats.org/officeDocument/2006/relationships" xmlns:p="http://schemas.openxmlformats.org/presentationml/2006/main" showMasterSp="0" preserve="1" userDrawn="1">
  <p:cSld name="Testimonial 2">
    <p:bg>
      <p:bgPr>
        <a:solidFill>
          <a:srgbClr val="0143FD"/>
        </a:solidFill>
        <a:effectLst/>
      </p:bgPr>
    </p:bg>
    <p:spTree>
      <p:nvGrpSpPr>
        <p:cNvPr id="1" name=""/>
        <p:cNvGrpSpPr/>
        <p:nvPr/>
      </p:nvGrpSpPr>
      <p:grpSpPr>
        <a:xfrm>
          <a:off x="0" y="0"/>
          <a:ext cx="0" cy="0"/>
          <a:chOff x="0" y="0"/>
          <a:chExt cx="0" cy="0"/>
        </a:xfrm>
      </p:grpSpPr>
      <p:pic>
        <p:nvPicPr>
          <p:cNvPr id="2" name="shape-1.svg" descr="shape-1.svg">
            <a:extLst>
              <a:ext uri="{FF2B5EF4-FFF2-40B4-BE49-F238E27FC236}">
                <a16:creationId xmlns:a16="http://schemas.microsoft.com/office/drawing/2014/main" id="{E81D208B-3726-A672-D9C4-DBB540141BF0}"/>
              </a:ext>
            </a:extLst>
          </p:cNvPr>
          <p:cNvPicPr>
            <a:picLocks noChangeAspect="1"/>
          </p:cNvPicPr>
          <p:nvPr userDrawn="1"/>
        </p:nvPicPr>
        <p:blipFill>
          <a:blip r:embed="rId2" cstate="hqprint">
            <a:extLst>
              <a:ext uri="{28A0092B-C50C-407E-A947-70E740481C1C}">
                <a14:useLocalDpi xmlns:a14="http://schemas.microsoft.com/office/drawing/2010/main"/>
              </a:ext>
            </a:extLst>
          </a:blip>
          <a:srcRect/>
          <a:stretch>
            <a:fillRect/>
          </a:stretch>
        </p:blipFill>
        <p:spPr>
          <a:xfrm>
            <a:off x="0" y="3762967"/>
            <a:ext cx="4572000" cy="1380533"/>
          </a:xfrm>
          <a:prstGeom prst="rect">
            <a:avLst/>
          </a:prstGeom>
          <a:ln w="12700">
            <a:miter lim="400000"/>
          </a:ln>
        </p:spPr>
      </p:pic>
      <p:pic>
        <p:nvPicPr>
          <p:cNvPr id="4" name="CGC logo white.png" descr="CGC logo white.png">
            <a:extLst>
              <a:ext uri="{FF2B5EF4-FFF2-40B4-BE49-F238E27FC236}">
                <a16:creationId xmlns:a16="http://schemas.microsoft.com/office/drawing/2014/main" id="{10F7AA0E-544A-B751-F56E-AACB2AB930BF}"/>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285750" y="285750"/>
            <a:ext cx="1152091" cy="199818"/>
          </a:xfrm>
          <a:prstGeom prst="rect">
            <a:avLst/>
          </a:prstGeom>
          <a:ln w="12700">
            <a:miter lim="400000"/>
          </a:ln>
        </p:spPr>
      </p:pic>
      <p:sp>
        <p:nvSpPr>
          <p:cNvPr id="3" name="Text Placeholder 6">
            <a:extLst>
              <a:ext uri="{FF2B5EF4-FFF2-40B4-BE49-F238E27FC236}">
                <a16:creationId xmlns:a16="http://schemas.microsoft.com/office/drawing/2014/main" id="{3C553DDA-7E87-C289-EF02-601DBF0DE677}"/>
              </a:ext>
            </a:extLst>
          </p:cNvPr>
          <p:cNvSpPr>
            <a:spLocks noGrp="1"/>
          </p:cNvSpPr>
          <p:nvPr>
            <p:ph type="body" sz="quarter" idx="23" hasCustomPrompt="1"/>
          </p:nvPr>
        </p:nvSpPr>
        <p:spPr>
          <a:xfrm>
            <a:off x="1646240" y="1345396"/>
            <a:ext cx="1280583" cy="230832"/>
          </a:xfrm>
          <a:prstGeom prst="rect">
            <a:avLst/>
          </a:prstGeom>
        </p:spPr>
        <p:txBody>
          <a:bodyPr lIns="0" tIns="0" rIns="0" bIns="0" anchor="b">
            <a:noAutofit/>
          </a:bodyPr>
          <a:lstStyle>
            <a:lvl1pPr marL="0" indent="0" algn="l">
              <a:lnSpc>
                <a:spcPct val="70000"/>
              </a:lnSpc>
              <a:spcBef>
                <a:spcPts val="0"/>
              </a:spcBef>
              <a:buNone/>
              <a:defRPr sz="900">
                <a:solidFill>
                  <a:schemeClr val="accent3"/>
                </a:solidFill>
                <a:latin typeface="+mj-lt"/>
              </a:defRPr>
            </a:lvl1pPr>
          </a:lstStyle>
          <a:p>
            <a:pPr lvl="0"/>
            <a:r>
              <a:rPr lang="en-US"/>
              <a:t>TITLE</a:t>
            </a:r>
          </a:p>
        </p:txBody>
      </p:sp>
      <p:sp>
        <p:nvSpPr>
          <p:cNvPr id="5" name="Text Placeholder 5">
            <a:extLst>
              <a:ext uri="{FF2B5EF4-FFF2-40B4-BE49-F238E27FC236}">
                <a16:creationId xmlns:a16="http://schemas.microsoft.com/office/drawing/2014/main" id="{C7E8E799-A615-B023-5491-1DD3FF5E431B}"/>
              </a:ext>
            </a:extLst>
          </p:cNvPr>
          <p:cNvSpPr>
            <a:spLocks noGrp="1"/>
          </p:cNvSpPr>
          <p:nvPr>
            <p:ph type="body" sz="quarter" idx="24" hasCustomPrompt="1"/>
          </p:nvPr>
        </p:nvSpPr>
        <p:spPr>
          <a:xfrm>
            <a:off x="1646240" y="1716900"/>
            <a:ext cx="5976491" cy="1850373"/>
          </a:xfrm>
        </p:spPr>
        <p:txBody>
          <a:bodyPr lIns="0" tIns="0" rIns="0" bIns="0" anchor="t">
            <a:noAutofit/>
          </a:bodyPr>
          <a:lstStyle>
            <a:lvl1pPr marL="0" indent="0" algn="l">
              <a:lnSpc>
                <a:spcPct val="100000"/>
              </a:lnSpc>
              <a:spcBef>
                <a:spcPts val="0"/>
              </a:spcBef>
              <a:buNone/>
              <a:defRPr sz="2100">
                <a:solidFill>
                  <a:schemeClr val="bg1"/>
                </a:solidFill>
              </a:defRPr>
            </a:lvl1pPr>
          </a:lstStyle>
          <a:p>
            <a:pPr lvl="0"/>
            <a:r>
              <a:rPr lang="en-US"/>
              <a:t>Text</a:t>
            </a:r>
          </a:p>
        </p:txBody>
      </p:sp>
    </p:spTree>
    <p:extLst>
      <p:ext uri="{BB962C8B-B14F-4D97-AF65-F5344CB8AC3E}">
        <p14:creationId xmlns:p14="http://schemas.microsoft.com/office/powerpoint/2010/main" val="3155826035"/>
      </p:ext>
    </p:extLst>
  </p:cSld>
  <p:clrMapOvr>
    <a:masterClrMapping/>
  </p:clrMapOvr>
  <p:transition spd="med"/>
</p:sldLayout>
</file>

<file path=ppt/slideLayouts/slideLayout128.xml><?xml version="1.0" encoding="utf-8"?>
<p:sldLayout xmlns:a="http://schemas.openxmlformats.org/drawingml/2006/main" xmlns:r="http://schemas.openxmlformats.org/officeDocument/2006/relationships" xmlns:p="http://schemas.openxmlformats.org/presentationml/2006/main" showMasterSp="0" preserve="1" userDrawn="1">
  <p:cSld name="Testimonial 3">
    <p:bg>
      <p:bgPr>
        <a:solidFill>
          <a:srgbClr val="0F2240"/>
        </a:solidFill>
        <a:effectLst/>
      </p:bgPr>
    </p:bg>
    <p:spTree>
      <p:nvGrpSpPr>
        <p:cNvPr id="1" name=""/>
        <p:cNvGrpSpPr/>
        <p:nvPr/>
      </p:nvGrpSpPr>
      <p:grpSpPr>
        <a:xfrm>
          <a:off x="0" y="0"/>
          <a:ext cx="0" cy="0"/>
          <a:chOff x="0" y="0"/>
          <a:chExt cx="0" cy="0"/>
        </a:xfrm>
      </p:grpSpPr>
      <p:pic>
        <p:nvPicPr>
          <p:cNvPr id="3" name="Rectangle.svg" descr="Rectangle.svg">
            <a:extLst>
              <a:ext uri="{FF2B5EF4-FFF2-40B4-BE49-F238E27FC236}">
                <a16:creationId xmlns:a16="http://schemas.microsoft.com/office/drawing/2014/main" id="{24B403D1-A34F-3DD7-F3A1-54D5BA5F53A2}"/>
              </a:ext>
            </a:extLst>
          </p:cNvPr>
          <p:cNvPicPr>
            <a:picLocks noChangeAspect="1"/>
          </p:cNvPicPr>
          <p:nvPr userDrawn="1"/>
        </p:nvPicPr>
        <p:blipFill>
          <a:blip r:embed="rId2" cstate="hqprint">
            <a:extLst>
              <a:ext uri="{28A0092B-C50C-407E-A947-70E740481C1C}">
                <a14:useLocalDpi xmlns:a14="http://schemas.microsoft.com/office/drawing/2010/main"/>
              </a:ext>
            </a:extLst>
          </a:blip>
          <a:srcRect/>
          <a:stretch>
            <a:fillRect/>
          </a:stretch>
        </p:blipFill>
        <p:spPr>
          <a:xfrm>
            <a:off x="70353" y="1"/>
            <a:ext cx="9003295" cy="5143500"/>
          </a:xfrm>
          <a:prstGeom prst="rect">
            <a:avLst/>
          </a:prstGeom>
          <a:ln w="12700">
            <a:miter lim="400000"/>
          </a:ln>
        </p:spPr>
      </p:pic>
      <p:pic>
        <p:nvPicPr>
          <p:cNvPr id="4" name="CGC logo white.png" descr="CGC logo white.png">
            <a:extLst>
              <a:ext uri="{FF2B5EF4-FFF2-40B4-BE49-F238E27FC236}">
                <a16:creationId xmlns:a16="http://schemas.microsoft.com/office/drawing/2014/main" id="{10F7AA0E-544A-B751-F56E-AACB2AB930BF}"/>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285750" y="285750"/>
            <a:ext cx="1152091" cy="199818"/>
          </a:xfrm>
          <a:prstGeom prst="rect">
            <a:avLst/>
          </a:prstGeom>
          <a:ln w="12700">
            <a:miter lim="400000"/>
          </a:ln>
        </p:spPr>
      </p:pic>
      <p:sp>
        <p:nvSpPr>
          <p:cNvPr id="2" name="Text Placeholder 6">
            <a:extLst>
              <a:ext uri="{FF2B5EF4-FFF2-40B4-BE49-F238E27FC236}">
                <a16:creationId xmlns:a16="http://schemas.microsoft.com/office/drawing/2014/main" id="{F9E02667-CEAD-D50C-EF7F-001011FA616B}"/>
              </a:ext>
            </a:extLst>
          </p:cNvPr>
          <p:cNvSpPr>
            <a:spLocks noGrp="1"/>
          </p:cNvSpPr>
          <p:nvPr>
            <p:ph type="body" sz="quarter" idx="23" hasCustomPrompt="1"/>
          </p:nvPr>
        </p:nvSpPr>
        <p:spPr>
          <a:xfrm>
            <a:off x="2326960" y="1586933"/>
            <a:ext cx="1280583" cy="230832"/>
          </a:xfrm>
          <a:prstGeom prst="rect">
            <a:avLst/>
          </a:prstGeom>
        </p:spPr>
        <p:txBody>
          <a:bodyPr lIns="0" tIns="0" rIns="0" bIns="0" anchor="b">
            <a:noAutofit/>
          </a:bodyPr>
          <a:lstStyle>
            <a:lvl1pPr marL="0" indent="0" algn="l">
              <a:lnSpc>
                <a:spcPct val="70000"/>
              </a:lnSpc>
              <a:spcBef>
                <a:spcPts val="0"/>
              </a:spcBef>
              <a:buNone/>
              <a:defRPr sz="900">
                <a:solidFill>
                  <a:schemeClr val="accent3"/>
                </a:solidFill>
                <a:latin typeface="+mj-lt"/>
              </a:defRPr>
            </a:lvl1pPr>
          </a:lstStyle>
          <a:p>
            <a:pPr lvl="0"/>
            <a:r>
              <a:rPr lang="en-US"/>
              <a:t>TITLE</a:t>
            </a:r>
          </a:p>
        </p:txBody>
      </p:sp>
      <p:sp>
        <p:nvSpPr>
          <p:cNvPr id="5" name="Text Placeholder 5">
            <a:extLst>
              <a:ext uri="{FF2B5EF4-FFF2-40B4-BE49-F238E27FC236}">
                <a16:creationId xmlns:a16="http://schemas.microsoft.com/office/drawing/2014/main" id="{02F691D0-AEC2-58EC-2237-730A2C9F206F}"/>
              </a:ext>
            </a:extLst>
          </p:cNvPr>
          <p:cNvSpPr>
            <a:spLocks noGrp="1"/>
          </p:cNvSpPr>
          <p:nvPr>
            <p:ph type="body" sz="quarter" idx="24" hasCustomPrompt="1"/>
          </p:nvPr>
        </p:nvSpPr>
        <p:spPr>
          <a:xfrm>
            <a:off x="2326960" y="1958437"/>
            <a:ext cx="5976491" cy="1850373"/>
          </a:xfrm>
        </p:spPr>
        <p:txBody>
          <a:bodyPr lIns="0" tIns="0" rIns="0" bIns="0" anchor="t">
            <a:noAutofit/>
          </a:bodyPr>
          <a:lstStyle>
            <a:lvl1pPr marL="0" indent="0" algn="l">
              <a:lnSpc>
                <a:spcPct val="100000"/>
              </a:lnSpc>
              <a:spcBef>
                <a:spcPts val="0"/>
              </a:spcBef>
              <a:buNone/>
              <a:defRPr sz="2100">
                <a:solidFill>
                  <a:schemeClr val="bg1"/>
                </a:solidFill>
              </a:defRPr>
            </a:lvl1pPr>
          </a:lstStyle>
          <a:p>
            <a:pPr lvl="0"/>
            <a:r>
              <a:rPr lang="en-US"/>
              <a:t>Text</a:t>
            </a:r>
          </a:p>
        </p:txBody>
      </p:sp>
    </p:spTree>
    <p:extLst>
      <p:ext uri="{BB962C8B-B14F-4D97-AF65-F5344CB8AC3E}">
        <p14:creationId xmlns:p14="http://schemas.microsoft.com/office/powerpoint/2010/main" val="645819704"/>
      </p:ext>
    </p:extLst>
  </p:cSld>
  <p:clrMapOvr>
    <a:masterClrMapping/>
  </p:clrMapOvr>
  <p:transition spd="med"/>
</p:sldLayout>
</file>

<file path=ppt/slideLayouts/slideLayout129.xml><?xml version="1.0" encoding="utf-8"?>
<p:sldLayout xmlns:a="http://schemas.openxmlformats.org/drawingml/2006/main" xmlns:r="http://schemas.openxmlformats.org/officeDocument/2006/relationships" xmlns:p="http://schemas.openxmlformats.org/presentationml/2006/main" showMasterSp="0" preserve="1" userDrawn="1">
  <p:cSld name="Testimonial 4">
    <p:bg>
      <p:bgPr>
        <a:solidFill>
          <a:srgbClr val="E7E696"/>
        </a:solidFill>
        <a:effectLst/>
      </p:bgPr>
    </p:bg>
    <p:spTree>
      <p:nvGrpSpPr>
        <p:cNvPr id="1" name=""/>
        <p:cNvGrpSpPr/>
        <p:nvPr/>
      </p:nvGrpSpPr>
      <p:grpSpPr>
        <a:xfrm>
          <a:off x="0" y="0"/>
          <a:ext cx="0" cy="0"/>
          <a:chOff x="0" y="0"/>
          <a:chExt cx="0" cy="0"/>
        </a:xfrm>
      </p:grpSpPr>
      <p:pic>
        <p:nvPicPr>
          <p:cNvPr id="2" name="Rectangle burgundy.svg" descr="Rectangle burgundy.svg">
            <a:extLst>
              <a:ext uri="{FF2B5EF4-FFF2-40B4-BE49-F238E27FC236}">
                <a16:creationId xmlns:a16="http://schemas.microsoft.com/office/drawing/2014/main" id="{D81EC08E-8443-EACC-494E-E187FBF4315C}"/>
              </a:ext>
            </a:extLst>
          </p:cNvPr>
          <p:cNvPicPr>
            <a:picLocks noChangeAspect="1"/>
          </p:cNvPicPr>
          <p:nvPr userDrawn="1"/>
        </p:nvPicPr>
        <p:blipFill>
          <a:blip r:embed="rId2" cstate="hqprint">
            <a:extLst>
              <a:ext uri="{28A0092B-C50C-407E-A947-70E740481C1C}">
                <a14:useLocalDpi xmlns:a14="http://schemas.microsoft.com/office/drawing/2010/main"/>
              </a:ext>
            </a:extLst>
          </a:blip>
          <a:srcRect/>
          <a:stretch>
            <a:fillRect/>
          </a:stretch>
        </p:blipFill>
        <p:spPr>
          <a:xfrm>
            <a:off x="58396" y="0"/>
            <a:ext cx="9027209" cy="5143500"/>
          </a:xfrm>
          <a:prstGeom prst="rect">
            <a:avLst/>
          </a:prstGeom>
          <a:ln w="12700">
            <a:miter lim="400000"/>
          </a:ln>
        </p:spPr>
      </p:pic>
      <p:pic>
        <p:nvPicPr>
          <p:cNvPr id="5" name="CGC logo black.png" descr="CGC logo black.png">
            <a:extLst>
              <a:ext uri="{FF2B5EF4-FFF2-40B4-BE49-F238E27FC236}">
                <a16:creationId xmlns:a16="http://schemas.microsoft.com/office/drawing/2014/main" id="{EA45B09D-1421-C352-87FF-981337DAB838}"/>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285750" y="285750"/>
            <a:ext cx="1152525" cy="199894"/>
          </a:xfrm>
          <a:prstGeom prst="rect">
            <a:avLst/>
          </a:prstGeom>
          <a:ln w="12700">
            <a:miter lim="400000"/>
          </a:ln>
        </p:spPr>
      </p:pic>
      <p:sp>
        <p:nvSpPr>
          <p:cNvPr id="6" name="Text Placeholder 6">
            <a:extLst>
              <a:ext uri="{FF2B5EF4-FFF2-40B4-BE49-F238E27FC236}">
                <a16:creationId xmlns:a16="http://schemas.microsoft.com/office/drawing/2014/main" id="{760D58B7-7422-E24C-1B5A-259855E63374}"/>
              </a:ext>
            </a:extLst>
          </p:cNvPr>
          <p:cNvSpPr>
            <a:spLocks noGrp="1"/>
          </p:cNvSpPr>
          <p:nvPr>
            <p:ph type="body" sz="quarter" idx="23" hasCustomPrompt="1"/>
          </p:nvPr>
        </p:nvSpPr>
        <p:spPr>
          <a:xfrm>
            <a:off x="2326960" y="1586933"/>
            <a:ext cx="1280583" cy="230832"/>
          </a:xfrm>
          <a:prstGeom prst="rect">
            <a:avLst/>
          </a:prstGeom>
        </p:spPr>
        <p:txBody>
          <a:bodyPr lIns="0" tIns="0" rIns="0" bIns="0" anchor="b">
            <a:noAutofit/>
          </a:bodyPr>
          <a:lstStyle>
            <a:lvl1pPr marL="0" indent="0" algn="l">
              <a:lnSpc>
                <a:spcPct val="70000"/>
              </a:lnSpc>
              <a:spcBef>
                <a:spcPts val="0"/>
              </a:spcBef>
              <a:buNone/>
              <a:defRPr sz="900">
                <a:solidFill>
                  <a:schemeClr val="accent3"/>
                </a:solidFill>
                <a:latin typeface="+mj-lt"/>
              </a:defRPr>
            </a:lvl1pPr>
          </a:lstStyle>
          <a:p>
            <a:pPr lvl="0"/>
            <a:r>
              <a:rPr lang="en-US"/>
              <a:t>TITLE</a:t>
            </a:r>
          </a:p>
        </p:txBody>
      </p:sp>
      <p:sp>
        <p:nvSpPr>
          <p:cNvPr id="7" name="Text Placeholder 5">
            <a:extLst>
              <a:ext uri="{FF2B5EF4-FFF2-40B4-BE49-F238E27FC236}">
                <a16:creationId xmlns:a16="http://schemas.microsoft.com/office/drawing/2014/main" id="{61023CA4-67FB-2931-C81D-C13BCE178528}"/>
              </a:ext>
            </a:extLst>
          </p:cNvPr>
          <p:cNvSpPr>
            <a:spLocks noGrp="1"/>
          </p:cNvSpPr>
          <p:nvPr>
            <p:ph type="body" sz="quarter" idx="24" hasCustomPrompt="1"/>
          </p:nvPr>
        </p:nvSpPr>
        <p:spPr>
          <a:xfrm>
            <a:off x="2326960" y="1958437"/>
            <a:ext cx="5976491" cy="1850373"/>
          </a:xfrm>
        </p:spPr>
        <p:txBody>
          <a:bodyPr lIns="0" tIns="0" rIns="0" bIns="0" anchor="t">
            <a:noAutofit/>
          </a:bodyPr>
          <a:lstStyle>
            <a:lvl1pPr marL="0" indent="0" algn="l">
              <a:lnSpc>
                <a:spcPct val="100000"/>
              </a:lnSpc>
              <a:spcBef>
                <a:spcPts val="0"/>
              </a:spcBef>
              <a:buNone/>
              <a:defRPr sz="2100">
                <a:solidFill>
                  <a:schemeClr val="bg1"/>
                </a:solidFill>
              </a:defRPr>
            </a:lvl1pPr>
          </a:lstStyle>
          <a:p>
            <a:pPr lvl="0"/>
            <a:r>
              <a:rPr lang="en-US"/>
              <a:t>Text</a:t>
            </a:r>
          </a:p>
        </p:txBody>
      </p:sp>
    </p:spTree>
    <p:extLst>
      <p:ext uri="{BB962C8B-B14F-4D97-AF65-F5344CB8AC3E}">
        <p14:creationId xmlns:p14="http://schemas.microsoft.com/office/powerpoint/2010/main" val="3287309408"/>
      </p:ext>
    </p:extLst>
  </p:cSld>
  <p:clrMapOvr>
    <a:masterClrMapping/>
  </p:clrMapOvr>
  <p:transition spd="med"/>
</p:sldLayout>
</file>

<file path=ppt/slideLayouts/slideLayout130.xml><?xml version="1.0" encoding="utf-8"?>
<p:sldLayout xmlns:a="http://schemas.openxmlformats.org/drawingml/2006/main" xmlns:r="http://schemas.openxmlformats.org/officeDocument/2006/relationships" xmlns:p="http://schemas.openxmlformats.org/presentationml/2006/main" showMasterSp="0" preserve="1" userDrawn="1">
  <p:cSld name="Logos">
    <p:bg>
      <p:bgPr>
        <a:solidFill>
          <a:srgbClr val="FDFAF2"/>
        </a:solidFill>
        <a:effectLst/>
      </p:bgPr>
    </p:bg>
    <p:spTree>
      <p:nvGrpSpPr>
        <p:cNvPr id="1" name=""/>
        <p:cNvGrpSpPr/>
        <p:nvPr/>
      </p:nvGrpSpPr>
      <p:grpSpPr>
        <a:xfrm>
          <a:off x="0" y="0"/>
          <a:ext cx="0" cy="0"/>
          <a:chOff x="0" y="0"/>
          <a:chExt cx="0" cy="0"/>
        </a:xfrm>
      </p:grpSpPr>
      <p:pic>
        <p:nvPicPr>
          <p:cNvPr id="65" name="CGC logo.png" descr="CGC logo.png"/>
          <p:cNvPicPr>
            <a:picLocks noChangeAspect="1"/>
          </p:cNvPicPr>
          <p:nvPr/>
        </p:nvPicPr>
        <p:blipFill>
          <a:blip r:embed="rId2" cstate="hqprint">
            <a:extLst>
              <a:ext uri="{28A0092B-C50C-407E-A947-70E740481C1C}">
                <a14:useLocalDpi xmlns:a14="http://schemas.microsoft.com/office/drawing/2010/main"/>
              </a:ext>
            </a:extLst>
          </a:blip>
          <a:stretch>
            <a:fillRect/>
          </a:stretch>
        </p:blipFill>
        <p:spPr>
          <a:xfrm>
            <a:off x="285750" y="285750"/>
            <a:ext cx="1152525" cy="199894"/>
          </a:xfrm>
          <a:prstGeom prst="rect">
            <a:avLst/>
          </a:prstGeom>
          <a:ln w="12700">
            <a:miter lim="400000"/>
          </a:ln>
        </p:spPr>
      </p:pic>
      <p:sp>
        <p:nvSpPr>
          <p:cNvPr id="20" name="Picture Placeholder 19">
            <a:extLst>
              <a:ext uri="{FF2B5EF4-FFF2-40B4-BE49-F238E27FC236}">
                <a16:creationId xmlns:a16="http://schemas.microsoft.com/office/drawing/2014/main" id="{785DCE37-0BCB-9182-F159-0463D333E326}"/>
              </a:ext>
            </a:extLst>
          </p:cNvPr>
          <p:cNvSpPr>
            <a:spLocks noGrp="1"/>
          </p:cNvSpPr>
          <p:nvPr>
            <p:ph type="pic" sz="quarter" idx="10"/>
          </p:nvPr>
        </p:nvSpPr>
        <p:spPr>
          <a:xfrm>
            <a:off x="4891088" y="1679575"/>
            <a:ext cx="1190625" cy="649288"/>
          </a:xfrm>
        </p:spPr>
        <p:txBody>
          <a:bodyPr/>
          <a:lstStyle/>
          <a:p>
            <a:endParaRPr lang="en-US"/>
          </a:p>
        </p:txBody>
      </p:sp>
      <p:sp>
        <p:nvSpPr>
          <p:cNvPr id="21" name="Picture Placeholder 19">
            <a:extLst>
              <a:ext uri="{FF2B5EF4-FFF2-40B4-BE49-F238E27FC236}">
                <a16:creationId xmlns:a16="http://schemas.microsoft.com/office/drawing/2014/main" id="{F76044E9-3824-A5F3-FDA1-1210E97D11D9}"/>
              </a:ext>
            </a:extLst>
          </p:cNvPr>
          <p:cNvSpPr>
            <a:spLocks noGrp="1"/>
          </p:cNvSpPr>
          <p:nvPr>
            <p:ph type="pic" sz="quarter" idx="11"/>
          </p:nvPr>
        </p:nvSpPr>
        <p:spPr>
          <a:xfrm>
            <a:off x="3469792" y="1679575"/>
            <a:ext cx="1190625" cy="649288"/>
          </a:xfrm>
        </p:spPr>
        <p:txBody>
          <a:bodyPr/>
          <a:lstStyle/>
          <a:p>
            <a:endParaRPr lang="en-US"/>
          </a:p>
        </p:txBody>
      </p:sp>
      <p:sp>
        <p:nvSpPr>
          <p:cNvPr id="22" name="Picture Placeholder 19">
            <a:extLst>
              <a:ext uri="{FF2B5EF4-FFF2-40B4-BE49-F238E27FC236}">
                <a16:creationId xmlns:a16="http://schemas.microsoft.com/office/drawing/2014/main" id="{F0245EAD-79CA-323C-69D6-B3C719D1E9B5}"/>
              </a:ext>
            </a:extLst>
          </p:cNvPr>
          <p:cNvSpPr>
            <a:spLocks noGrp="1"/>
          </p:cNvSpPr>
          <p:nvPr>
            <p:ph type="pic" sz="quarter" idx="12"/>
          </p:nvPr>
        </p:nvSpPr>
        <p:spPr>
          <a:xfrm>
            <a:off x="6312383" y="1679575"/>
            <a:ext cx="1190625" cy="649288"/>
          </a:xfrm>
        </p:spPr>
        <p:txBody>
          <a:bodyPr/>
          <a:lstStyle/>
          <a:p>
            <a:endParaRPr lang="en-US"/>
          </a:p>
        </p:txBody>
      </p:sp>
      <p:sp>
        <p:nvSpPr>
          <p:cNvPr id="23" name="Picture Placeholder 19">
            <a:extLst>
              <a:ext uri="{FF2B5EF4-FFF2-40B4-BE49-F238E27FC236}">
                <a16:creationId xmlns:a16="http://schemas.microsoft.com/office/drawing/2014/main" id="{5AC4E815-19A3-2109-2C3F-AE55E8404653}"/>
              </a:ext>
            </a:extLst>
          </p:cNvPr>
          <p:cNvSpPr>
            <a:spLocks noGrp="1"/>
          </p:cNvSpPr>
          <p:nvPr>
            <p:ph type="pic" sz="quarter" idx="13"/>
          </p:nvPr>
        </p:nvSpPr>
        <p:spPr>
          <a:xfrm>
            <a:off x="7733679" y="1679575"/>
            <a:ext cx="1190625" cy="649288"/>
          </a:xfrm>
        </p:spPr>
        <p:txBody>
          <a:bodyPr/>
          <a:lstStyle/>
          <a:p>
            <a:endParaRPr lang="en-US"/>
          </a:p>
        </p:txBody>
      </p:sp>
      <p:sp>
        <p:nvSpPr>
          <p:cNvPr id="24" name="Picture Placeholder 19">
            <a:extLst>
              <a:ext uri="{FF2B5EF4-FFF2-40B4-BE49-F238E27FC236}">
                <a16:creationId xmlns:a16="http://schemas.microsoft.com/office/drawing/2014/main" id="{9FC720B7-6428-DC62-A38D-DD4FE7941388}"/>
              </a:ext>
            </a:extLst>
          </p:cNvPr>
          <p:cNvSpPr>
            <a:spLocks noGrp="1"/>
          </p:cNvSpPr>
          <p:nvPr>
            <p:ph type="pic" sz="quarter" idx="14"/>
          </p:nvPr>
        </p:nvSpPr>
        <p:spPr>
          <a:xfrm>
            <a:off x="3469792" y="2540812"/>
            <a:ext cx="1190625" cy="649288"/>
          </a:xfrm>
        </p:spPr>
        <p:txBody>
          <a:bodyPr/>
          <a:lstStyle/>
          <a:p>
            <a:endParaRPr lang="en-US"/>
          </a:p>
        </p:txBody>
      </p:sp>
      <p:sp>
        <p:nvSpPr>
          <p:cNvPr id="25" name="Picture Placeholder 19">
            <a:extLst>
              <a:ext uri="{FF2B5EF4-FFF2-40B4-BE49-F238E27FC236}">
                <a16:creationId xmlns:a16="http://schemas.microsoft.com/office/drawing/2014/main" id="{CCE54A04-E574-85DD-262D-A74D56235E58}"/>
              </a:ext>
            </a:extLst>
          </p:cNvPr>
          <p:cNvSpPr>
            <a:spLocks noGrp="1"/>
          </p:cNvSpPr>
          <p:nvPr>
            <p:ph type="pic" sz="quarter" idx="15"/>
          </p:nvPr>
        </p:nvSpPr>
        <p:spPr>
          <a:xfrm>
            <a:off x="3469792" y="3402049"/>
            <a:ext cx="1190625" cy="649288"/>
          </a:xfrm>
        </p:spPr>
        <p:txBody>
          <a:bodyPr/>
          <a:lstStyle/>
          <a:p>
            <a:endParaRPr lang="en-US"/>
          </a:p>
        </p:txBody>
      </p:sp>
      <p:sp>
        <p:nvSpPr>
          <p:cNvPr id="26" name="Picture Placeholder 19">
            <a:extLst>
              <a:ext uri="{FF2B5EF4-FFF2-40B4-BE49-F238E27FC236}">
                <a16:creationId xmlns:a16="http://schemas.microsoft.com/office/drawing/2014/main" id="{81679606-32AC-A84F-318D-9D8C44FE91A9}"/>
              </a:ext>
            </a:extLst>
          </p:cNvPr>
          <p:cNvSpPr>
            <a:spLocks noGrp="1"/>
          </p:cNvSpPr>
          <p:nvPr>
            <p:ph type="pic" sz="quarter" idx="16"/>
          </p:nvPr>
        </p:nvSpPr>
        <p:spPr>
          <a:xfrm>
            <a:off x="3469792" y="4263287"/>
            <a:ext cx="1190625" cy="649288"/>
          </a:xfrm>
        </p:spPr>
        <p:txBody>
          <a:bodyPr/>
          <a:lstStyle/>
          <a:p>
            <a:endParaRPr lang="en-US"/>
          </a:p>
        </p:txBody>
      </p:sp>
      <p:sp>
        <p:nvSpPr>
          <p:cNvPr id="27" name="Picture Placeholder 19">
            <a:extLst>
              <a:ext uri="{FF2B5EF4-FFF2-40B4-BE49-F238E27FC236}">
                <a16:creationId xmlns:a16="http://schemas.microsoft.com/office/drawing/2014/main" id="{53606A87-3E59-D00B-C3CB-9030D6C6B271}"/>
              </a:ext>
            </a:extLst>
          </p:cNvPr>
          <p:cNvSpPr>
            <a:spLocks noGrp="1"/>
          </p:cNvSpPr>
          <p:nvPr>
            <p:ph type="pic" sz="quarter" idx="17"/>
          </p:nvPr>
        </p:nvSpPr>
        <p:spPr>
          <a:xfrm>
            <a:off x="4894555" y="2540812"/>
            <a:ext cx="1190625" cy="649288"/>
          </a:xfrm>
        </p:spPr>
        <p:txBody>
          <a:bodyPr/>
          <a:lstStyle/>
          <a:p>
            <a:endParaRPr lang="en-US"/>
          </a:p>
        </p:txBody>
      </p:sp>
      <p:sp>
        <p:nvSpPr>
          <p:cNvPr id="28" name="Picture Placeholder 19">
            <a:extLst>
              <a:ext uri="{FF2B5EF4-FFF2-40B4-BE49-F238E27FC236}">
                <a16:creationId xmlns:a16="http://schemas.microsoft.com/office/drawing/2014/main" id="{09BD6731-476D-9F48-087B-192B7DBBBD99}"/>
              </a:ext>
            </a:extLst>
          </p:cNvPr>
          <p:cNvSpPr>
            <a:spLocks noGrp="1"/>
          </p:cNvSpPr>
          <p:nvPr>
            <p:ph type="pic" sz="quarter" idx="18"/>
          </p:nvPr>
        </p:nvSpPr>
        <p:spPr>
          <a:xfrm>
            <a:off x="4894555" y="3402049"/>
            <a:ext cx="1190625" cy="649288"/>
          </a:xfrm>
        </p:spPr>
        <p:txBody>
          <a:bodyPr/>
          <a:lstStyle/>
          <a:p>
            <a:endParaRPr lang="en-US"/>
          </a:p>
        </p:txBody>
      </p:sp>
      <p:sp>
        <p:nvSpPr>
          <p:cNvPr id="29" name="Picture Placeholder 19">
            <a:extLst>
              <a:ext uri="{FF2B5EF4-FFF2-40B4-BE49-F238E27FC236}">
                <a16:creationId xmlns:a16="http://schemas.microsoft.com/office/drawing/2014/main" id="{E3B818E6-3132-F86C-9124-3982EDC55004}"/>
              </a:ext>
            </a:extLst>
          </p:cNvPr>
          <p:cNvSpPr>
            <a:spLocks noGrp="1"/>
          </p:cNvSpPr>
          <p:nvPr>
            <p:ph type="pic" sz="quarter" idx="19"/>
          </p:nvPr>
        </p:nvSpPr>
        <p:spPr>
          <a:xfrm>
            <a:off x="4894555" y="4263287"/>
            <a:ext cx="1190625" cy="649288"/>
          </a:xfrm>
        </p:spPr>
        <p:txBody>
          <a:bodyPr/>
          <a:lstStyle/>
          <a:p>
            <a:endParaRPr lang="en-US"/>
          </a:p>
        </p:txBody>
      </p:sp>
      <p:sp>
        <p:nvSpPr>
          <p:cNvPr id="30" name="Picture Placeholder 19">
            <a:extLst>
              <a:ext uri="{FF2B5EF4-FFF2-40B4-BE49-F238E27FC236}">
                <a16:creationId xmlns:a16="http://schemas.microsoft.com/office/drawing/2014/main" id="{C9ACA723-B1F2-02C9-A175-4F5C325DF910}"/>
              </a:ext>
            </a:extLst>
          </p:cNvPr>
          <p:cNvSpPr>
            <a:spLocks noGrp="1"/>
          </p:cNvSpPr>
          <p:nvPr>
            <p:ph type="pic" sz="quarter" idx="20"/>
          </p:nvPr>
        </p:nvSpPr>
        <p:spPr>
          <a:xfrm>
            <a:off x="6308685" y="2540812"/>
            <a:ext cx="1190625" cy="649288"/>
          </a:xfrm>
        </p:spPr>
        <p:txBody>
          <a:bodyPr/>
          <a:lstStyle/>
          <a:p>
            <a:endParaRPr lang="en-US"/>
          </a:p>
        </p:txBody>
      </p:sp>
      <p:sp>
        <p:nvSpPr>
          <p:cNvPr id="31" name="Picture Placeholder 19">
            <a:extLst>
              <a:ext uri="{FF2B5EF4-FFF2-40B4-BE49-F238E27FC236}">
                <a16:creationId xmlns:a16="http://schemas.microsoft.com/office/drawing/2014/main" id="{B1019316-C757-E4EB-C384-B562086CE866}"/>
              </a:ext>
            </a:extLst>
          </p:cNvPr>
          <p:cNvSpPr>
            <a:spLocks noGrp="1"/>
          </p:cNvSpPr>
          <p:nvPr>
            <p:ph type="pic" sz="quarter" idx="21"/>
          </p:nvPr>
        </p:nvSpPr>
        <p:spPr>
          <a:xfrm>
            <a:off x="6308685" y="3402049"/>
            <a:ext cx="1190625" cy="649288"/>
          </a:xfrm>
        </p:spPr>
        <p:txBody>
          <a:bodyPr/>
          <a:lstStyle/>
          <a:p>
            <a:endParaRPr lang="en-US"/>
          </a:p>
        </p:txBody>
      </p:sp>
      <p:sp>
        <p:nvSpPr>
          <p:cNvPr id="32" name="Picture Placeholder 19">
            <a:extLst>
              <a:ext uri="{FF2B5EF4-FFF2-40B4-BE49-F238E27FC236}">
                <a16:creationId xmlns:a16="http://schemas.microsoft.com/office/drawing/2014/main" id="{D5C2538A-B874-B6B7-5C75-F021964C8ACD}"/>
              </a:ext>
            </a:extLst>
          </p:cNvPr>
          <p:cNvSpPr>
            <a:spLocks noGrp="1"/>
          </p:cNvSpPr>
          <p:nvPr>
            <p:ph type="pic" sz="quarter" idx="22"/>
          </p:nvPr>
        </p:nvSpPr>
        <p:spPr>
          <a:xfrm>
            <a:off x="6308685" y="4263287"/>
            <a:ext cx="1190625" cy="649288"/>
          </a:xfrm>
        </p:spPr>
        <p:txBody>
          <a:bodyPr/>
          <a:lstStyle/>
          <a:p>
            <a:endParaRPr lang="en-US"/>
          </a:p>
        </p:txBody>
      </p:sp>
      <p:sp>
        <p:nvSpPr>
          <p:cNvPr id="33" name="Picture Placeholder 19">
            <a:extLst>
              <a:ext uri="{FF2B5EF4-FFF2-40B4-BE49-F238E27FC236}">
                <a16:creationId xmlns:a16="http://schemas.microsoft.com/office/drawing/2014/main" id="{A3D6AE4C-6981-4E76-17C9-4C92D77577CB}"/>
              </a:ext>
            </a:extLst>
          </p:cNvPr>
          <p:cNvSpPr>
            <a:spLocks noGrp="1"/>
          </p:cNvSpPr>
          <p:nvPr>
            <p:ph type="pic" sz="quarter" idx="23"/>
          </p:nvPr>
        </p:nvSpPr>
        <p:spPr>
          <a:xfrm>
            <a:off x="7722815" y="2540812"/>
            <a:ext cx="1190625" cy="649288"/>
          </a:xfrm>
        </p:spPr>
        <p:txBody>
          <a:bodyPr/>
          <a:lstStyle/>
          <a:p>
            <a:endParaRPr lang="en-US"/>
          </a:p>
        </p:txBody>
      </p:sp>
      <p:sp>
        <p:nvSpPr>
          <p:cNvPr id="34" name="Picture Placeholder 19">
            <a:extLst>
              <a:ext uri="{FF2B5EF4-FFF2-40B4-BE49-F238E27FC236}">
                <a16:creationId xmlns:a16="http://schemas.microsoft.com/office/drawing/2014/main" id="{0D51540A-0D84-AF86-DD69-74D6FA8506B1}"/>
              </a:ext>
            </a:extLst>
          </p:cNvPr>
          <p:cNvSpPr>
            <a:spLocks noGrp="1"/>
          </p:cNvSpPr>
          <p:nvPr>
            <p:ph type="pic" sz="quarter" idx="24"/>
          </p:nvPr>
        </p:nvSpPr>
        <p:spPr>
          <a:xfrm>
            <a:off x="7722815" y="3402049"/>
            <a:ext cx="1190625" cy="649288"/>
          </a:xfrm>
        </p:spPr>
        <p:txBody>
          <a:bodyPr/>
          <a:lstStyle/>
          <a:p>
            <a:endParaRPr lang="en-US"/>
          </a:p>
        </p:txBody>
      </p:sp>
      <p:sp>
        <p:nvSpPr>
          <p:cNvPr id="35" name="Picture Placeholder 19">
            <a:extLst>
              <a:ext uri="{FF2B5EF4-FFF2-40B4-BE49-F238E27FC236}">
                <a16:creationId xmlns:a16="http://schemas.microsoft.com/office/drawing/2014/main" id="{A95B353C-046E-4960-0901-00D950482810}"/>
              </a:ext>
            </a:extLst>
          </p:cNvPr>
          <p:cNvSpPr>
            <a:spLocks noGrp="1"/>
          </p:cNvSpPr>
          <p:nvPr>
            <p:ph type="pic" sz="quarter" idx="25"/>
          </p:nvPr>
        </p:nvSpPr>
        <p:spPr>
          <a:xfrm>
            <a:off x="7722815" y="4263287"/>
            <a:ext cx="1190625" cy="649288"/>
          </a:xfrm>
        </p:spPr>
        <p:txBody>
          <a:bodyPr/>
          <a:lstStyle/>
          <a:p>
            <a:endParaRPr lang="en-US"/>
          </a:p>
        </p:txBody>
      </p:sp>
      <p:sp>
        <p:nvSpPr>
          <p:cNvPr id="36" name="Text Placeholder 14">
            <a:extLst>
              <a:ext uri="{FF2B5EF4-FFF2-40B4-BE49-F238E27FC236}">
                <a16:creationId xmlns:a16="http://schemas.microsoft.com/office/drawing/2014/main" id="{F81802B9-01C2-5334-57B6-EA3D281FD78B}"/>
              </a:ext>
            </a:extLst>
          </p:cNvPr>
          <p:cNvSpPr>
            <a:spLocks noGrp="1"/>
          </p:cNvSpPr>
          <p:nvPr>
            <p:ph type="body" sz="quarter" idx="26" hasCustomPrompt="1"/>
          </p:nvPr>
        </p:nvSpPr>
        <p:spPr>
          <a:xfrm>
            <a:off x="277276" y="4200242"/>
            <a:ext cx="2649480" cy="649288"/>
          </a:xfrm>
          <a:prstGeom prst="rect">
            <a:avLst/>
          </a:prstGeom>
        </p:spPr>
        <p:txBody>
          <a:bodyPr lIns="0" tIns="0" rIns="0" bIns="0" anchor="b">
            <a:noAutofit/>
          </a:bodyPr>
          <a:lstStyle>
            <a:lvl1pPr marL="0" marR="0" indent="0" algn="l" defTabSz="219075" rtl="0" eaLnBrk="1" fontAlgn="auto" latinLnBrk="0" hangingPunct="1">
              <a:lnSpc>
                <a:spcPct val="80000"/>
              </a:lnSpc>
              <a:spcBef>
                <a:spcPts val="0"/>
              </a:spcBef>
              <a:spcAft>
                <a:spcPts val="0"/>
              </a:spcAft>
              <a:buClr>
                <a:srgbClr val="57BEF0"/>
              </a:buClr>
              <a:buSzPct val="250000"/>
              <a:buFontTx/>
              <a:buNone/>
              <a:tabLst/>
              <a:defRPr sz="2400">
                <a:solidFill>
                  <a:schemeClr val="tx1"/>
                </a:solidFill>
                <a:latin typeface="+mj-lt"/>
              </a:defRPr>
            </a:lvl1pPr>
          </a:lstStyle>
          <a:p>
            <a:pPr marL="0" marR="0" lvl="0" indent="0" algn="l" defTabSz="219075" rtl="0" eaLnBrk="1" fontAlgn="auto" latinLnBrk="0" hangingPunct="1">
              <a:lnSpc>
                <a:spcPct val="100000"/>
              </a:lnSpc>
              <a:spcBef>
                <a:spcPts val="900"/>
              </a:spcBef>
              <a:spcAft>
                <a:spcPts val="0"/>
              </a:spcAft>
              <a:buClr>
                <a:srgbClr val="57BEF0"/>
              </a:buClr>
              <a:buSzPct val="250000"/>
              <a:buFontTx/>
              <a:buNone/>
              <a:tabLst/>
              <a:defRPr/>
            </a:pPr>
            <a:r>
              <a:rPr lang="en-US"/>
              <a:t>TITLE</a:t>
            </a:r>
          </a:p>
        </p:txBody>
      </p:sp>
    </p:spTree>
    <p:extLst>
      <p:ext uri="{BB962C8B-B14F-4D97-AF65-F5344CB8AC3E}">
        <p14:creationId xmlns:p14="http://schemas.microsoft.com/office/powerpoint/2010/main" val="2796609252"/>
      </p:ext>
    </p:extLst>
  </p:cSld>
  <p:clrMapOvr>
    <a:masterClrMapping/>
  </p:clrMapOvr>
  <p:transition spd="med"/>
</p:sldLayout>
</file>

<file path=ppt/slideLayouts/slideLayout131.xml><?xml version="1.0" encoding="utf-8"?>
<p:sldLayout xmlns:a="http://schemas.openxmlformats.org/drawingml/2006/main" xmlns:r="http://schemas.openxmlformats.org/officeDocument/2006/relationships" xmlns:p="http://schemas.openxmlformats.org/presentationml/2006/main" showMasterSp="0" preserve="1" userDrawn="1">
  <p:cSld name="Process 1">
    <p:bg>
      <p:bgPr>
        <a:solidFill>
          <a:srgbClr val="730B39"/>
        </a:solidFill>
        <a:effectLst/>
      </p:bgPr>
    </p:bg>
    <p:spTree>
      <p:nvGrpSpPr>
        <p:cNvPr id="1" name=""/>
        <p:cNvGrpSpPr/>
        <p:nvPr/>
      </p:nvGrpSpPr>
      <p:grpSpPr>
        <a:xfrm>
          <a:off x="0" y="0"/>
          <a:ext cx="0" cy="0"/>
          <a:chOff x="0" y="0"/>
          <a:chExt cx="0" cy="0"/>
        </a:xfrm>
      </p:grpSpPr>
      <p:cxnSp>
        <p:nvCxnSpPr>
          <p:cNvPr id="20" name="Straight Connector 19">
            <a:extLst>
              <a:ext uri="{FF2B5EF4-FFF2-40B4-BE49-F238E27FC236}">
                <a16:creationId xmlns:a16="http://schemas.microsoft.com/office/drawing/2014/main" id="{A833D396-110F-C624-97CE-9A00852FB61A}"/>
              </a:ext>
            </a:extLst>
          </p:cNvPr>
          <p:cNvCxnSpPr>
            <a:cxnSpLocks/>
            <a:endCxn id="28" idx="2"/>
          </p:cNvCxnSpPr>
          <p:nvPr userDrawn="1"/>
        </p:nvCxnSpPr>
        <p:spPr>
          <a:xfrm>
            <a:off x="314654" y="2476572"/>
            <a:ext cx="6753373" cy="1952"/>
          </a:xfrm>
          <a:prstGeom prst="line">
            <a:avLst/>
          </a:prstGeom>
          <a:noFill/>
          <a:ln w="12700" cap="flat">
            <a:solidFill>
              <a:srgbClr val="E7E696"/>
            </a:solidFill>
            <a:prstDash val="solid"/>
            <a:miter lim="400000"/>
          </a:ln>
          <a:effectLst/>
          <a:sp3d/>
        </p:spPr>
        <p:style>
          <a:lnRef idx="0">
            <a:scrgbClr r="0" g="0" b="0"/>
          </a:lnRef>
          <a:fillRef idx="0">
            <a:scrgbClr r="0" g="0" b="0"/>
          </a:fillRef>
          <a:effectRef idx="0">
            <a:scrgbClr r="0" g="0" b="0"/>
          </a:effectRef>
          <a:fontRef idx="none"/>
        </p:style>
      </p:cxnSp>
      <p:sp>
        <p:nvSpPr>
          <p:cNvPr id="66" name="Slide Number"/>
          <p:cNvSpPr txBox="1">
            <a:spLocks noGrp="1"/>
          </p:cNvSpPr>
          <p:nvPr>
            <p:ph type="sldNum" sz="quarter" idx="2"/>
          </p:nvPr>
        </p:nvSpPr>
        <p:spPr>
          <a:prstGeom prst="rect">
            <a:avLst/>
          </a:prstGeom>
        </p:spPr>
        <p:txBody>
          <a:bodyPr/>
          <a:lstStyle>
            <a:lvl1pPr>
              <a:defRPr>
                <a:solidFill>
                  <a:schemeClr val="bg1"/>
                </a:solidFill>
              </a:defRPr>
            </a:lvl1pPr>
          </a:lstStyle>
          <a:p>
            <a:fld id="{86CB4B4D-7CA3-9044-876B-883B54F8677D}" type="slidenum">
              <a:rPr lang="en-GB" smtClean="0"/>
              <a:pPr/>
              <a:t>‹#›</a:t>
            </a:fld>
            <a:endParaRPr lang="en-GB"/>
          </a:p>
        </p:txBody>
      </p:sp>
      <p:pic>
        <p:nvPicPr>
          <p:cNvPr id="15" name="CGC logo white.png" descr="CGC logo white.png">
            <a:extLst>
              <a:ext uri="{FF2B5EF4-FFF2-40B4-BE49-F238E27FC236}">
                <a16:creationId xmlns:a16="http://schemas.microsoft.com/office/drawing/2014/main" id="{D935F029-D9A4-B9A6-51F4-12FA11B2A4EA}"/>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285750" y="285750"/>
            <a:ext cx="1152091" cy="199818"/>
          </a:xfrm>
          <a:prstGeom prst="rect">
            <a:avLst/>
          </a:prstGeom>
          <a:ln w="12700">
            <a:miter lim="400000"/>
          </a:ln>
        </p:spPr>
      </p:pic>
      <p:sp>
        <p:nvSpPr>
          <p:cNvPr id="16" name="Text Placeholder 6">
            <a:extLst>
              <a:ext uri="{FF2B5EF4-FFF2-40B4-BE49-F238E27FC236}">
                <a16:creationId xmlns:a16="http://schemas.microsoft.com/office/drawing/2014/main" id="{87986872-5E71-94DF-D70B-60CD3F3069DA}"/>
              </a:ext>
            </a:extLst>
          </p:cNvPr>
          <p:cNvSpPr>
            <a:spLocks noGrp="1"/>
          </p:cNvSpPr>
          <p:nvPr>
            <p:ph type="body" sz="quarter" idx="22" hasCustomPrompt="1"/>
          </p:nvPr>
        </p:nvSpPr>
        <p:spPr>
          <a:xfrm>
            <a:off x="305751" y="2550177"/>
            <a:ext cx="1468489" cy="230832"/>
          </a:xfrm>
          <a:prstGeom prst="rect">
            <a:avLst/>
          </a:prstGeom>
        </p:spPr>
        <p:txBody>
          <a:bodyPr lIns="0" tIns="0" rIns="0" bIns="0" anchor="b">
            <a:noAutofit/>
          </a:bodyPr>
          <a:lstStyle>
            <a:lvl1pPr marL="0" indent="0">
              <a:lnSpc>
                <a:spcPct val="70000"/>
              </a:lnSpc>
              <a:spcBef>
                <a:spcPts val="0"/>
              </a:spcBef>
              <a:buNone/>
              <a:defRPr sz="900">
                <a:solidFill>
                  <a:schemeClr val="bg1"/>
                </a:solidFill>
                <a:latin typeface="+mj-lt"/>
              </a:defRPr>
            </a:lvl1pPr>
          </a:lstStyle>
          <a:p>
            <a:pPr lvl="0"/>
            <a:r>
              <a:rPr lang="en-US"/>
              <a:t>TITLE</a:t>
            </a:r>
          </a:p>
        </p:txBody>
      </p:sp>
      <p:sp>
        <p:nvSpPr>
          <p:cNvPr id="26" name="Text Placeholder 6">
            <a:extLst>
              <a:ext uri="{FF2B5EF4-FFF2-40B4-BE49-F238E27FC236}">
                <a16:creationId xmlns:a16="http://schemas.microsoft.com/office/drawing/2014/main" id="{8DF4AE7B-64B6-ACB4-9CB3-142545F74983}"/>
              </a:ext>
            </a:extLst>
          </p:cNvPr>
          <p:cNvSpPr>
            <a:spLocks noGrp="1"/>
          </p:cNvSpPr>
          <p:nvPr>
            <p:ph type="body" sz="quarter" idx="27" hasCustomPrompt="1"/>
          </p:nvPr>
        </p:nvSpPr>
        <p:spPr>
          <a:xfrm>
            <a:off x="2408433" y="2115689"/>
            <a:ext cx="366122" cy="230832"/>
          </a:xfrm>
          <a:prstGeom prst="rect">
            <a:avLst/>
          </a:prstGeom>
        </p:spPr>
        <p:txBody>
          <a:bodyPr lIns="0" tIns="0" rIns="0" bIns="0" anchor="ctr">
            <a:noAutofit/>
          </a:bodyPr>
          <a:lstStyle>
            <a:lvl1pPr marL="0" indent="0" algn="ctr">
              <a:lnSpc>
                <a:spcPct val="70000"/>
              </a:lnSpc>
              <a:spcBef>
                <a:spcPts val="0"/>
              </a:spcBef>
              <a:buNone/>
              <a:defRPr sz="1500">
                <a:solidFill>
                  <a:schemeClr val="accent3"/>
                </a:solidFill>
                <a:latin typeface="+mj-lt"/>
              </a:defRPr>
            </a:lvl1pPr>
          </a:lstStyle>
          <a:p>
            <a:pPr lvl="0"/>
            <a:r>
              <a:rPr lang="en-US"/>
              <a:t>02</a:t>
            </a:r>
          </a:p>
        </p:txBody>
      </p:sp>
      <p:sp>
        <p:nvSpPr>
          <p:cNvPr id="31" name="Text Placeholder 6">
            <a:extLst>
              <a:ext uri="{FF2B5EF4-FFF2-40B4-BE49-F238E27FC236}">
                <a16:creationId xmlns:a16="http://schemas.microsoft.com/office/drawing/2014/main" id="{6A9ACD58-BDFB-8076-3C6A-E099C54C16AB}"/>
              </a:ext>
            </a:extLst>
          </p:cNvPr>
          <p:cNvSpPr>
            <a:spLocks noGrp="1"/>
          </p:cNvSpPr>
          <p:nvPr>
            <p:ph type="body" sz="quarter" idx="30" hasCustomPrompt="1"/>
          </p:nvPr>
        </p:nvSpPr>
        <p:spPr>
          <a:xfrm>
            <a:off x="4680490" y="2115689"/>
            <a:ext cx="366122" cy="230832"/>
          </a:xfrm>
          <a:prstGeom prst="rect">
            <a:avLst/>
          </a:prstGeom>
        </p:spPr>
        <p:txBody>
          <a:bodyPr lIns="0" tIns="0" rIns="0" bIns="0" anchor="ctr">
            <a:noAutofit/>
          </a:bodyPr>
          <a:lstStyle>
            <a:lvl1pPr marL="0" indent="0" algn="ctr">
              <a:lnSpc>
                <a:spcPct val="70000"/>
              </a:lnSpc>
              <a:spcBef>
                <a:spcPts val="0"/>
              </a:spcBef>
              <a:buNone/>
              <a:defRPr sz="1500">
                <a:solidFill>
                  <a:schemeClr val="accent3"/>
                </a:solidFill>
                <a:latin typeface="+mj-lt"/>
              </a:defRPr>
            </a:lvl1pPr>
          </a:lstStyle>
          <a:p>
            <a:pPr lvl="0"/>
            <a:r>
              <a:rPr lang="en-US"/>
              <a:t>03</a:t>
            </a:r>
          </a:p>
        </p:txBody>
      </p:sp>
      <p:sp>
        <p:nvSpPr>
          <p:cNvPr id="32" name="Oval 31">
            <a:extLst>
              <a:ext uri="{FF2B5EF4-FFF2-40B4-BE49-F238E27FC236}">
                <a16:creationId xmlns:a16="http://schemas.microsoft.com/office/drawing/2014/main" id="{BF95C90B-9340-BA27-A3CF-3ACA2019BDAD}"/>
              </a:ext>
            </a:extLst>
          </p:cNvPr>
          <p:cNvSpPr/>
          <p:nvPr userDrawn="1"/>
        </p:nvSpPr>
        <p:spPr>
          <a:xfrm>
            <a:off x="4824557" y="2431229"/>
            <a:ext cx="94589" cy="94589"/>
          </a:xfrm>
          <a:prstGeom prst="ellipse">
            <a:avLst/>
          </a:prstGeom>
          <a:solidFill>
            <a:srgbClr val="E7E696"/>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20000"/>
              </a:lnSpc>
              <a:spcBef>
                <a:spcPts val="0"/>
              </a:spcBef>
              <a:spcAft>
                <a:spcPts val="0"/>
              </a:spcAft>
              <a:buClrTx/>
              <a:buSzTx/>
              <a:buFontTx/>
              <a:buNone/>
              <a:tabLst/>
            </a:pPr>
            <a:endParaRPr kumimoji="0" lang="en-US" sz="3000" b="0" i="0" u="none" strike="noStrike" cap="all" spc="0" normalizeH="0" baseline="0">
              <a:ln>
                <a:noFill/>
              </a:ln>
              <a:solidFill>
                <a:srgbClr val="FFFFFF"/>
              </a:solidFill>
              <a:effectLst/>
              <a:uFillTx/>
              <a:latin typeface="Proxima Nova Extrabold"/>
              <a:ea typeface="Proxima Nova Extrabold"/>
              <a:cs typeface="Proxima Nova Extrabold"/>
              <a:sym typeface="Proxima Nova Extrabold"/>
            </a:endParaRPr>
          </a:p>
        </p:txBody>
      </p:sp>
      <p:sp>
        <p:nvSpPr>
          <p:cNvPr id="33" name="Text Placeholder 6">
            <a:extLst>
              <a:ext uri="{FF2B5EF4-FFF2-40B4-BE49-F238E27FC236}">
                <a16:creationId xmlns:a16="http://schemas.microsoft.com/office/drawing/2014/main" id="{4C3F98EA-FC7F-FDF6-F8B5-A6811F08B48E}"/>
              </a:ext>
            </a:extLst>
          </p:cNvPr>
          <p:cNvSpPr>
            <a:spLocks noGrp="1"/>
          </p:cNvSpPr>
          <p:nvPr>
            <p:ph type="body" sz="quarter" idx="24" hasCustomPrompt="1"/>
          </p:nvPr>
        </p:nvSpPr>
        <p:spPr>
          <a:xfrm>
            <a:off x="174235" y="2115689"/>
            <a:ext cx="366122" cy="230832"/>
          </a:xfrm>
          <a:prstGeom prst="rect">
            <a:avLst/>
          </a:prstGeom>
        </p:spPr>
        <p:txBody>
          <a:bodyPr lIns="0" tIns="0" rIns="0" bIns="0" anchor="ctr">
            <a:noAutofit/>
          </a:bodyPr>
          <a:lstStyle>
            <a:lvl1pPr marL="0" indent="0" algn="ctr">
              <a:lnSpc>
                <a:spcPct val="70000"/>
              </a:lnSpc>
              <a:spcBef>
                <a:spcPts val="0"/>
              </a:spcBef>
              <a:buNone/>
              <a:defRPr sz="1500">
                <a:solidFill>
                  <a:schemeClr val="accent3"/>
                </a:solidFill>
                <a:latin typeface="+mj-lt"/>
              </a:defRPr>
            </a:lvl1pPr>
          </a:lstStyle>
          <a:p>
            <a:pPr lvl="0"/>
            <a:r>
              <a:rPr lang="en-US"/>
              <a:t>01</a:t>
            </a:r>
          </a:p>
        </p:txBody>
      </p:sp>
      <p:sp>
        <p:nvSpPr>
          <p:cNvPr id="34" name="Oval 33">
            <a:extLst>
              <a:ext uri="{FF2B5EF4-FFF2-40B4-BE49-F238E27FC236}">
                <a16:creationId xmlns:a16="http://schemas.microsoft.com/office/drawing/2014/main" id="{216906E9-1415-2759-7BF7-E709F5C9E1AB}"/>
              </a:ext>
            </a:extLst>
          </p:cNvPr>
          <p:cNvSpPr/>
          <p:nvPr userDrawn="1"/>
        </p:nvSpPr>
        <p:spPr>
          <a:xfrm>
            <a:off x="314654" y="2431229"/>
            <a:ext cx="94589" cy="94589"/>
          </a:xfrm>
          <a:prstGeom prst="ellipse">
            <a:avLst/>
          </a:prstGeom>
          <a:solidFill>
            <a:srgbClr val="E7E696"/>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20000"/>
              </a:lnSpc>
              <a:spcBef>
                <a:spcPts val="0"/>
              </a:spcBef>
              <a:spcAft>
                <a:spcPts val="0"/>
              </a:spcAft>
              <a:buClrTx/>
              <a:buSzTx/>
              <a:buFontTx/>
              <a:buNone/>
              <a:tabLst/>
            </a:pPr>
            <a:endParaRPr kumimoji="0" lang="en-US" sz="3000" b="0" i="0" u="none" strike="noStrike" cap="all" spc="0" normalizeH="0" baseline="0">
              <a:ln>
                <a:noFill/>
              </a:ln>
              <a:solidFill>
                <a:srgbClr val="FFFFFF"/>
              </a:solidFill>
              <a:effectLst/>
              <a:uFillTx/>
              <a:latin typeface="Proxima Nova Extrabold"/>
              <a:ea typeface="Proxima Nova Extrabold"/>
              <a:cs typeface="Proxima Nova Extrabold"/>
              <a:sym typeface="Proxima Nova Extrabold"/>
            </a:endParaRPr>
          </a:p>
        </p:txBody>
      </p:sp>
      <p:sp>
        <p:nvSpPr>
          <p:cNvPr id="35" name="Oval 34">
            <a:extLst>
              <a:ext uri="{FF2B5EF4-FFF2-40B4-BE49-F238E27FC236}">
                <a16:creationId xmlns:a16="http://schemas.microsoft.com/office/drawing/2014/main" id="{F4EED99B-3E66-7B1D-4DDB-4EDB10CB1745}"/>
              </a:ext>
            </a:extLst>
          </p:cNvPr>
          <p:cNvSpPr/>
          <p:nvPr userDrawn="1"/>
        </p:nvSpPr>
        <p:spPr>
          <a:xfrm>
            <a:off x="2548852" y="2431229"/>
            <a:ext cx="94589" cy="94589"/>
          </a:xfrm>
          <a:prstGeom prst="ellipse">
            <a:avLst/>
          </a:prstGeom>
          <a:solidFill>
            <a:srgbClr val="E7E696"/>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20000"/>
              </a:lnSpc>
              <a:spcBef>
                <a:spcPts val="0"/>
              </a:spcBef>
              <a:spcAft>
                <a:spcPts val="0"/>
              </a:spcAft>
              <a:buClrTx/>
              <a:buSzTx/>
              <a:buFontTx/>
              <a:buNone/>
              <a:tabLst/>
            </a:pPr>
            <a:endParaRPr kumimoji="0" lang="en-US" sz="3000" b="0" i="0" u="none" strike="noStrike" cap="all" spc="0" normalizeH="0" baseline="0">
              <a:ln>
                <a:noFill/>
              </a:ln>
              <a:solidFill>
                <a:srgbClr val="FFFFFF"/>
              </a:solidFill>
              <a:effectLst/>
              <a:uFillTx/>
              <a:latin typeface="Proxima Nova Extrabold"/>
              <a:ea typeface="Proxima Nova Extrabold"/>
              <a:cs typeface="Proxima Nova Extrabold"/>
              <a:sym typeface="Proxima Nova Extrabold"/>
            </a:endParaRPr>
          </a:p>
        </p:txBody>
      </p:sp>
      <p:sp>
        <p:nvSpPr>
          <p:cNvPr id="22" name="Text Placeholder 6">
            <a:extLst>
              <a:ext uri="{FF2B5EF4-FFF2-40B4-BE49-F238E27FC236}">
                <a16:creationId xmlns:a16="http://schemas.microsoft.com/office/drawing/2014/main" id="{085CF382-B86F-CB49-F37C-6B9C2C9FB4B5}"/>
              </a:ext>
            </a:extLst>
          </p:cNvPr>
          <p:cNvSpPr>
            <a:spLocks noGrp="1"/>
          </p:cNvSpPr>
          <p:nvPr>
            <p:ph type="body" sz="quarter" idx="31" hasCustomPrompt="1"/>
          </p:nvPr>
        </p:nvSpPr>
        <p:spPr>
          <a:xfrm>
            <a:off x="7021927" y="2558490"/>
            <a:ext cx="1475566" cy="230832"/>
          </a:xfrm>
          <a:prstGeom prst="rect">
            <a:avLst/>
          </a:prstGeom>
        </p:spPr>
        <p:txBody>
          <a:bodyPr lIns="0" tIns="0" rIns="0" bIns="0" anchor="b">
            <a:noAutofit/>
          </a:bodyPr>
          <a:lstStyle>
            <a:lvl1pPr marL="0" indent="0">
              <a:lnSpc>
                <a:spcPct val="70000"/>
              </a:lnSpc>
              <a:spcBef>
                <a:spcPts val="0"/>
              </a:spcBef>
              <a:buNone/>
              <a:defRPr sz="900">
                <a:solidFill>
                  <a:schemeClr val="bg1"/>
                </a:solidFill>
                <a:latin typeface="+mj-lt"/>
              </a:defRPr>
            </a:lvl1pPr>
          </a:lstStyle>
          <a:p>
            <a:pPr lvl="0"/>
            <a:r>
              <a:rPr lang="en-US"/>
              <a:t>TITLE</a:t>
            </a:r>
          </a:p>
        </p:txBody>
      </p:sp>
      <p:sp>
        <p:nvSpPr>
          <p:cNvPr id="23" name="Text Placeholder 14">
            <a:extLst>
              <a:ext uri="{FF2B5EF4-FFF2-40B4-BE49-F238E27FC236}">
                <a16:creationId xmlns:a16="http://schemas.microsoft.com/office/drawing/2014/main" id="{2CF143D9-DFAA-8397-428F-40E03C892369}"/>
              </a:ext>
            </a:extLst>
          </p:cNvPr>
          <p:cNvSpPr>
            <a:spLocks noGrp="1"/>
          </p:cNvSpPr>
          <p:nvPr>
            <p:ph type="body" sz="quarter" idx="32" hasCustomPrompt="1"/>
          </p:nvPr>
        </p:nvSpPr>
        <p:spPr>
          <a:xfrm>
            <a:off x="7024122" y="2858726"/>
            <a:ext cx="1475567" cy="689261"/>
          </a:xfrm>
        </p:spPr>
        <p:txBody>
          <a:bodyPr lIns="0" tIns="0" rIns="0" bIns="0">
            <a:noAutofit/>
          </a:bodyPr>
          <a:lstStyle>
            <a:lvl1pPr marL="0" indent="0">
              <a:lnSpc>
                <a:spcPct val="90000"/>
              </a:lnSpc>
              <a:spcBef>
                <a:spcPts val="0"/>
              </a:spcBef>
              <a:buNone/>
              <a:defRPr sz="750">
                <a:solidFill>
                  <a:schemeClr val="bg1"/>
                </a:solidFill>
              </a:defRPr>
            </a:lvl1pPr>
          </a:lstStyle>
          <a:p>
            <a:pPr lvl="0"/>
            <a:r>
              <a:rPr lang="en-US"/>
              <a:t>Text</a:t>
            </a:r>
          </a:p>
        </p:txBody>
      </p:sp>
      <p:sp>
        <p:nvSpPr>
          <p:cNvPr id="27" name="Text Placeholder 6">
            <a:extLst>
              <a:ext uri="{FF2B5EF4-FFF2-40B4-BE49-F238E27FC236}">
                <a16:creationId xmlns:a16="http://schemas.microsoft.com/office/drawing/2014/main" id="{24E2EC6F-DEB8-8525-B911-8FC656E89E1A}"/>
              </a:ext>
            </a:extLst>
          </p:cNvPr>
          <p:cNvSpPr>
            <a:spLocks noGrp="1"/>
          </p:cNvSpPr>
          <p:nvPr>
            <p:ph type="body" sz="quarter" idx="33" hasCustomPrompt="1"/>
          </p:nvPr>
        </p:nvSpPr>
        <p:spPr>
          <a:xfrm>
            <a:off x="6932350" y="2115689"/>
            <a:ext cx="366122" cy="230832"/>
          </a:xfrm>
          <a:prstGeom prst="rect">
            <a:avLst/>
          </a:prstGeom>
        </p:spPr>
        <p:txBody>
          <a:bodyPr lIns="0" tIns="0" rIns="0" bIns="0" anchor="ctr">
            <a:noAutofit/>
          </a:bodyPr>
          <a:lstStyle>
            <a:lvl1pPr marL="0" indent="0" algn="ctr">
              <a:lnSpc>
                <a:spcPct val="70000"/>
              </a:lnSpc>
              <a:spcBef>
                <a:spcPts val="0"/>
              </a:spcBef>
              <a:buNone/>
              <a:defRPr sz="1500">
                <a:solidFill>
                  <a:schemeClr val="accent3"/>
                </a:solidFill>
                <a:latin typeface="+mj-lt"/>
              </a:defRPr>
            </a:lvl1pPr>
          </a:lstStyle>
          <a:p>
            <a:pPr lvl="0"/>
            <a:r>
              <a:rPr lang="en-US"/>
              <a:t>04</a:t>
            </a:r>
          </a:p>
        </p:txBody>
      </p:sp>
      <p:sp>
        <p:nvSpPr>
          <p:cNvPr id="28" name="Oval 27">
            <a:extLst>
              <a:ext uri="{FF2B5EF4-FFF2-40B4-BE49-F238E27FC236}">
                <a16:creationId xmlns:a16="http://schemas.microsoft.com/office/drawing/2014/main" id="{9F1DF6A0-D1FE-0002-B2BB-6B713B8B937B}"/>
              </a:ext>
            </a:extLst>
          </p:cNvPr>
          <p:cNvSpPr/>
          <p:nvPr userDrawn="1"/>
        </p:nvSpPr>
        <p:spPr>
          <a:xfrm>
            <a:off x="7068027" y="2431229"/>
            <a:ext cx="94589" cy="94589"/>
          </a:xfrm>
          <a:prstGeom prst="ellipse">
            <a:avLst/>
          </a:prstGeom>
          <a:solidFill>
            <a:srgbClr val="E7E696"/>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20000"/>
              </a:lnSpc>
              <a:spcBef>
                <a:spcPts val="0"/>
              </a:spcBef>
              <a:spcAft>
                <a:spcPts val="0"/>
              </a:spcAft>
              <a:buClrTx/>
              <a:buSzTx/>
              <a:buFontTx/>
              <a:buNone/>
              <a:tabLst/>
            </a:pPr>
            <a:endParaRPr kumimoji="0" lang="en-US" sz="3000" b="0" i="0" u="none" strike="noStrike" cap="all" spc="0" normalizeH="0" baseline="0">
              <a:ln>
                <a:noFill/>
              </a:ln>
              <a:solidFill>
                <a:srgbClr val="FFFFFF"/>
              </a:solidFill>
              <a:effectLst/>
              <a:uFillTx/>
              <a:latin typeface="Proxima Nova Extrabold"/>
              <a:ea typeface="Proxima Nova Extrabold"/>
              <a:cs typeface="Proxima Nova Extrabold"/>
              <a:sym typeface="Proxima Nova Extrabold"/>
            </a:endParaRPr>
          </a:p>
        </p:txBody>
      </p:sp>
      <p:sp>
        <p:nvSpPr>
          <p:cNvPr id="2" name="01">
            <a:extLst>
              <a:ext uri="{FF2B5EF4-FFF2-40B4-BE49-F238E27FC236}">
                <a16:creationId xmlns:a16="http://schemas.microsoft.com/office/drawing/2014/main" id="{F07B8953-C207-AED7-AC81-0193AAB703B9}"/>
              </a:ext>
            </a:extLst>
          </p:cNvPr>
          <p:cNvSpPr txBox="1"/>
          <p:nvPr userDrawn="1"/>
        </p:nvSpPr>
        <p:spPr>
          <a:xfrm>
            <a:off x="291417" y="2083066"/>
            <a:ext cx="141065" cy="23083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nchor="ctr">
            <a:spAutoFit/>
          </a:bodyPr>
          <a:lstStyle>
            <a:lvl1pPr algn="ctr">
              <a:spcBef>
                <a:spcPts val="0"/>
              </a:spcBef>
              <a:defRPr sz="4000" cap="all">
                <a:solidFill>
                  <a:srgbClr val="E7E696"/>
                </a:solidFill>
                <a:latin typeface="+mj-lt"/>
                <a:ea typeface="+mj-ea"/>
                <a:cs typeface="+mj-cs"/>
                <a:sym typeface="Barlow Condensed Bold"/>
              </a:defRPr>
            </a:lvl1pPr>
          </a:lstStyle>
          <a:p>
            <a:r>
              <a:rPr sz="1500">
                <a:solidFill>
                  <a:schemeClr val="accent3"/>
                </a:solidFill>
              </a:rPr>
              <a:t>01</a:t>
            </a:r>
          </a:p>
        </p:txBody>
      </p:sp>
      <p:sp>
        <p:nvSpPr>
          <p:cNvPr id="4" name="02">
            <a:extLst>
              <a:ext uri="{FF2B5EF4-FFF2-40B4-BE49-F238E27FC236}">
                <a16:creationId xmlns:a16="http://schemas.microsoft.com/office/drawing/2014/main" id="{A9D78AA8-D39F-7146-22AE-A8F27A40A3CF}"/>
              </a:ext>
            </a:extLst>
          </p:cNvPr>
          <p:cNvSpPr txBox="1"/>
          <p:nvPr userDrawn="1"/>
        </p:nvSpPr>
        <p:spPr>
          <a:xfrm>
            <a:off x="2508836" y="2083066"/>
            <a:ext cx="171522" cy="23083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nchor="ctr">
            <a:spAutoFit/>
          </a:bodyPr>
          <a:lstStyle>
            <a:lvl1pPr algn="ctr">
              <a:spcBef>
                <a:spcPts val="0"/>
              </a:spcBef>
              <a:defRPr sz="4000" cap="all">
                <a:solidFill>
                  <a:srgbClr val="E7E696"/>
                </a:solidFill>
                <a:latin typeface="+mj-lt"/>
                <a:ea typeface="+mj-ea"/>
                <a:cs typeface="+mj-cs"/>
                <a:sym typeface="Barlow Condensed Bold"/>
              </a:defRPr>
            </a:lvl1pPr>
          </a:lstStyle>
          <a:p>
            <a:r>
              <a:rPr sz="1500">
                <a:solidFill>
                  <a:schemeClr val="accent3"/>
                </a:solidFill>
              </a:rPr>
              <a:t>02</a:t>
            </a:r>
          </a:p>
        </p:txBody>
      </p:sp>
      <p:sp>
        <p:nvSpPr>
          <p:cNvPr id="14" name="Text Placeholder 14">
            <a:extLst>
              <a:ext uri="{FF2B5EF4-FFF2-40B4-BE49-F238E27FC236}">
                <a16:creationId xmlns:a16="http://schemas.microsoft.com/office/drawing/2014/main" id="{E190687B-1F01-DB8D-4DA2-7C976BB05320}"/>
              </a:ext>
            </a:extLst>
          </p:cNvPr>
          <p:cNvSpPr>
            <a:spLocks noGrp="1"/>
          </p:cNvSpPr>
          <p:nvPr>
            <p:ph type="body" sz="quarter" idx="34" hasCustomPrompt="1"/>
          </p:nvPr>
        </p:nvSpPr>
        <p:spPr>
          <a:xfrm>
            <a:off x="305751" y="2858726"/>
            <a:ext cx="1475567" cy="689261"/>
          </a:xfrm>
        </p:spPr>
        <p:txBody>
          <a:bodyPr lIns="0" tIns="0" rIns="0" bIns="0">
            <a:noAutofit/>
          </a:bodyPr>
          <a:lstStyle>
            <a:lvl1pPr marL="0" indent="0">
              <a:lnSpc>
                <a:spcPct val="90000"/>
              </a:lnSpc>
              <a:spcBef>
                <a:spcPts val="0"/>
              </a:spcBef>
              <a:buNone/>
              <a:defRPr sz="750">
                <a:solidFill>
                  <a:schemeClr val="bg1"/>
                </a:solidFill>
              </a:defRPr>
            </a:lvl1pPr>
          </a:lstStyle>
          <a:p>
            <a:pPr lvl="0"/>
            <a:r>
              <a:rPr lang="en-US"/>
              <a:t>Text</a:t>
            </a:r>
          </a:p>
        </p:txBody>
      </p:sp>
      <p:sp>
        <p:nvSpPr>
          <p:cNvPr id="18" name="Text Placeholder 6">
            <a:extLst>
              <a:ext uri="{FF2B5EF4-FFF2-40B4-BE49-F238E27FC236}">
                <a16:creationId xmlns:a16="http://schemas.microsoft.com/office/drawing/2014/main" id="{149DE059-AFD1-5994-32BE-3C65A447354F}"/>
              </a:ext>
            </a:extLst>
          </p:cNvPr>
          <p:cNvSpPr>
            <a:spLocks noGrp="1"/>
          </p:cNvSpPr>
          <p:nvPr>
            <p:ph type="body" sz="quarter" idx="35" hasCustomPrompt="1"/>
          </p:nvPr>
        </p:nvSpPr>
        <p:spPr>
          <a:xfrm>
            <a:off x="2500313" y="2550177"/>
            <a:ext cx="1468489" cy="230832"/>
          </a:xfrm>
          <a:prstGeom prst="rect">
            <a:avLst/>
          </a:prstGeom>
        </p:spPr>
        <p:txBody>
          <a:bodyPr lIns="0" tIns="0" rIns="0" bIns="0" anchor="b">
            <a:noAutofit/>
          </a:bodyPr>
          <a:lstStyle>
            <a:lvl1pPr marL="0" indent="0">
              <a:lnSpc>
                <a:spcPct val="70000"/>
              </a:lnSpc>
              <a:spcBef>
                <a:spcPts val="0"/>
              </a:spcBef>
              <a:buNone/>
              <a:defRPr sz="900">
                <a:solidFill>
                  <a:schemeClr val="bg1"/>
                </a:solidFill>
                <a:latin typeface="+mj-lt"/>
              </a:defRPr>
            </a:lvl1pPr>
          </a:lstStyle>
          <a:p>
            <a:pPr lvl="0"/>
            <a:r>
              <a:rPr lang="en-US"/>
              <a:t>TITLE</a:t>
            </a:r>
          </a:p>
        </p:txBody>
      </p:sp>
      <p:sp>
        <p:nvSpPr>
          <p:cNvPr id="19" name="Text Placeholder 14">
            <a:extLst>
              <a:ext uri="{FF2B5EF4-FFF2-40B4-BE49-F238E27FC236}">
                <a16:creationId xmlns:a16="http://schemas.microsoft.com/office/drawing/2014/main" id="{7EDDD56F-76F7-4040-C85B-A353F26DAB32}"/>
              </a:ext>
            </a:extLst>
          </p:cNvPr>
          <p:cNvSpPr>
            <a:spLocks noGrp="1"/>
          </p:cNvSpPr>
          <p:nvPr>
            <p:ph type="body" sz="quarter" idx="36" hasCustomPrompt="1"/>
          </p:nvPr>
        </p:nvSpPr>
        <p:spPr>
          <a:xfrm>
            <a:off x="2493235" y="2858726"/>
            <a:ext cx="1475567" cy="689261"/>
          </a:xfrm>
        </p:spPr>
        <p:txBody>
          <a:bodyPr lIns="0" tIns="0" rIns="0" bIns="0">
            <a:noAutofit/>
          </a:bodyPr>
          <a:lstStyle>
            <a:lvl1pPr marL="0" indent="0">
              <a:lnSpc>
                <a:spcPct val="90000"/>
              </a:lnSpc>
              <a:spcBef>
                <a:spcPts val="0"/>
              </a:spcBef>
              <a:buNone/>
              <a:defRPr sz="750">
                <a:solidFill>
                  <a:schemeClr val="bg1"/>
                </a:solidFill>
              </a:defRPr>
            </a:lvl1pPr>
          </a:lstStyle>
          <a:p>
            <a:pPr lvl="0"/>
            <a:r>
              <a:rPr lang="en-US"/>
              <a:t>Text</a:t>
            </a:r>
          </a:p>
        </p:txBody>
      </p:sp>
      <p:sp>
        <p:nvSpPr>
          <p:cNvPr id="21" name="Text Placeholder 6">
            <a:extLst>
              <a:ext uri="{FF2B5EF4-FFF2-40B4-BE49-F238E27FC236}">
                <a16:creationId xmlns:a16="http://schemas.microsoft.com/office/drawing/2014/main" id="{BEB0378A-F404-A542-D2CE-0A4EEE3A7732}"/>
              </a:ext>
            </a:extLst>
          </p:cNvPr>
          <p:cNvSpPr>
            <a:spLocks noGrp="1"/>
          </p:cNvSpPr>
          <p:nvPr>
            <p:ph type="body" sz="quarter" idx="37" hasCustomPrompt="1"/>
          </p:nvPr>
        </p:nvSpPr>
        <p:spPr>
          <a:xfrm>
            <a:off x="4773592" y="2550177"/>
            <a:ext cx="1468489" cy="230832"/>
          </a:xfrm>
          <a:prstGeom prst="rect">
            <a:avLst/>
          </a:prstGeom>
        </p:spPr>
        <p:txBody>
          <a:bodyPr lIns="0" tIns="0" rIns="0" bIns="0" anchor="b">
            <a:noAutofit/>
          </a:bodyPr>
          <a:lstStyle>
            <a:lvl1pPr marL="0" indent="0">
              <a:lnSpc>
                <a:spcPct val="70000"/>
              </a:lnSpc>
              <a:spcBef>
                <a:spcPts val="0"/>
              </a:spcBef>
              <a:buNone/>
              <a:defRPr sz="900">
                <a:solidFill>
                  <a:schemeClr val="bg1"/>
                </a:solidFill>
                <a:latin typeface="+mj-lt"/>
              </a:defRPr>
            </a:lvl1pPr>
          </a:lstStyle>
          <a:p>
            <a:pPr lvl="0"/>
            <a:r>
              <a:rPr lang="en-US"/>
              <a:t>TITLE</a:t>
            </a:r>
          </a:p>
        </p:txBody>
      </p:sp>
      <p:sp>
        <p:nvSpPr>
          <p:cNvPr id="36" name="Text Placeholder 14">
            <a:extLst>
              <a:ext uri="{FF2B5EF4-FFF2-40B4-BE49-F238E27FC236}">
                <a16:creationId xmlns:a16="http://schemas.microsoft.com/office/drawing/2014/main" id="{171EF118-7DCA-F167-6E85-2BEB6A553FD9}"/>
              </a:ext>
            </a:extLst>
          </p:cNvPr>
          <p:cNvSpPr>
            <a:spLocks noGrp="1"/>
          </p:cNvSpPr>
          <p:nvPr>
            <p:ph type="body" sz="quarter" idx="38" hasCustomPrompt="1"/>
          </p:nvPr>
        </p:nvSpPr>
        <p:spPr>
          <a:xfrm>
            <a:off x="4766514" y="2858726"/>
            <a:ext cx="1475567" cy="689261"/>
          </a:xfrm>
        </p:spPr>
        <p:txBody>
          <a:bodyPr lIns="0" tIns="0" rIns="0" bIns="0">
            <a:noAutofit/>
          </a:bodyPr>
          <a:lstStyle>
            <a:lvl1pPr marL="0" indent="0">
              <a:lnSpc>
                <a:spcPct val="90000"/>
              </a:lnSpc>
              <a:spcBef>
                <a:spcPts val="0"/>
              </a:spcBef>
              <a:buNone/>
              <a:defRPr sz="750">
                <a:solidFill>
                  <a:schemeClr val="bg1"/>
                </a:solidFill>
              </a:defRPr>
            </a:lvl1pPr>
          </a:lstStyle>
          <a:p>
            <a:pPr lvl="0"/>
            <a:r>
              <a:rPr lang="en-US"/>
              <a:t>Text</a:t>
            </a:r>
          </a:p>
        </p:txBody>
      </p:sp>
    </p:spTree>
    <p:extLst>
      <p:ext uri="{BB962C8B-B14F-4D97-AF65-F5344CB8AC3E}">
        <p14:creationId xmlns:p14="http://schemas.microsoft.com/office/powerpoint/2010/main" val="964466634"/>
      </p:ext>
    </p:extLst>
  </p:cSld>
  <p:clrMapOvr>
    <a:masterClrMapping/>
  </p:clrMapOvr>
  <p:transition spd="med"/>
</p:sldLayout>
</file>

<file path=ppt/slideLayouts/slideLayout132.xml><?xml version="1.0" encoding="utf-8"?>
<p:sldLayout xmlns:a="http://schemas.openxmlformats.org/drawingml/2006/main" xmlns:r="http://schemas.openxmlformats.org/officeDocument/2006/relationships" xmlns:p="http://schemas.openxmlformats.org/presentationml/2006/main" showMasterSp="0" preserve="1" userDrawn="1">
  <p:cSld name="Process 2">
    <p:bg>
      <p:bgPr>
        <a:solidFill>
          <a:srgbClr val="730B39"/>
        </a:solidFill>
        <a:effectLst/>
      </p:bgPr>
    </p:bg>
    <p:spTree>
      <p:nvGrpSpPr>
        <p:cNvPr id="1" name=""/>
        <p:cNvGrpSpPr/>
        <p:nvPr/>
      </p:nvGrpSpPr>
      <p:grpSpPr>
        <a:xfrm>
          <a:off x="0" y="0"/>
          <a:ext cx="0" cy="0"/>
          <a:chOff x="0" y="0"/>
          <a:chExt cx="0" cy="0"/>
        </a:xfrm>
      </p:grpSpPr>
      <p:sp>
        <p:nvSpPr>
          <p:cNvPr id="66" name="Slide Number"/>
          <p:cNvSpPr txBox="1">
            <a:spLocks noGrp="1"/>
          </p:cNvSpPr>
          <p:nvPr>
            <p:ph type="sldNum" sz="quarter" idx="2"/>
          </p:nvPr>
        </p:nvSpPr>
        <p:spPr>
          <a:prstGeom prst="rect">
            <a:avLst/>
          </a:prstGeom>
        </p:spPr>
        <p:txBody>
          <a:bodyPr/>
          <a:lstStyle>
            <a:lvl1pPr>
              <a:defRPr>
                <a:solidFill>
                  <a:schemeClr val="bg1"/>
                </a:solidFill>
              </a:defRPr>
            </a:lvl1pPr>
          </a:lstStyle>
          <a:p>
            <a:fld id="{86CB4B4D-7CA3-9044-876B-883B54F8677D}" type="slidenum">
              <a:rPr lang="en-GB" smtClean="0"/>
              <a:pPr/>
              <a:t>‹#›</a:t>
            </a:fld>
            <a:endParaRPr lang="en-GB"/>
          </a:p>
        </p:txBody>
      </p:sp>
      <p:pic>
        <p:nvPicPr>
          <p:cNvPr id="15" name="CGC logo white.png" descr="CGC logo white.png">
            <a:extLst>
              <a:ext uri="{FF2B5EF4-FFF2-40B4-BE49-F238E27FC236}">
                <a16:creationId xmlns:a16="http://schemas.microsoft.com/office/drawing/2014/main" id="{D935F029-D9A4-B9A6-51F4-12FA11B2A4EA}"/>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285750" y="285750"/>
            <a:ext cx="1152091" cy="199818"/>
          </a:xfrm>
          <a:prstGeom prst="rect">
            <a:avLst/>
          </a:prstGeom>
          <a:ln w="12700">
            <a:miter lim="400000"/>
          </a:ln>
        </p:spPr>
      </p:pic>
      <p:sp>
        <p:nvSpPr>
          <p:cNvPr id="13" name="Text Placeholder 6">
            <a:extLst>
              <a:ext uri="{FF2B5EF4-FFF2-40B4-BE49-F238E27FC236}">
                <a16:creationId xmlns:a16="http://schemas.microsoft.com/office/drawing/2014/main" id="{07715A5E-1780-4BBA-855B-DF0756C0AFF8}"/>
              </a:ext>
            </a:extLst>
          </p:cNvPr>
          <p:cNvSpPr>
            <a:spLocks noGrp="1"/>
          </p:cNvSpPr>
          <p:nvPr>
            <p:ph type="body" sz="quarter" idx="22" hasCustomPrompt="1"/>
          </p:nvPr>
        </p:nvSpPr>
        <p:spPr>
          <a:xfrm>
            <a:off x="4599434" y="2054781"/>
            <a:ext cx="1468489" cy="230832"/>
          </a:xfrm>
          <a:prstGeom prst="rect">
            <a:avLst/>
          </a:prstGeom>
        </p:spPr>
        <p:txBody>
          <a:bodyPr lIns="0" tIns="0" rIns="0" bIns="0" anchor="b">
            <a:noAutofit/>
          </a:bodyPr>
          <a:lstStyle>
            <a:lvl1pPr marL="0" indent="0">
              <a:lnSpc>
                <a:spcPct val="70000"/>
              </a:lnSpc>
              <a:spcBef>
                <a:spcPts val="0"/>
              </a:spcBef>
              <a:buNone/>
              <a:defRPr sz="900">
                <a:solidFill>
                  <a:schemeClr val="bg1"/>
                </a:solidFill>
                <a:latin typeface="+mj-lt"/>
              </a:defRPr>
            </a:lvl1pPr>
          </a:lstStyle>
          <a:p>
            <a:pPr lvl="0"/>
            <a:r>
              <a:rPr lang="en-US"/>
              <a:t>TITLE</a:t>
            </a:r>
          </a:p>
        </p:txBody>
      </p:sp>
      <p:sp>
        <p:nvSpPr>
          <p:cNvPr id="14" name="Text Placeholder 14">
            <a:extLst>
              <a:ext uri="{FF2B5EF4-FFF2-40B4-BE49-F238E27FC236}">
                <a16:creationId xmlns:a16="http://schemas.microsoft.com/office/drawing/2014/main" id="{BAC5CEC9-0196-95DA-BABC-391F81DB3F30}"/>
              </a:ext>
            </a:extLst>
          </p:cNvPr>
          <p:cNvSpPr>
            <a:spLocks noGrp="1"/>
          </p:cNvSpPr>
          <p:nvPr>
            <p:ph type="body" sz="quarter" idx="23" hasCustomPrompt="1"/>
          </p:nvPr>
        </p:nvSpPr>
        <p:spPr>
          <a:xfrm>
            <a:off x="4596960" y="2355017"/>
            <a:ext cx="1468490" cy="689261"/>
          </a:xfrm>
        </p:spPr>
        <p:txBody>
          <a:bodyPr lIns="0" tIns="0" rIns="0" bIns="0">
            <a:noAutofit/>
          </a:bodyPr>
          <a:lstStyle>
            <a:lvl1pPr marL="0" indent="0">
              <a:lnSpc>
                <a:spcPct val="90000"/>
              </a:lnSpc>
              <a:spcBef>
                <a:spcPts val="0"/>
              </a:spcBef>
              <a:buNone/>
              <a:defRPr sz="750">
                <a:solidFill>
                  <a:schemeClr val="bg1"/>
                </a:solidFill>
              </a:defRPr>
            </a:lvl1pPr>
          </a:lstStyle>
          <a:p>
            <a:pPr lvl="0"/>
            <a:r>
              <a:rPr lang="en-US"/>
              <a:t>Text</a:t>
            </a:r>
          </a:p>
        </p:txBody>
      </p:sp>
      <p:sp>
        <p:nvSpPr>
          <p:cNvPr id="18" name="Text Placeholder 6">
            <a:extLst>
              <a:ext uri="{FF2B5EF4-FFF2-40B4-BE49-F238E27FC236}">
                <a16:creationId xmlns:a16="http://schemas.microsoft.com/office/drawing/2014/main" id="{B16CBDB4-B107-FFDA-0E0B-555BC976D3CC}"/>
              </a:ext>
            </a:extLst>
          </p:cNvPr>
          <p:cNvSpPr>
            <a:spLocks noGrp="1"/>
          </p:cNvSpPr>
          <p:nvPr>
            <p:ph type="body" sz="quarter" idx="24" hasCustomPrompt="1"/>
          </p:nvPr>
        </p:nvSpPr>
        <p:spPr>
          <a:xfrm>
            <a:off x="4597330" y="874788"/>
            <a:ext cx="1262296" cy="1330399"/>
          </a:xfrm>
          <a:prstGeom prst="rect">
            <a:avLst/>
          </a:prstGeom>
        </p:spPr>
        <p:txBody>
          <a:bodyPr lIns="0" tIns="0" rIns="0" bIns="0" anchor="b">
            <a:noAutofit/>
          </a:bodyPr>
          <a:lstStyle>
            <a:lvl1pPr marL="0" indent="0">
              <a:lnSpc>
                <a:spcPct val="70000"/>
              </a:lnSpc>
              <a:spcBef>
                <a:spcPts val="0"/>
              </a:spcBef>
              <a:buNone/>
              <a:defRPr sz="9000">
                <a:solidFill>
                  <a:schemeClr val="accent3"/>
                </a:solidFill>
                <a:latin typeface="+mj-lt"/>
              </a:defRPr>
            </a:lvl1pPr>
          </a:lstStyle>
          <a:p>
            <a:pPr lvl="0"/>
            <a:r>
              <a:rPr lang="en-US"/>
              <a:t>01</a:t>
            </a:r>
          </a:p>
        </p:txBody>
      </p:sp>
      <p:sp>
        <p:nvSpPr>
          <p:cNvPr id="19" name="Text Placeholder 6">
            <a:extLst>
              <a:ext uri="{FF2B5EF4-FFF2-40B4-BE49-F238E27FC236}">
                <a16:creationId xmlns:a16="http://schemas.microsoft.com/office/drawing/2014/main" id="{A8895A87-1CCF-68DE-69D9-56F62DAF4E7F}"/>
              </a:ext>
            </a:extLst>
          </p:cNvPr>
          <p:cNvSpPr>
            <a:spLocks noGrp="1"/>
          </p:cNvSpPr>
          <p:nvPr>
            <p:ph type="body" sz="quarter" idx="25" hasCustomPrompt="1"/>
          </p:nvPr>
        </p:nvSpPr>
        <p:spPr>
          <a:xfrm>
            <a:off x="6819317" y="2054781"/>
            <a:ext cx="1468489" cy="230832"/>
          </a:xfrm>
          <a:prstGeom prst="rect">
            <a:avLst/>
          </a:prstGeom>
        </p:spPr>
        <p:txBody>
          <a:bodyPr lIns="0" tIns="0" rIns="0" bIns="0" anchor="b">
            <a:noAutofit/>
          </a:bodyPr>
          <a:lstStyle>
            <a:lvl1pPr marL="0" indent="0">
              <a:lnSpc>
                <a:spcPct val="70000"/>
              </a:lnSpc>
              <a:spcBef>
                <a:spcPts val="0"/>
              </a:spcBef>
              <a:buNone/>
              <a:defRPr sz="900">
                <a:solidFill>
                  <a:schemeClr val="bg1"/>
                </a:solidFill>
                <a:latin typeface="+mj-lt"/>
              </a:defRPr>
            </a:lvl1pPr>
          </a:lstStyle>
          <a:p>
            <a:pPr lvl="0"/>
            <a:r>
              <a:rPr lang="en-US"/>
              <a:t>TITLE</a:t>
            </a:r>
          </a:p>
        </p:txBody>
      </p:sp>
      <p:sp>
        <p:nvSpPr>
          <p:cNvPr id="21" name="Text Placeholder 14">
            <a:extLst>
              <a:ext uri="{FF2B5EF4-FFF2-40B4-BE49-F238E27FC236}">
                <a16:creationId xmlns:a16="http://schemas.microsoft.com/office/drawing/2014/main" id="{42257BB8-15EB-2909-3A00-0CD2A28FEBBE}"/>
              </a:ext>
            </a:extLst>
          </p:cNvPr>
          <p:cNvSpPr>
            <a:spLocks noGrp="1"/>
          </p:cNvSpPr>
          <p:nvPr>
            <p:ph type="body" sz="quarter" idx="26" hasCustomPrompt="1"/>
          </p:nvPr>
        </p:nvSpPr>
        <p:spPr>
          <a:xfrm>
            <a:off x="6822292" y="2355017"/>
            <a:ext cx="1468490" cy="689261"/>
          </a:xfrm>
        </p:spPr>
        <p:txBody>
          <a:bodyPr lIns="0" tIns="0" rIns="0" bIns="0">
            <a:noAutofit/>
          </a:bodyPr>
          <a:lstStyle>
            <a:lvl1pPr marL="0" indent="0">
              <a:lnSpc>
                <a:spcPct val="90000"/>
              </a:lnSpc>
              <a:spcBef>
                <a:spcPts val="0"/>
              </a:spcBef>
              <a:buNone/>
              <a:defRPr sz="750">
                <a:solidFill>
                  <a:schemeClr val="bg1"/>
                </a:solidFill>
              </a:defRPr>
            </a:lvl1pPr>
          </a:lstStyle>
          <a:p>
            <a:pPr lvl="0"/>
            <a:r>
              <a:rPr lang="en-US"/>
              <a:t>Text</a:t>
            </a:r>
          </a:p>
        </p:txBody>
      </p:sp>
      <p:sp>
        <p:nvSpPr>
          <p:cNvPr id="36" name="Text Placeholder 6">
            <a:extLst>
              <a:ext uri="{FF2B5EF4-FFF2-40B4-BE49-F238E27FC236}">
                <a16:creationId xmlns:a16="http://schemas.microsoft.com/office/drawing/2014/main" id="{D0818EC9-1543-3A7B-FB71-2BD74A4567C6}"/>
              </a:ext>
            </a:extLst>
          </p:cNvPr>
          <p:cNvSpPr>
            <a:spLocks noGrp="1"/>
          </p:cNvSpPr>
          <p:nvPr>
            <p:ph type="body" sz="quarter" idx="27" hasCustomPrompt="1"/>
          </p:nvPr>
        </p:nvSpPr>
        <p:spPr>
          <a:xfrm>
            <a:off x="6817215" y="874788"/>
            <a:ext cx="1262297" cy="1330399"/>
          </a:xfrm>
          <a:prstGeom prst="rect">
            <a:avLst/>
          </a:prstGeom>
        </p:spPr>
        <p:txBody>
          <a:bodyPr lIns="0" tIns="0" rIns="0" bIns="0" anchor="b">
            <a:noAutofit/>
          </a:bodyPr>
          <a:lstStyle>
            <a:lvl1pPr marL="0" indent="0">
              <a:lnSpc>
                <a:spcPct val="70000"/>
              </a:lnSpc>
              <a:spcBef>
                <a:spcPts val="0"/>
              </a:spcBef>
              <a:buNone/>
              <a:defRPr sz="9000">
                <a:solidFill>
                  <a:schemeClr val="accent3"/>
                </a:solidFill>
                <a:latin typeface="+mj-lt"/>
              </a:defRPr>
            </a:lvl1pPr>
          </a:lstStyle>
          <a:p>
            <a:pPr lvl="0"/>
            <a:r>
              <a:rPr lang="en-US"/>
              <a:t>02</a:t>
            </a:r>
          </a:p>
        </p:txBody>
      </p:sp>
      <p:sp>
        <p:nvSpPr>
          <p:cNvPr id="2" name="Text Placeholder 6">
            <a:extLst>
              <a:ext uri="{FF2B5EF4-FFF2-40B4-BE49-F238E27FC236}">
                <a16:creationId xmlns:a16="http://schemas.microsoft.com/office/drawing/2014/main" id="{B7D510DF-812A-B1FF-C28C-86FA924328BA}"/>
              </a:ext>
            </a:extLst>
          </p:cNvPr>
          <p:cNvSpPr>
            <a:spLocks noGrp="1"/>
          </p:cNvSpPr>
          <p:nvPr>
            <p:ph type="body" sz="quarter" idx="28" hasCustomPrompt="1"/>
          </p:nvPr>
        </p:nvSpPr>
        <p:spPr>
          <a:xfrm>
            <a:off x="4599434" y="3945056"/>
            <a:ext cx="1468489" cy="230832"/>
          </a:xfrm>
          <a:prstGeom prst="rect">
            <a:avLst/>
          </a:prstGeom>
        </p:spPr>
        <p:txBody>
          <a:bodyPr lIns="0" tIns="0" rIns="0" bIns="0" anchor="b">
            <a:noAutofit/>
          </a:bodyPr>
          <a:lstStyle>
            <a:lvl1pPr marL="0" indent="0">
              <a:lnSpc>
                <a:spcPct val="70000"/>
              </a:lnSpc>
              <a:spcBef>
                <a:spcPts val="0"/>
              </a:spcBef>
              <a:buNone/>
              <a:defRPr sz="900">
                <a:solidFill>
                  <a:schemeClr val="bg1"/>
                </a:solidFill>
                <a:latin typeface="+mj-lt"/>
              </a:defRPr>
            </a:lvl1pPr>
          </a:lstStyle>
          <a:p>
            <a:pPr lvl="0"/>
            <a:r>
              <a:rPr lang="en-US"/>
              <a:t>TITLE</a:t>
            </a:r>
          </a:p>
        </p:txBody>
      </p:sp>
      <p:sp>
        <p:nvSpPr>
          <p:cNvPr id="3" name="Text Placeholder 14">
            <a:extLst>
              <a:ext uri="{FF2B5EF4-FFF2-40B4-BE49-F238E27FC236}">
                <a16:creationId xmlns:a16="http://schemas.microsoft.com/office/drawing/2014/main" id="{65CF8744-4BF9-207F-65DC-7E76EC954ACF}"/>
              </a:ext>
            </a:extLst>
          </p:cNvPr>
          <p:cNvSpPr>
            <a:spLocks noGrp="1"/>
          </p:cNvSpPr>
          <p:nvPr>
            <p:ph type="body" sz="quarter" idx="29" hasCustomPrompt="1"/>
          </p:nvPr>
        </p:nvSpPr>
        <p:spPr>
          <a:xfrm>
            <a:off x="4601630" y="4253604"/>
            <a:ext cx="1468490" cy="689261"/>
          </a:xfrm>
        </p:spPr>
        <p:txBody>
          <a:bodyPr lIns="0" tIns="0" rIns="0" bIns="0">
            <a:noAutofit/>
          </a:bodyPr>
          <a:lstStyle>
            <a:lvl1pPr marL="0" indent="0">
              <a:lnSpc>
                <a:spcPct val="90000"/>
              </a:lnSpc>
              <a:spcBef>
                <a:spcPts val="0"/>
              </a:spcBef>
              <a:buNone/>
              <a:defRPr sz="750">
                <a:solidFill>
                  <a:schemeClr val="bg1"/>
                </a:solidFill>
              </a:defRPr>
            </a:lvl1pPr>
          </a:lstStyle>
          <a:p>
            <a:pPr lvl="0"/>
            <a:r>
              <a:rPr lang="en-US"/>
              <a:t>Text</a:t>
            </a:r>
          </a:p>
        </p:txBody>
      </p:sp>
      <p:sp>
        <p:nvSpPr>
          <p:cNvPr id="4" name="Text Placeholder 6">
            <a:extLst>
              <a:ext uri="{FF2B5EF4-FFF2-40B4-BE49-F238E27FC236}">
                <a16:creationId xmlns:a16="http://schemas.microsoft.com/office/drawing/2014/main" id="{8FC9CA70-2DB8-E3E6-F75F-3F2E3F7E2B14}"/>
              </a:ext>
            </a:extLst>
          </p:cNvPr>
          <p:cNvSpPr>
            <a:spLocks noGrp="1"/>
          </p:cNvSpPr>
          <p:nvPr>
            <p:ph type="body" sz="quarter" idx="30" hasCustomPrompt="1"/>
          </p:nvPr>
        </p:nvSpPr>
        <p:spPr>
          <a:xfrm>
            <a:off x="4597330" y="2765063"/>
            <a:ext cx="1262296" cy="1330399"/>
          </a:xfrm>
          <a:prstGeom prst="rect">
            <a:avLst/>
          </a:prstGeom>
        </p:spPr>
        <p:txBody>
          <a:bodyPr lIns="0" tIns="0" rIns="0" bIns="0" anchor="b">
            <a:noAutofit/>
          </a:bodyPr>
          <a:lstStyle>
            <a:lvl1pPr marL="0" indent="0">
              <a:lnSpc>
                <a:spcPct val="70000"/>
              </a:lnSpc>
              <a:spcBef>
                <a:spcPts val="0"/>
              </a:spcBef>
              <a:buNone/>
              <a:defRPr sz="9000">
                <a:solidFill>
                  <a:schemeClr val="accent3"/>
                </a:solidFill>
                <a:latin typeface="+mj-lt"/>
              </a:defRPr>
            </a:lvl1pPr>
          </a:lstStyle>
          <a:p>
            <a:pPr lvl="0"/>
            <a:r>
              <a:rPr lang="en-US"/>
              <a:t>03</a:t>
            </a:r>
          </a:p>
        </p:txBody>
      </p:sp>
      <p:sp>
        <p:nvSpPr>
          <p:cNvPr id="6" name="Text Placeholder 6">
            <a:extLst>
              <a:ext uri="{FF2B5EF4-FFF2-40B4-BE49-F238E27FC236}">
                <a16:creationId xmlns:a16="http://schemas.microsoft.com/office/drawing/2014/main" id="{E60331E3-AE72-7DFB-D280-927B3C6E2CC5}"/>
              </a:ext>
            </a:extLst>
          </p:cNvPr>
          <p:cNvSpPr>
            <a:spLocks noGrp="1"/>
          </p:cNvSpPr>
          <p:nvPr>
            <p:ph type="body" sz="quarter" idx="31" hasCustomPrompt="1"/>
          </p:nvPr>
        </p:nvSpPr>
        <p:spPr>
          <a:xfrm>
            <a:off x="6835945" y="3945056"/>
            <a:ext cx="1468489" cy="230832"/>
          </a:xfrm>
          <a:prstGeom prst="rect">
            <a:avLst/>
          </a:prstGeom>
        </p:spPr>
        <p:txBody>
          <a:bodyPr lIns="0" tIns="0" rIns="0" bIns="0" anchor="b">
            <a:noAutofit/>
          </a:bodyPr>
          <a:lstStyle>
            <a:lvl1pPr marL="0" indent="0">
              <a:lnSpc>
                <a:spcPct val="70000"/>
              </a:lnSpc>
              <a:spcBef>
                <a:spcPts val="0"/>
              </a:spcBef>
              <a:buNone/>
              <a:defRPr sz="900">
                <a:solidFill>
                  <a:schemeClr val="bg1"/>
                </a:solidFill>
                <a:latin typeface="+mj-lt"/>
              </a:defRPr>
            </a:lvl1pPr>
          </a:lstStyle>
          <a:p>
            <a:pPr lvl="0"/>
            <a:r>
              <a:rPr lang="en-US"/>
              <a:t>TITLE</a:t>
            </a:r>
          </a:p>
        </p:txBody>
      </p:sp>
      <p:sp>
        <p:nvSpPr>
          <p:cNvPr id="7" name="Text Placeholder 14">
            <a:extLst>
              <a:ext uri="{FF2B5EF4-FFF2-40B4-BE49-F238E27FC236}">
                <a16:creationId xmlns:a16="http://schemas.microsoft.com/office/drawing/2014/main" id="{901C35B0-9D94-5E65-B784-C8F5724F9B94}"/>
              </a:ext>
            </a:extLst>
          </p:cNvPr>
          <p:cNvSpPr>
            <a:spLocks noGrp="1"/>
          </p:cNvSpPr>
          <p:nvPr>
            <p:ph type="body" sz="quarter" idx="32" hasCustomPrompt="1"/>
          </p:nvPr>
        </p:nvSpPr>
        <p:spPr>
          <a:xfrm>
            <a:off x="6838141" y="4253603"/>
            <a:ext cx="1468490" cy="689261"/>
          </a:xfrm>
        </p:spPr>
        <p:txBody>
          <a:bodyPr lIns="0" tIns="0" rIns="0" bIns="0">
            <a:noAutofit/>
          </a:bodyPr>
          <a:lstStyle>
            <a:lvl1pPr marL="0" indent="0">
              <a:lnSpc>
                <a:spcPct val="90000"/>
              </a:lnSpc>
              <a:spcBef>
                <a:spcPts val="0"/>
              </a:spcBef>
              <a:buNone/>
              <a:defRPr sz="750">
                <a:solidFill>
                  <a:schemeClr val="bg1"/>
                </a:solidFill>
              </a:defRPr>
            </a:lvl1pPr>
          </a:lstStyle>
          <a:p>
            <a:pPr lvl="0"/>
            <a:r>
              <a:rPr lang="en-US"/>
              <a:t>Text</a:t>
            </a:r>
          </a:p>
        </p:txBody>
      </p:sp>
      <p:sp>
        <p:nvSpPr>
          <p:cNvPr id="16" name="Text Placeholder 6">
            <a:extLst>
              <a:ext uri="{FF2B5EF4-FFF2-40B4-BE49-F238E27FC236}">
                <a16:creationId xmlns:a16="http://schemas.microsoft.com/office/drawing/2014/main" id="{FB68F396-3E7E-9826-C566-46CF532D4663}"/>
              </a:ext>
            </a:extLst>
          </p:cNvPr>
          <p:cNvSpPr>
            <a:spLocks noGrp="1"/>
          </p:cNvSpPr>
          <p:nvPr>
            <p:ph type="body" sz="quarter" idx="33" hasCustomPrompt="1"/>
          </p:nvPr>
        </p:nvSpPr>
        <p:spPr>
          <a:xfrm>
            <a:off x="6833841" y="2765063"/>
            <a:ext cx="1262297" cy="1330399"/>
          </a:xfrm>
          <a:prstGeom prst="rect">
            <a:avLst/>
          </a:prstGeom>
        </p:spPr>
        <p:txBody>
          <a:bodyPr lIns="0" tIns="0" rIns="0" bIns="0" anchor="b">
            <a:noAutofit/>
          </a:bodyPr>
          <a:lstStyle>
            <a:lvl1pPr marL="0" indent="0">
              <a:lnSpc>
                <a:spcPct val="70000"/>
              </a:lnSpc>
              <a:spcBef>
                <a:spcPts val="0"/>
              </a:spcBef>
              <a:buNone/>
              <a:defRPr sz="9000">
                <a:solidFill>
                  <a:schemeClr val="accent3"/>
                </a:solidFill>
                <a:latin typeface="+mj-lt"/>
              </a:defRPr>
            </a:lvl1pPr>
          </a:lstStyle>
          <a:p>
            <a:pPr lvl="0"/>
            <a:r>
              <a:rPr lang="en-US"/>
              <a:t>04</a:t>
            </a:r>
          </a:p>
        </p:txBody>
      </p:sp>
    </p:spTree>
    <p:extLst>
      <p:ext uri="{BB962C8B-B14F-4D97-AF65-F5344CB8AC3E}">
        <p14:creationId xmlns:p14="http://schemas.microsoft.com/office/powerpoint/2010/main" val="1307364659"/>
      </p:ext>
    </p:extLst>
  </p:cSld>
  <p:clrMapOvr>
    <a:masterClrMapping/>
  </p:clrMapOvr>
  <p:transition spd="med"/>
</p:sldLayout>
</file>

<file path=ppt/slideLayouts/slideLayout133.xml><?xml version="1.0" encoding="utf-8"?>
<p:sldLayout xmlns:a="http://schemas.openxmlformats.org/drawingml/2006/main" xmlns:r="http://schemas.openxmlformats.org/officeDocument/2006/relationships" xmlns:p="http://schemas.openxmlformats.org/presentationml/2006/main" showMasterSp="0" preserve="1" userDrawn="1">
  <p:cSld name="Process 3">
    <p:bg>
      <p:bgPr>
        <a:solidFill>
          <a:srgbClr val="0143FD"/>
        </a:solidFill>
        <a:effectLst/>
      </p:bgPr>
    </p:bg>
    <p:spTree>
      <p:nvGrpSpPr>
        <p:cNvPr id="1" name=""/>
        <p:cNvGrpSpPr/>
        <p:nvPr/>
      </p:nvGrpSpPr>
      <p:grpSpPr>
        <a:xfrm>
          <a:off x="0" y="0"/>
          <a:ext cx="0" cy="0"/>
          <a:chOff x="0" y="0"/>
          <a:chExt cx="0" cy="0"/>
        </a:xfrm>
      </p:grpSpPr>
      <p:sp>
        <p:nvSpPr>
          <p:cNvPr id="66" name="Slide Number"/>
          <p:cNvSpPr txBox="1">
            <a:spLocks noGrp="1"/>
          </p:cNvSpPr>
          <p:nvPr>
            <p:ph type="sldNum" sz="quarter" idx="2"/>
          </p:nvPr>
        </p:nvSpPr>
        <p:spPr>
          <a:prstGeom prst="rect">
            <a:avLst/>
          </a:prstGeom>
        </p:spPr>
        <p:txBody>
          <a:bodyPr/>
          <a:lstStyle>
            <a:lvl1pPr>
              <a:defRPr>
                <a:solidFill>
                  <a:schemeClr val="bg1"/>
                </a:solidFill>
              </a:defRPr>
            </a:lvl1pPr>
          </a:lstStyle>
          <a:p>
            <a:fld id="{86CB4B4D-7CA3-9044-876B-883B54F8677D}" type="slidenum">
              <a:rPr lang="en-GB" smtClean="0"/>
              <a:pPr/>
              <a:t>‹#›</a:t>
            </a:fld>
            <a:endParaRPr lang="en-GB"/>
          </a:p>
        </p:txBody>
      </p:sp>
      <p:pic>
        <p:nvPicPr>
          <p:cNvPr id="15" name="CGC logo white.png" descr="CGC logo white.png">
            <a:extLst>
              <a:ext uri="{FF2B5EF4-FFF2-40B4-BE49-F238E27FC236}">
                <a16:creationId xmlns:a16="http://schemas.microsoft.com/office/drawing/2014/main" id="{D935F029-D9A4-B9A6-51F4-12FA11B2A4EA}"/>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285750" y="285750"/>
            <a:ext cx="1152091" cy="199818"/>
          </a:xfrm>
          <a:prstGeom prst="rect">
            <a:avLst/>
          </a:prstGeom>
          <a:ln w="12700">
            <a:miter lim="400000"/>
          </a:ln>
        </p:spPr>
      </p:pic>
      <p:sp>
        <p:nvSpPr>
          <p:cNvPr id="5" name="Text Placeholder 6">
            <a:extLst>
              <a:ext uri="{FF2B5EF4-FFF2-40B4-BE49-F238E27FC236}">
                <a16:creationId xmlns:a16="http://schemas.microsoft.com/office/drawing/2014/main" id="{1407F0DD-36AD-AD11-7001-EAB97F8F3C46}"/>
              </a:ext>
            </a:extLst>
          </p:cNvPr>
          <p:cNvSpPr>
            <a:spLocks noGrp="1"/>
          </p:cNvSpPr>
          <p:nvPr>
            <p:ph type="body" sz="quarter" idx="22" hasCustomPrompt="1"/>
          </p:nvPr>
        </p:nvSpPr>
        <p:spPr>
          <a:xfrm>
            <a:off x="4599434" y="2054781"/>
            <a:ext cx="1468489" cy="230832"/>
          </a:xfrm>
          <a:prstGeom prst="rect">
            <a:avLst/>
          </a:prstGeom>
        </p:spPr>
        <p:txBody>
          <a:bodyPr lIns="0" tIns="0" rIns="0" bIns="0" anchor="b">
            <a:noAutofit/>
          </a:bodyPr>
          <a:lstStyle>
            <a:lvl1pPr marL="0" indent="0">
              <a:lnSpc>
                <a:spcPct val="70000"/>
              </a:lnSpc>
              <a:spcBef>
                <a:spcPts val="0"/>
              </a:spcBef>
              <a:buNone/>
              <a:defRPr sz="900">
                <a:solidFill>
                  <a:schemeClr val="bg1"/>
                </a:solidFill>
                <a:latin typeface="+mj-lt"/>
              </a:defRPr>
            </a:lvl1pPr>
          </a:lstStyle>
          <a:p>
            <a:pPr lvl="0"/>
            <a:r>
              <a:rPr lang="en-US"/>
              <a:t>TITLE</a:t>
            </a:r>
          </a:p>
        </p:txBody>
      </p:sp>
      <p:sp>
        <p:nvSpPr>
          <p:cNvPr id="8" name="Text Placeholder 14">
            <a:extLst>
              <a:ext uri="{FF2B5EF4-FFF2-40B4-BE49-F238E27FC236}">
                <a16:creationId xmlns:a16="http://schemas.microsoft.com/office/drawing/2014/main" id="{06D4F725-90A0-29AD-ADCA-969A95F59E1D}"/>
              </a:ext>
            </a:extLst>
          </p:cNvPr>
          <p:cNvSpPr>
            <a:spLocks noGrp="1"/>
          </p:cNvSpPr>
          <p:nvPr>
            <p:ph type="body" sz="quarter" idx="23" hasCustomPrompt="1"/>
          </p:nvPr>
        </p:nvSpPr>
        <p:spPr>
          <a:xfrm>
            <a:off x="4596960" y="2355017"/>
            <a:ext cx="1468490" cy="689261"/>
          </a:xfrm>
        </p:spPr>
        <p:txBody>
          <a:bodyPr lIns="0" tIns="0" rIns="0" bIns="0">
            <a:noAutofit/>
          </a:bodyPr>
          <a:lstStyle>
            <a:lvl1pPr marL="0" indent="0">
              <a:lnSpc>
                <a:spcPct val="90000"/>
              </a:lnSpc>
              <a:spcBef>
                <a:spcPts val="0"/>
              </a:spcBef>
              <a:buNone/>
              <a:defRPr sz="750">
                <a:solidFill>
                  <a:schemeClr val="bg1"/>
                </a:solidFill>
              </a:defRPr>
            </a:lvl1pPr>
          </a:lstStyle>
          <a:p>
            <a:pPr lvl="0"/>
            <a:r>
              <a:rPr lang="en-US"/>
              <a:t>Text</a:t>
            </a:r>
          </a:p>
        </p:txBody>
      </p:sp>
      <p:sp>
        <p:nvSpPr>
          <p:cNvPr id="9" name="Text Placeholder 6">
            <a:extLst>
              <a:ext uri="{FF2B5EF4-FFF2-40B4-BE49-F238E27FC236}">
                <a16:creationId xmlns:a16="http://schemas.microsoft.com/office/drawing/2014/main" id="{AB0DDDFF-19BB-C201-2690-A7AF23D84DDC}"/>
              </a:ext>
            </a:extLst>
          </p:cNvPr>
          <p:cNvSpPr>
            <a:spLocks noGrp="1"/>
          </p:cNvSpPr>
          <p:nvPr>
            <p:ph type="body" sz="quarter" idx="24" hasCustomPrompt="1"/>
          </p:nvPr>
        </p:nvSpPr>
        <p:spPr>
          <a:xfrm>
            <a:off x="4597330" y="874788"/>
            <a:ext cx="1262296" cy="1330399"/>
          </a:xfrm>
          <a:prstGeom prst="rect">
            <a:avLst/>
          </a:prstGeom>
        </p:spPr>
        <p:txBody>
          <a:bodyPr lIns="0" tIns="0" rIns="0" bIns="0" anchor="b">
            <a:noAutofit/>
          </a:bodyPr>
          <a:lstStyle>
            <a:lvl1pPr marL="0" indent="0">
              <a:lnSpc>
                <a:spcPct val="70000"/>
              </a:lnSpc>
              <a:spcBef>
                <a:spcPts val="0"/>
              </a:spcBef>
              <a:buNone/>
              <a:defRPr sz="9000">
                <a:solidFill>
                  <a:schemeClr val="accent3"/>
                </a:solidFill>
                <a:latin typeface="+mj-lt"/>
              </a:defRPr>
            </a:lvl1pPr>
          </a:lstStyle>
          <a:p>
            <a:pPr lvl="0"/>
            <a:r>
              <a:rPr lang="en-US"/>
              <a:t>01</a:t>
            </a:r>
          </a:p>
        </p:txBody>
      </p:sp>
      <p:sp>
        <p:nvSpPr>
          <p:cNvPr id="10" name="Text Placeholder 6">
            <a:extLst>
              <a:ext uri="{FF2B5EF4-FFF2-40B4-BE49-F238E27FC236}">
                <a16:creationId xmlns:a16="http://schemas.microsoft.com/office/drawing/2014/main" id="{AD532279-4DC2-784D-A9E7-6DCAC7E19B76}"/>
              </a:ext>
            </a:extLst>
          </p:cNvPr>
          <p:cNvSpPr>
            <a:spLocks noGrp="1"/>
          </p:cNvSpPr>
          <p:nvPr>
            <p:ph type="body" sz="quarter" idx="25" hasCustomPrompt="1"/>
          </p:nvPr>
        </p:nvSpPr>
        <p:spPr>
          <a:xfrm>
            <a:off x="6819317" y="2054781"/>
            <a:ext cx="1468489" cy="230832"/>
          </a:xfrm>
          <a:prstGeom prst="rect">
            <a:avLst/>
          </a:prstGeom>
        </p:spPr>
        <p:txBody>
          <a:bodyPr lIns="0" tIns="0" rIns="0" bIns="0" anchor="b">
            <a:noAutofit/>
          </a:bodyPr>
          <a:lstStyle>
            <a:lvl1pPr marL="0" indent="0">
              <a:lnSpc>
                <a:spcPct val="70000"/>
              </a:lnSpc>
              <a:spcBef>
                <a:spcPts val="0"/>
              </a:spcBef>
              <a:buNone/>
              <a:defRPr sz="900">
                <a:solidFill>
                  <a:schemeClr val="bg1"/>
                </a:solidFill>
                <a:latin typeface="+mj-lt"/>
              </a:defRPr>
            </a:lvl1pPr>
          </a:lstStyle>
          <a:p>
            <a:pPr lvl="0"/>
            <a:r>
              <a:rPr lang="en-US"/>
              <a:t>TITLE</a:t>
            </a:r>
          </a:p>
        </p:txBody>
      </p:sp>
      <p:sp>
        <p:nvSpPr>
          <p:cNvPr id="11" name="Text Placeholder 14">
            <a:extLst>
              <a:ext uri="{FF2B5EF4-FFF2-40B4-BE49-F238E27FC236}">
                <a16:creationId xmlns:a16="http://schemas.microsoft.com/office/drawing/2014/main" id="{9E3C1C27-B1EE-FDF6-D92A-E295F15F47C9}"/>
              </a:ext>
            </a:extLst>
          </p:cNvPr>
          <p:cNvSpPr>
            <a:spLocks noGrp="1"/>
          </p:cNvSpPr>
          <p:nvPr>
            <p:ph type="body" sz="quarter" idx="26" hasCustomPrompt="1"/>
          </p:nvPr>
        </p:nvSpPr>
        <p:spPr>
          <a:xfrm>
            <a:off x="6822292" y="2355017"/>
            <a:ext cx="1468490" cy="689261"/>
          </a:xfrm>
        </p:spPr>
        <p:txBody>
          <a:bodyPr lIns="0" tIns="0" rIns="0" bIns="0">
            <a:noAutofit/>
          </a:bodyPr>
          <a:lstStyle>
            <a:lvl1pPr marL="0" indent="0">
              <a:lnSpc>
                <a:spcPct val="90000"/>
              </a:lnSpc>
              <a:spcBef>
                <a:spcPts val="0"/>
              </a:spcBef>
              <a:buNone/>
              <a:defRPr sz="750">
                <a:solidFill>
                  <a:schemeClr val="bg1"/>
                </a:solidFill>
              </a:defRPr>
            </a:lvl1pPr>
          </a:lstStyle>
          <a:p>
            <a:pPr lvl="0"/>
            <a:r>
              <a:rPr lang="en-US"/>
              <a:t>Text</a:t>
            </a:r>
          </a:p>
        </p:txBody>
      </p:sp>
      <p:sp>
        <p:nvSpPr>
          <p:cNvPr id="12" name="Text Placeholder 6">
            <a:extLst>
              <a:ext uri="{FF2B5EF4-FFF2-40B4-BE49-F238E27FC236}">
                <a16:creationId xmlns:a16="http://schemas.microsoft.com/office/drawing/2014/main" id="{CEC7CEBD-C85F-2663-1CFE-B103CE5F31A2}"/>
              </a:ext>
            </a:extLst>
          </p:cNvPr>
          <p:cNvSpPr>
            <a:spLocks noGrp="1"/>
          </p:cNvSpPr>
          <p:nvPr>
            <p:ph type="body" sz="quarter" idx="27" hasCustomPrompt="1"/>
          </p:nvPr>
        </p:nvSpPr>
        <p:spPr>
          <a:xfrm>
            <a:off x="6817215" y="874788"/>
            <a:ext cx="1262297" cy="1330399"/>
          </a:xfrm>
          <a:prstGeom prst="rect">
            <a:avLst/>
          </a:prstGeom>
        </p:spPr>
        <p:txBody>
          <a:bodyPr lIns="0" tIns="0" rIns="0" bIns="0" anchor="b">
            <a:noAutofit/>
          </a:bodyPr>
          <a:lstStyle>
            <a:lvl1pPr marL="0" indent="0">
              <a:lnSpc>
                <a:spcPct val="70000"/>
              </a:lnSpc>
              <a:spcBef>
                <a:spcPts val="0"/>
              </a:spcBef>
              <a:buNone/>
              <a:defRPr sz="9000">
                <a:solidFill>
                  <a:schemeClr val="accent3"/>
                </a:solidFill>
                <a:latin typeface="+mj-lt"/>
              </a:defRPr>
            </a:lvl1pPr>
          </a:lstStyle>
          <a:p>
            <a:pPr lvl="0"/>
            <a:r>
              <a:rPr lang="en-US"/>
              <a:t>02</a:t>
            </a:r>
          </a:p>
        </p:txBody>
      </p:sp>
      <p:sp>
        <p:nvSpPr>
          <p:cNvPr id="17" name="Text Placeholder 6">
            <a:extLst>
              <a:ext uri="{FF2B5EF4-FFF2-40B4-BE49-F238E27FC236}">
                <a16:creationId xmlns:a16="http://schemas.microsoft.com/office/drawing/2014/main" id="{AC785521-9340-9842-E0ED-983162C9D050}"/>
              </a:ext>
            </a:extLst>
          </p:cNvPr>
          <p:cNvSpPr>
            <a:spLocks noGrp="1"/>
          </p:cNvSpPr>
          <p:nvPr>
            <p:ph type="body" sz="quarter" idx="28" hasCustomPrompt="1"/>
          </p:nvPr>
        </p:nvSpPr>
        <p:spPr>
          <a:xfrm>
            <a:off x="4599434" y="3945056"/>
            <a:ext cx="1468489" cy="230832"/>
          </a:xfrm>
          <a:prstGeom prst="rect">
            <a:avLst/>
          </a:prstGeom>
        </p:spPr>
        <p:txBody>
          <a:bodyPr lIns="0" tIns="0" rIns="0" bIns="0" anchor="b">
            <a:noAutofit/>
          </a:bodyPr>
          <a:lstStyle>
            <a:lvl1pPr marL="0" indent="0">
              <a:lnSpc>
                <a:spcPct val="70000"/>
              </a:lnSpc>
              <a:spcBef>
                <a:spcPts val="0"/>
              </a:spcBef>
              <a:buNone/>
              <a:defRPr sz="900">
                <a:solidFill>
                  <a:schemeClr val="bg1"/>
                </a:solidFill>
                <a:latin typeface="+mj-lt"/>
              </a:defRPr>
            </a:lvl1pPr>
          </a:lstStyle>
          <a:p>
            <a:pPr lvl="0"/>
            <a:r>
              <a:rPr lang="en-US"/>
              <a:t>TITLE</a:t>
            </a:r>
          </a:p>
        </p:txBody>
      </p:sp>
      <p:sp>
        <p:nvSpPr>
          <p:cNvPr id="20" name="Text Placeholder 14">
            <a:extLst>
              <a:ext uri="{FF2B5EF4-FFF2-40B4-BE49-F238E27FC236}">
                <a16:creationId xmlns:a16="http://schemas.microsoft.com/office/drawing/2014/main" id="{A0BC584F-42D1-C890-8731-7BE6FB6CCCAE}"/>
              </a:ext>
            </a:extLst>
          </p:cNvPr>
          <p:cNvSpPr>
            <a:spLocks noGrp="1"/>
          </p:cNvSpPr>
          <p:nvPr>
            <p:ph type="body" sz="quarter" idx="29" hasCustomPrompt="1"/>
          </p:nvPr>
        </p:nvSpPr>
        <p:spPr>
          <a:xfrm>
            <a:off x="4601630" y="4253604"/>
            <a:ext cx="1468490" cy="689261"/>
          </a:xfrm>
        </p:spPr>
        <p:txBody>
          <a:bodyPr lIns="0" tIns="0" rIns="0" bIns="0">
            <a:noAutofit/>
          </a:bodyPr>
          <a:lstStyle>
            <a:lvl1pPr marL="0" indent="0">
              <a:lnSpc>
                <a:spcPct val="90000"/>
              </a:lnSpc>
              <a:spcBef>
                <a:spcPts val="0"/>
              </a:spcBef>
              <a:buNone/>
              <a:defRPr sz="750">
                <a:solidFill>
                  <a:schemeClr val="bg1"/>
                </a:solidFill>
              </a:defRPr>
            </a:lvl1pPr>
          </a:lstStyle>
          <a:p>
            <a:pPr lvl="0"/>
            <a:r>
              <a:rPr lang="en-US"/>
              <a:t>Text</a:t>
            </a:r>
          </a:p>
        </p:txBody>
      </p:sp>
      <p:sp>
        <p:nvSpPr>
          <p:cNvPr id="22" name="Text Placeholder 6">
            <a:extLst>
              <a:ext uri="{FF2B5EF4-FFF2-40B4-BE49-F238E27FC236}">
                <a16:creationId xmlns:a16="http://schemas.microsoft.com/office/drawing/2014/main" id="{0F9C90B7-B8DC-9D0D-EF8F-6B54A98B77FC}"/>
              </a:ext>
            </a:extLst>
          </p:cNvPr>
          <p:cNvSpPr>
            <a:spLocks noGrp="1"/>
          </p:cNvSpPr>
          <p:nvPr>
            <p:ph type="body" sz="quarter" idx="30" hasCustomPrompt="1"/>
          </p:nvPr>
        </p:nvSpPr>
        <p:spPr>
          <a:xfrm>
            <a:off x="4597330" y="2765063"/>
            <a:ext cx="1262296" cy="1330399"/>
          </a:xfrm>
          <a:prstGeom prst="rect">
            <a:avLst/>
          </a:prstGeom>
        </p:spPr>
        <p:txBody>
          <a:bodyPr lIns="0" tIns="0" rIns="0" bIns="0" anchor="b">
            <a:noAutofit/>
          </a:bodyPr>
          <a:lstStyle>
            <a:lvl1pPr marL="0" indent="0">
              <a:lnSpc>
                <a:spcPct val="70000"/>
              </a:lnSpc>
              <a:spcBef>
                <a:spcPts val="0"/>
              </a:spcBef>
              <a:buNone/>
              <a:defRPr sz="9000">
                <a:solidFill>
                  <a:schemeClr val="accent3"/>
                </a:solidFill>
                <a:latin typeface="+mj-lt"/>
              </a:defRPr>
            </a:lvl1pPr>
          </a:lstStyle>
          <a:p>
            <a:pPr lvl="0"/>
            <a:r>
              <a:rPr lang="en-US"/>
              <a:t>03</a:t>
            </a:r>
          </a:p>
        </p:txBody>
      </p:sp>
      <p:sp>
        <p:nvSpPr>
          <p:cNvPr id="23" name="Text Placeholder 6">
            <a:extLst>
              <a:ext uri="{FF2B5EF4-FFF2-40B4-BE49-F238E27FC236}">
                <a16:creationId xmlns:a16="http://schemas.microsoft.com/office/drawing/2014/main" id="{A6F1643E-5C94-EE57-9797-1C12F08C2795}"/>
              </a:ext>
            </a:extLst>
          </p:cNvPr>
          <p:cNvSpPr>
            <a:spLocks noGrp="1"/>
          </p:cNvSpPr>
          <p:nvPr>
            <p:ph type="body" sz="quarter" idx="31" hasCustomPrompt="1"/>
          </p:nvPr>
        </p:nvSpPr>
        <p:spPr>
          <a:xfrm>
            <a:off x="6835945" y="3945056"/>
            <a:ext cx="1468489" cy="230832"/>
          </a:xfrm>
          <a:prstGeom prst="rect">
            <a:avLst/>
          </a:prstGeom>
        </p:spPr>
        <p:txBody>
          <a:bodyPr lIns="0" tIns="0" rIns="0" bIns="0" anchor="b">
            <a:noAutofit/>
          </a:bodyPr>
          <a:lstStyle>
            <a:lvl1pPr marL="0" indent="0">
              <a:lnSpc>
                <a:spcPct val="70000"/>
              </a:lnSpc>
              <a:spcBef>
                <a:spcPts val="0"/>
              </a:spcBef>
              <a:buNone/>
              <a:defRPr sz="900">
                <a:solidFill>
                  <a:schemeClr val="bg1"/>
                </a:solidFill>
                <a:latin typeface="+mj-lt"/>
              </a:defRPr>
            </a:lvl1pPr>
          </a:lstStyle>
          <a:p>
            <a:pPr lvl="0"/>
            <a:r>
              <a:rPr lang="en-US"/>
              <a:t>TITLE</a:t>
            </a:r>
          </a:p>
        </p:txBody>
      </p:sp>
      <p:sp>
        <p:nvSpPr>
          <p:cNvPr id="24" name="Text Placeholder 14">
            <a:extLst>
              <a:ext uri="{FF2B5EF4-FFF2-40B4-BE49-F238E27FC236}">
                <a16:creationId xmlns:a16="http://schemas.microsoft.com/office/drawing/2014/main" id="{A5B5ABE5-90E7-9DB8-927C-3C1A3C111DD1}"/>
              </a:ext>
            </a:extLst>
          </p:cNvPr>
          <p:cNvSpPr>
            <a:spLocks noGrp="1"/>
          </p:cNvSpPr>
          <p:nvPr>
            <p:ph type="body" sz="quarter" idx="32" hasCustomPrompt="1"/>
          </p:nvPr>
        </p:nvSpPr>
        <p:spPr>
          <a:xfrm>
            <a:off x="6838141" y="4253603"/>
            <a:ext cx="1468490" cy="689261"/>
          </a:xfrm>
        </p:spPr>
        <p:txBody>
          <a:bodyPr lIns="0" tIns="0" rIns="0" bIns="0">
            <a:noAutofit/>
          </a:bodyPr>
          <a:lstStyle>
            <a:lvl1pPr marL="0" indent="0">
              <a:lnSpc>
                <a:spcPct val="90000"/>
              </a:lnSpc>
              <a:spcBef>
                <a:spcPts val="0"/>
              </a:spcBef>
              <a:buNone/>
              <a:defRPr sz="750">
                <a:solidFill>
                  <a:schemeClr val="bg1"/>
                </a:solidFill>
              </a:defRPr>
            </a:lvl1pPr>
          </a:lstStyle>
          <a:p>
            <a:pPr lvl="0"/>
            <a:r>
              <a:rPr lang="en-US"/>
              <a:t>Text</a:t>
            </a:r>
          </a:p>
        </p:txBody>
      </p:sp>
      <p:sp>
        <p:nvSpPr>
          <p:cNvPr id="25" name="Text Placeholder 6">
            <a:extLst>
              <a:ext uri="{FF2B5EF4-FFF2-40B4-BE49-F238E27FC236}">
                <a16:creationId xmlns:a16="http://schemas.microsoft.com/office/drawing/2014/main" id="{C868C739-1C23-B3EB-1194-AD28F0B24A01}"/>
              </a:ext>
            </a:extLst>
          </p:cNvPr>
          <p:cNvSpPr>
            <a:spLocks noGrp="1"/>
          </p:cNvSpPr>
          <p:nvPr>
            <p:ph type="body" sz="quarter" idx="33" hasCustomPrompt="1"/>
          </p:nvPr>
        </p:nvSpPr>
        <p:spPr>
          <a:xfrm>
            <a:off x="6833841" y="2765063"/>
            <a:ext cx="1262297" cy="1330399"/>
          </a:xfrm>
          <a:prstGeom prst="rect">
            <a:avLst/>
          </a:prstGeom>
        </p:spPr>
        <p:txBody>
          <a:bodyPr lIns="0" tIns="0" rIns="0" bIns="0" anchor="b">
            <a:noAutofit/>
          </a:bodyPr>
          <a:lstStyle>
            <a:lvl1pPr marL="0" indent="0">
              <a:lnSpc>
                <a:spcPct val="70000"/>
              </a:lnSpc>
              <a:spcBef>
                <a:spcPts val="0"/>
              </a:spcBef>
              <a:buNone/>
              <a:defRPr sz="9000">
                <a:solidFill>
                  <a:schemeClr val="accent3"/>
                </a:solidFill>
                <a:latin typeface="+mj-lt"/>
              </a:defRPr>
            </a:lvl1pPr>
          </a:lstStyle>
          <a:p>
            <a:pPr lvl="0"/>
            <a:r>
              <a:rPr lang="en-US"/>
              <a:t>04</a:t>
            </a:r>
          </a:p>
        </p:txBody>
      </p:sp>
    </p:spTree>
    <p:extLst>
      <p:ext uri="{BB962C8B-B14F-4D97-AF65-F5344CB8AC3E}">
        <p14:creationId xmlns:p14="http://schemas.microsoft.com/office/powerpoint/2010/main" val="191923708"/>
      </p:ext>
    </p:extLst>
  </p:cSld>
  <p:clrMapOvr>
    <a:masterClrMapping/>
  </p:clrMapOvr>
  <p:transition spd="med"/>
</p:sldLayout>
</file>

<file path=ppt/slideLayouts/slideLayout134.xml><?xml version="1.0" encoding="utf-8"?>
<p:sldLayout xmlns:a="http://schemas.openxmlformats.org/drawingml/2006/main" xmlns:r="http://schemas.openxmlformats.org/officeDocument/2006/relationships" xmlns:p="http://schemas.openxmlformats.org/presentationml/2006/main" showMasterSp="0" preserve="1" userDrawn="1">
  <p:cSld name="Thank you 1">
    <p:bg>
      <p:bgPr>
        <a:solidFill>
          <a:srgbClr val="0143FD"/>
        </a:solidFill>
        <a:effectLst/>
      </p:bgPr>
    </p:bg>
    <p:spTree>
      <p:nvGrpSpPr>
        <p:cNvPr id="1" name=""/>
        <p:cNvGrpSpPr/>
        <p:nvPr/>
      </p:nvGrpSpPr>
      <p:grpSpPr>
        <a:xfrm>
          <a:off x="0" y="0"/>
          <a:ext cx="0" cy="0"/>
          <a:chOff x="0" y="0"/>
          <a:chExt cx="0" cy="0"/>
        </a:xfrm>
      </p:grpSpPr>
      <p:pic>
        <p:nvPicPr>
          <p:cNvPr id="15" name="CGC logo white.png" descr="CGC logo white.png">
            <a:extLst>
              <a:ext uri="{FF2B5EF4-FFF2-40B4-BE49-F238E27FC236}">
                <a16:creationId xmlns:a16="http://schemas.microsoft.com/office/drawing/2014/main" id="{D935F029-D9A4-B9A6-51F4-12FA11B2A4EA}"/>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285750" y="285750"/>
            <a:ext cx="1152091" cy="199818"/>
          </a:xfrm>
          <a:prstGeom prst="rect">
            <a:avLst/>
          </a:prstGeom>
          <a:ln w="12700">
            <a:miter lim="400000"/>
          </a:ln>
        </p:spPr>
      </p:pic>
      <p:pic>
        <p:nvPicPr>
          <p:cNvPr id="5" name="Rectangle 355-3.svg" descr="Rectangle 355-3.svg">
            <a:extLst>
              <a:ext uri="{FF2B5EF4-FFF2-40B4-BE49-F238E27FC236}">
                <a16:creationId xmlns:a16="http://schemas.microsoft.com/office/drawing/2014/main" id="{A7F0D8F7-C1DC-43B7-5926-E35782C12C88}"/>
              </a:ext>
            </a:extLst>
          </p:cNvPr>
          <p:cNvPicPr>
            <a:picLocks noChangeAspect="1"/>
          </p:cNvPicPr>
          <p:nvPr userDrawn="1"/>
        </p:nvPicPr>
        <p:blipFill>
          <a:blip r:embed="rId3" cstate="hqprint">
            <a:extLst>
              <a:ext uri="{28A0092B-C50C-407E-A947-70E740481C1C}">
                <a14:useLocalDpi xmlns:a14="http://schemas.microsoft.com/office/drawing/2010/main"/>
              </a:ext>
            </a:extLst>
          </a:blip>
          <a:srcRect/>
          <a:stretch>
            <a:fillRect/>
          </a:stretch>
        </p:blipFill>
        <p:spPr>
          <a:xfrm>
            <a:off x="1088401" y="1"/>
            <a:ext cx="6967199" cy="5143500"/>
          </a:xfrm>
          <a:prstGeom prst="rect">
            <a:avLst/>
          </a:prstGeom>
          <a:ln w="12700">
            <a:miter lim="400000"/>
          </a:ln>
        </p:spPr>
      </p:pic>
      <p:sp>
        <p:nvSpPr>
          <p:cNvPr id="17" name="Text Placeholder 11">
            <a:extLst>
              <a:ext uri="{FF2B5EF4-FFF2-40B4-BE49-F238E27FC236}">
                <a16:creationId xmlns:a16="http://schemas.microsoft.com/office/drawing/2014/main" id="{4323C4EF-AB2D-1DAE-5ACA-2A6C3FC4E9C9}"/>
              </a:ext>
            </a:extLst>
          </p:cNvPr>
          <p:cNvSpPr>
            <a:spLocks noGrp="1"/>
          </p:cNvSpPr>
          <p:nvPr>
            <p:ph type="body" sz="quarter" idx="27" hasCustomPrompt="1"/>
          </p:nvPr>
        </p:nvSpPr>
        <p:spPr>
          <a:xfrm>
            <a:off x="3370695" y="2150756"/>
            <a:ext cx="2416332" cy="642937"/>
          </a:xfrm>
        </p:spPr>
        <p:txBody>
          <a:bodyPr anchor="ctr">
            <a:noAutofit/>
          </a:bodyPr>
          <a:lstStyle>
            <a:lvl1pPr marL="0" indent="0" algn="ctr">
              <a:buNone/>
              <a:defRPr sz="4130">
                <a:solidFill>
                  <a:schemeClr val="tx1"/>
                </a:solidFill>
                <a:latin typeface="+mj-lt"/>
              </a:defRPr>
            </a:lvl1pPr>
          </a:lstStyle>
          <a:p>
            <a:pPr lvl="0"/>
            <a:r>
              <a:rPr lang="en-US"/>
              <a:t>THANK YOU</a:t>
            </a:r>
          </a:p>
        </p:txBody>
      </p:sp>
    </p:spTree>
    <p:extLst>
      <p:ext uri="{BB962C8B-B14F-4D97-AF65-F5344CB8AC3E}">
        <p14:creationId xmlns:p14="http://schemas.microsoft.com/office/powerpoint/2010/main" val="2497168037"/>
      </p:ext>
    </p:extLst>
  </p:cSld>
  <p:clrMapOvr>
    <a:masterClrMapping/>
  </p:clrMapOvr>
  <p:transition spd="med"/>
</p:sldLayout>
</file>

<file path=ppt/slideLayouts/slideLayout135.xml><?xml version="1.0" encoding="utf-8"?>
<p:sldLayout xmlns:a="http://schemas.openxmlformats.org/drawingml/2006/main" xmlns:r="http://schemas.openxmlformats.org/officeDocument/2006/relationships" xmlns:p="http://schemas.openxmlformats.org/presentationml/2006/main" showMasterSp="0" preserve="1" userDrawn="1">
  <p:cSld name="Thank you 2">
    <p:bg>
      <p:bgPr>
        <a:solidFill>
          <a:srgbClr val="E7E696"/>
        </a:solidFill>
        <a:effectLst/>
      </p:bgPr>
    </p:bg>
    <p:spTree>
      <p:nvGrpSpPr>
        <p:cNvPr id="1" name=""/>
        <p:cNvGrpSpPr/>
        <p:nvPr/>
      </p:nvGrpSpPr>
      <p:grpSpPr>
        <a:xfrm>
          <a:off x="0" y="0"/>
          <a:ext cx="0" cy="0"/>
          <a:chOff x="0" y="0"/>
          <a:chExt cx="0" cy="0"/>
        </a:xfrm>
      </p:grpSpPr>
      <p:pic>
        <p:nvPicPr>
          <p:cNvPr id="2" name="Rectangle burgundy.svg" descr="Rectangle burgundy.svg">
            <a:extLst>
              <a:ext uri="{FF2B5EF4-FFF2-40B4-BE49-F238E27FC236}">
                <a16:creationId xmlns:a16="http://schemas.microsoft.com/office/drawing/2014/main" id="{73502FA9-3C7B-4AB7-881D-B1A3967EBC11}"/>
              </a:ext>
            </a:extLst>
          </p:cNvPr>
          <p:cNvPicPr>
            <a:picLocks noChangeAspect="1"/>
          </p:cNvPicPr>
          <p:nvPr userDrawn="1"/>
        </p:nvPicPr>
        <p:blipFill>
          <a:blip r:embed="rId2" cstate="hqprint">
            <a:extLst>
              <a:ext uri="{28A0092B-C50C-407E-A947-70E740481C1C}">
                <a14:useLocalDpi xmlns:a14="http://schemas.microsoft.com/office/drawing/2010/main"/>
              </a:ext>
            </a:extLst>
          </a:blip>
          <a:srcRect/>
          <a:stretch>
            <a:fillRect/>
          </a:stretch>
        </p:blipFill>
        <p:spPr>
          <a:xfrm>
            <a:off x="393933" y="-1"/>
            <a:ext cx="8356135" cy="5143501"/>
          </a:xfrm>
          <a:prstGeom prst="rect">
            <a:avLst/>
          </a:prstGeom>
          <a:ln w="12700">
            <a:miter lim="400000"/>
          </a:ln>
        </p:spPr>
      </p:pic>
      <p:sp>
        <p:nvSpPr>
          <p:cNvPr id="3" name="Text Placeholder 11">
            <a:extLst>
              <a:ext uri="{FF2B5EF4-FFF2-40B4-BE49-F238E27FC236}">
                <a16:creationId xmlns:a16="http://schemas.microsoft.com/office/drawing/2014/main" id="{EAFAD823-70A2-309E-8A85-77AC5D10C2C5}"/>
              </a:ext>
            </a:extLst>
          </p:cNvPr>
          <p:cNvSpPr>
            <a:spLocks noGrp="1"/>
          </p:cNvSpPr>
          <p:nvPr>
            <p:ph type="body" sz="quarter" idx="27" hasCustomPrompt="1"/>
          </p:nvPr>
        </p:nvSpPr>
        <p:spPr>
          <a:xfrm>
            <a:off x="3370695" y="2150756"/>
            <a:ext cx="2416332" cy="642937"/>
          </a:xfrm>
        </p:spPr>
        <p:txBody>
          <a:bodyPr anchor="ctr">
            <a:noAutofit/>
          </a:bodyPr>
          <a:lstStyle>
            <a:lvl1pPr marL="0" indent="0" algn="ctr">
              <a:buNone/>
              <a:defRPr sz="4130">
                <a:solidFill>
                  <a:schemeClr val="bg1"/>
                </a:solidFill>
                <a:latin typeface="+mj-lt"/>
              </a:defRPr>
            </a:lvl1pPr>
          </a:lstStyle>
          <a:p>
            <a:pPr lvl="0"/>
            <a:r>
              <a:rPr lang="en-US"/>
              <a:t>THANK YOU</a:t>
            </a:r>
          </a:p>
        </p:txBody>
      </p:sp>
      <p:pic>
        <p:nvPicPr>
          <p:cNvPr id="4" name="CGC logo black.png" descr="CGC logo black.png">
            <a:extLst>
              <a:ext uri="{FF2B5EF4-FFF2-40B4-BE49-F238E27FC236}">
                <a16:creationId xmlns:a16="http://schemas.microsoft.com/office/drawing/2014/main" id="{49C2493A-D5FF-58FB-DAB6-A3D165D2473D}"/>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285750" y="285750"/>
            <a:ext cx="1152525" cy="199894"/>
          </a:xfrm>
          <a:prstGeom prst="rect">
            <a:avLst/>
          </a:prstGeom>
          <a:ln w="12700">
            <a:miter lim="400000"/>
          </a:ln>
        </p:spPr>
      </p:pic>
    </p:spTree>
    <p:extLst>
      <p:ext uri="{BB962C8B-B14F-4D97-AF65-F5344CB8AC3E}">
        <p14:creationId xmlns:p14="http://schemas.microsoft.com/office/powerpoint/2010/main" val="510637799"/>
      </p:ext>
    </p:extLst>
  </p:cSld>
  <p:clrMapOvr>
    <a:masterClrMapping/>
  </p:clrMapOvr>
  <p:transition spd="med"/>
</p:sldLayout>
</file>

<file path=ppt/slideLayouts/slideLayout136.xml><?xml version="1.0" encoding="utf-8"?>
<p:sldLayout xmlns:a="http://schemas.openxmlformats.org/drawingml/2006/main" xmlns:r="http://schemas.openxmlformats.org/officeDocument/2006/relationships" xmlns:p="http://schemas.openxmlformats.org/presentationml/2006/main" showMasterSp="0" preserve="1" userDrawn="1">
  <p:cSld name="Thank you 3">
    <p:bg>
      <p:bgPr>
        <a:solidFill>
          <a:srgbClr val="730B39"/>
        </a:solidFill>
        <a:effectLst/>
      </p:bgPr>
    </p:bg>
    <p:spTree>
      <p:nvGrpSpPr>
        <p:cNvPr id="1" name=""/>
        <p:cNvGrpSpPr/>
        <p:nvPr/>
      </p:nvGrpSpPr>
      <p:grpSpPr>
        <a:xfrm>
          <a:off x="0" y="0"/>
          <a:ext cx="0" cy="0"/>
          <a:chOff x="0" y="0"/>
          <a:chExt cx="0" cy="0"/>
        </a:xfrm>
      </p:grpSpPr>
      <p:pic>
        <p:nvPicPr>
          <p:cNvPr id="5" name="Ellipse 2-3.svg" descr="Ellipse 2-3.svg">
            <a:extLst>
              <a:ext uri="{FF2B5EF4-FFF2-40B4-BE49-F238E27FC236}">
                <a16:creationId xmlns:a16="http://schemas.microsoft.com/office/drawing/2014/main" id="{02245F57-A8D7-7A04-748F-0E453F792728}"/>
              </a:ext>
            </a:extLst>
          </p:cNvPr>
          <p:cNvPicPr>
            <a:picLocks noChangeAspect="1"/>
          </p:cNvPicPr>
          <p:nvPr userDrawn="1"/>
        </p:nvPicPr>
        <p:blipFill>
          <a:blip r:embed="rId2" cstate="hqprint">
            <a:extLst>
              <a:ext uri="{28A0092B-C50C-407E-A947-70E740481C1C}">
                <a14:useLocalDpi xmlns:a14="http://schemas.microsoft.com/office/drawing/2010/main"/>
              </a:ext>
            </a:extLst>
          </a:blip>
          <a:srcRect/>
          <a:stretch>
            <a:fillRect/>
          </a:stretch>
        </p:blipFill>
        <p:spPr>
          <a:xfrm>
            <a:off x="0" y="1456554"/>
            <a:ext cx="9144000" cy="3686946"/>
          </a:xfrm>
          <a:prstGeom prst="rect">
            <a:avLst/>
          </a:prstGeom>
          <a:ln w="12700">
            <a:miter lim="400000"/>
          </a:ln>
        </p:spPr>
      </p:pic>
      <p:pic>
        <p:nvPicPr>
          <p:cNvPr id="9" name="CGC logo white.png" descr="CGC logo white.png">
            <a:extLst>
              <a:ext uri="{FF2B5EF4-FFF2-40B4-BE49-F238E27FC236}">
                <a16:creationId xmlns:a16="http://schemas.microsoft.com/office/drawing/2014/main" id="{AF7CD472-F33B-C076-6E76-A527E77FE7EA}"/>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285750" y="285750"/>
            <a:ext cx="1152091" cy="199818"/>
          </a:xfrm>
          <a:prstGeom prst="rect">
            <a:avLst/>
          </a:prstGeom>
          <a:ln w="12700">
            <a:miter lim="400000"/>
          </a:ln>
        </p:spPr>
      </p:pic>
      <p:sp>
        <p:nvSpPr>
          <p:cNvPr id="10" name="Text Placeholder 6">
            <a:extLst>
              <a:ext uri="{FF2B5EF4-FFF2-40B4-BE49-F238E27FC236}">
                <a16:creationId xmlns:a16="http://schemas.microsoft.com/office/drawing/2014/main" id="{E695A627-582D-0F1F-9F90-2C55DBB40939}"/>
              </a:ext>
            </a:extLst>
          </p:cNvPr>
          <p:cNvSpPr>
            <a:spLocks noGrp="1"/>
          </p:cNvSpPr>
          <p:nvPr>
            <p:ph type="body" sz="quarter" idx="22" hasCustomPrompt="1"/>
          </p:nvPr>
        </p:nvSpPr>
        <p:spPr>
          <a:xfrm>
            <a:off x="287803" y="4223980"/>
            <a:ext cx="1468489" cy="230832"/>
          </a:xfrm>
          <a:prstGeom prst="rect">
            <a:avLst/>
          </a:prstGeom>
        </p:spPr>
        <p:txBody>
          <a:bodyPr lIns="0" tIns="0" rIns="0" bIns="0" anchor="b">
            <a:noAutofit/>
          </a:bodyPr>
          <a:lstStyle>
            <a:lvl1pPr marL="0" indent="0">
              <a:lnSpc>
                <a:spcPct val="70000"/>
              </a:lnSpc>
              <a:spcBef>
                <a:spcPts val="0"/>
              </a:spcBef>
              <a:buNone/>
              <a:defRPr sz="1200">
                <a:solidFill>
                  <a:schemeClr val="tx1"/>
                </a:solidFill>
                <a:latin typeface="+mj-lt"/>
              </a:defRPr>
            </a:lvl1pPr>
          </a:lstStyle>
          <a:p>
            <a:pPr lvl="0"/>
            <a:r>
              <a:rPr lang="en-US"/>
              <a:t>TITLE</a:t>
            </a:r>
          </a:p>
        </p:txBody>
      </p:sp>
      <p:sp>
        <p:nvSpPr>
          <p:cNvPr id="13" name="Text Placeholder 6">
            <a:extLst>
              <a:ext uri="{FF2B5EF4-FFF2-40B4-BE49-F238E27FC236}">
                <a16:creationId xmlns:a16="http://schemas.microsoft.com/office/drawing/2014/main" id="{5D253C01-D4EA-A768-10F5-07CA229CF42D}"/>
              </a:ext>
            </a:extLst>
          </p:cNvPr>
          <p:cNvSpPr>
            <a:spLocks noGrp="1"/>
          </p:cNvSpPr>
          <p:nvPr>
            <p:ph type="body" sz="quarter" idx="24" hasCustomPrompt="1"/>
          </p:nvPr>
        </p:nvSpPr>
        <p:spPr>
          <a:xfrm>
            <a:off x="290621" y="4060761"/>
            <a:ext cx="1468489" cy="230832"/>
          </a:xfrm>
          <a:prstGeom prst="rect">
            <a:avLst/>
          </a:prstGeom>
        </p:spPr>
        <p:txBody>
          <a:bodyPr lIns="0" tIns="0" rIns="0" bIns="0" anchor="b">
            <a:noAutofit/>
          </a:bodyPr>
          <a:lstStyle>
            <a:lvl1pPr marL="0" indent="0">
              <a:lnSpc>
                <a:spcPct val="70000"/>
              </a:lnSpc>
              <a:spcBef>
                <a:spcPts val="0"/>
              </a:spcBef>
              <a:buNone/>
              <a:defRPr sz="1200">
                <a:solidFill>
                  <a:schemeClr val="accent2"/>
                </a:solidFill>
                <a:latin typeface="+mj-lt"/>
              </a:defRPr>
            </a:lvl1pPr>
          </a:lstStyle>
          <a:p>
            <a:pPr lvl="0"/>
            <a:r>
              <a:rPr lang="en-US"/>
              <a:t>TITLE</a:t>
            </a:r>
          </a:p>
        </p:txBody>
      </p:sp>
      <p:sp>
        <p:nvSpPr>
          <p:cNvPr id="14" name="Text Placeholder 14">
            <a:extLst>
              <a:ext uri="{FF2B5EF4-FFF2-40B4-BE49-F238E27FC236}">
                <a16:creationId xmlns:a16="http://schemas.microsoft.com/office/drawing/2014/main" id="{2E99DB92-486B-48CA-461F-22C31CD259E4}"/>
              </a:ext>
            </a:extLst>
          </p:cNvPr>
          <p:cNvSpPr>
            <a:spLocks noGrp="1"/>
          </p:cNvSpPr>
          <p:nvPr>
            <p:ph type="body" sz="quarter" idx="23" hasCustomPrompt="1"/>
          </p:nvPr>
        </p:nvSpPr>
        <p:spPr>
          <a:xfrm>
            <a:off x="284908" y="4543134"/>
            <a:ext cx="2195534" cy="323127"/>
          </a:xfrm>
        </p:spPr>
        <p:txBody>
          <a:bodyPr lIns="0" tIns="0" rIns="0" bIns="0">
            <a:noAutofit/>
          </a:bodyPr>
          <a:lstStyle>
            <a:lvl1pPr marL="0" indent="0">
              <a:lnSpc>
                <a:spcPct val="120000"/>
              </a:lnSpc>
              <a:spcBef>
                <a:spcPts val="0"/>
              </a:spcBef>
              <a:buNone/>
              <a:defRPr sz="900">
                <a:solidFill>
                  <a:schemeClr val="tx1"/>
                </a:solidFill>
              </a:defRPr>
            </a:lvl1pPr>
          </a:lstStyle>
          <a:p>
            <a:pPr lvl="0"/>
            <a:r>
              <a:rPr lang="en-US" err="1"/>
              <a:t>Name.surname@email.com</a:t>
            </a:r>
            <a:endParaRPr lang="en-US"/>
          </a:p>
          <a:p>
            <a:pPr lvl="0"/>
            <a:r>
              <a:rPr lang="en-US"/>
              <a:t>+1 000 0000000</a:t>
            </a:r>
          </a:p>
        </p:txBody>
      </p:sp>
    </p:spTree>
    <p:extLst>
      <p:ext uri="{BB962C8B-B14F-4D97-AF65-F5344CB8AC3E}">
        <p14:creationId xmlns:p14="http://schemas.microsoft.com/office/powerpoint/2010/main" val="1028125046"/>
      </p:ext>
    </p:extLst>
  </p:cSld>
  <p:clrMapOvr>
    <a:masterClrMapping/>
  </p:clrMapOvr>
  <p:transition spd="med"/>
</p:sldLayout>
</file>

<file path=ppt/slideLayouts/slideLayout137.xml><?xml version="1.0" encoding="utf-8"?>
<p:sldLayout xmlns:a="http://schemas.openxmlformats.org/drawingml/2006/main" xmlns:r="http://schemas.openxmlformats.org/officeDocument/2006/relationships" xmlns:p="http://schemas.openxmlformats.org/presentationml/2006/main" showMasterSp="0" preserve="1" userDrawn="1">
  <p:cSld name="Thank you 4">
    <p:bg>
      <p:bgPr>
        <a:solidFill>
          <a:srgbClr val="0143FD"/>
        </a:solidFill>
        <a:effectLst/>
      </p:bgPr>
    </p:bg>
    <p:spTree>
      <p:nvGrpSpPr>
        <p:cNvPr id="1" name=""/>
        <p:cNvGrpSpPr/>
        <p:nvPr/>
      </p:nvGrpSpPr>
      <p:grpSpPr>
        <a:xfrm>
          <a:off x="0" y="0"/>
          <a:ext cx="0" cy="0"/>
          <a:chOff x="0" y="0"/>
          <a:chExt cx="0" cy="0"/>
        </a:xfrm>
      </p:grpSpPr>
      <p:pic>
        <p:nvPicPr>
          <p:cNvPr id="9" name="CGC logo white.png" descr="CGC logo white.png">
            <a:extLst>
              <a:ext uri="{FF2B5EF4-FFF2-40B4-BE49-F238E27FC236}">
                <a16:creationId xmlns:a16="http://schemas.microsoft.com/office/drawing/2014/main" id="{AF7CD472-F33B-C076-6E76-A527E77FE7EA}"/>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285750" y="285750"/>
            <a:ext cx="1152091" cy="199818"/>
          </a:xfrm>
          <a:prstGeom prst="rect">
            <a:avLst/>
          </a:prstGeom>
          <a:ln w="12700">
            <a:miter lim="400000"/>
          </a:ln>
        </p:spPr>
      </p:pic>
      <p:sp>
        <p:nvSpPr>
          <p:cNvPr id="5" name="Text Placeholder 6">
            <a:extLst>
              <a:ext uri="{FF2B5EF4-FFF2-40B4-BE49-F238E27FC236}">
                <a16:creationId xmlns:a16="http://schemas.microsoft.com/office/drawing/2014/main" id="{949021D2-C9C0-BB2E-8B67-8B8D0D9CF7E5}"/>
              </a:ext>
            </a:extLst>
          </p:cNvPr>
          <p:cNvSpPr>
            <a:spLocks noGrp="1"/>
          </p:cNvSpPr>
          <p:nvPr>
            <p:ph type="body" sz="quarter" idx="28" hasCustomPrompt="1"/>
          </p:nvPr>
        </p:nvSpPr>
        <p:spPr>
          <a:xfrm>
            <a:off x="635792" y="3893139"/>
            <a:ext cx="1468489" cy="230832"/>
          </a:xfrm>
          <a:prstGeom prst="rect">
            <a:avLst/>
          </a:prstGeom>
        </p:spPr>
        <p:txBody>
          <a:bodyPr lIns="0" tIns="0" rIns="0" bIns="0" anchor="b">
            <a:noAutofit/>
          </a:bodyPr>
          <a:lstStyle>
            <a:lvl1pPr marL="0" indent="0">
              <a:lnSpc>
                <a:spcPct val="70000"/>
              </a:lnSpc>
              <a:spcBef>
                <a:spcPts val="0"/>
              </a:spcBef>
              <a:buNone/>
              <a:defRPr sz="1200">
                <a:solidFill>
                  <a:schemeClr val="bg1"/>
                </a:solidFill>
                <a:latin typeface="+mj-lt"/>
              </a:defRPr>
            </a:lvl1pPr>
          </a:lstStyle>
          <a:p>
            <a:pPr lvl="0"/>
            <a:r>
              <a:rPr lang="en-US"/>
              <a:t>TITLE</a:t>
            </a:r>
          </a:p>
        </p:txBody>
      </p:sp>
      <p:sp>
        <p:nvSpPr>
          <p:cNvPr id="6" name="Text Placeholder 6">
            <a:extLst>
              <a:ext uri="{FF2B5EF4-FFF2-40B4-BE49-F238E27FC236}">
                <a16:creationId xmlns:a16="http://schemas.microsoft.com/office/drawing/2014/main" id="{B3C32817-64B5-CB9D-3DC5-E06A2D26B62B}"/>
              </a:ext>
            </a:extLst>
          </p:cNvPr>
          <p:cNvSpPr>
            <a:spLocks noGrp="1"/>
          </p:cNvSpPr>
          <p:nvPr>
            <p:ph type="body" sz="quarter" idx="29" hasCustomPrompt="1"/>
          </p:nvPr>
        </p:nvSpPr>
        <p:spPr>
          <a:xfrm>
            <a:off x="638610" y="3729920"/>
            <a:ext cx="1468489" cy="230832"/>
          </a:xfrm>
          <a:prstGeom prst="rect">
            <a:avLst/>
          </a:prstGeom>
        </p:spPr>
        <p:txBody>
          <a:bodyPr lIns="0" tIns="0" rIns="0" bIns="0" anchor="b">
            <a:noAutofit/>
          </a:bodyPr>
          <a:lstStyle>
            <a:lvl1pPr marL="0" indent="0">
              <a:lnSpc>
                <a:spcPct val="70000"/>
              </a:lnSpc>
              <a:spcBef>
                <a:spcPts val="0"/>
              </a:spcBef>
              <a:buNone/>
              <a:defRPr sz="1200">
                <a:solidFill>
                  <a:schemeClr val="accent3"/>
                </a:solidFill>
                <a:latin typeface="+mj-lt"/>
              </a:defRPr>
            </a:lvl1pPr>
          </a:lstStyle>
          <a:p>
            <a:pPr lvl="0"/>
            <a:r>
              <a:rPr lang="en-US"/>
              <a:t>TITLE</a:t>
            </a:r>
          </a:p>
        </p:txBody>
      </p:sp>
      <p:sp>
        <p:nvSpPr>
          <p:cNvPr id="8" name="Text Placeholder 14">
            <a:extLst>
              <a:ext uri="{FF2B5EF4-FFF2-40B4-BE49-F238E27FC236}">
                <a16:creationId xmlns:a16="http://schemas.microsoft.com/office/drawing/2014/main" id="{3EE0AB44-7464-D45C-2D27-BF5E906024B8}"/>
              </a:ext>
            </a:extLst>
          </p:cNvPr>
          <p:cNvSpPr>
            <a:spLocks noGrp="1"/>
          </p:cNvSpPr>
          <p:nvPr>
            <p:ph type="body" sz="quarter" idx="30" hasCustomPrompt="1"/>
          </p:nvPr>
        </p:nvSpPr>
        <p:spPr>
          <a:xfrm>
            <a:off x="632897" y="4212293"/>
            <a:ext cx="2195534" cy="323127"/>
          </a:xfrm>
        </p:spPr>
        <p:txBody>
          <a:bodyPr lIns="0" tIns="0" rIns="0" bIns="0">
            <a:noAutofit/>
          </a:bodyPr>
          <a:lstStyle>
            <a:lvl1pPr marL="0" indent="0">
              <a:lnSpc>
                <a:spcPct val="120000"/>
              </a:lnSpc>
              <a:spcBef>
                <a:spcPts val="0"/>
              </a:spcBef>
              <a:buNone/>
              <a:defRPr sz="900">
                <a:solidFill>
                  <a:schemeClr val="bg1"/>
                </a:solidFill>
              </a:defRPr>
            </a:lvl1pPr>
          </a:lstStyle>
          <a:p>
            <a:pPr lvl="0"/>
            <a:r>
              <a:rPr lang="en-US" err="1"/>
              <a:t>Name.surname@email.com</a:t>
            </a:r>
            <a:endParaRPr lang="en-US"/>
          </a:p>
          <a:p>
            <a:pPr lvl="0"/>
            <a:r>
              <a:rPr lang="en-US"/>
              <a:t>+1 000 0000000</a:t>
            </a:r>
          </a:p>
        </p:txBody>
      </p:sp>
      <p:sp>
        <p:nvSpPr>
          <p:cNvPr id="11" name="Text Placeholder 11">
            <a:extLst>
              <a:ext uri="{FF2B5EF4-FFF2-40B4-BE49-F238E27FC236}">
                <a16:creationId xmlns:a16="http://schemas.microsoft.com/office/drawing/2014/main" id="{6677FB7C-82F2-E294-C223-476723ACAB9A}"/>
              </a:ext>
            </a:extLst>
          </p:cNvPr>
          <p:cNvSpPr>
            <a:spLocks noGrp="1"/>
          </p:cNvSpPr>
          <p:nvPr>
            <p:ph type="body" sz="quarter" idx="31" hasCustomPrompt="1"/>
          </p:nvPr>
        </p:nvSpPr>
        <p:spPr>
          <a:xfrm>
            <a:off x="597037" y="2102323"/>
            <a:ext cx="3894263" cy="642937"/>
          </a:xfrm>
        </p:spPr>
        <p:txBody>
          <a:bodyPr lIns="0" tIns="0" rIns="0" bIns="0" anchor="ctr">
            <a:noAutofit/>
          </a:bodyPr>
          <a:lstStyle>
            <a:lvl1pPr marL="0" indent="0" algn="l">
              <a:buNone/>
              <a:defRPr sz="6750">
                <a:solidFill>
                  <a:schemeClr val="accent3"/>
                </a:solidFill>
                <a:latin typeface="+mj-lt"/>
              </a:defRPr>
            </a:lvl1pPr>
          </a:lstStyle>
          <a:p>
            <a:pPr lvl="0"/>
            <a:r>
              <a:rPr lang="en-US"/>
              <a:t>THANK YOU</a:t>
            </a:r>
          </a:p>
        </p:txBody>
      </p:sp>
    </p:spTree>
    <p:extLst>
      <p:ext uri="{BB962C8B-B14F-4D97-AF65-F5344CB8AC3E}">
        <p14:creationId xmlns:p14="http://schemas.microsoft.com/office/powerpoint/2010/main" val="3530010897"/>
      </p:ext>
    </p:extLst>
  </p:cSld>
  <p:clrMapOvr>
    <a:masterClrMapping/>
  </p:clrMapOvr>
  <p:transition spd="med"/>
</p:sldLayout>
</file>

<file path=ppt/slideLayouts/slideLayout138.xml><?xml version="1.0" encoding="utf-8"?>
<p:sldLayout xmlns:a="http://schemas.openxmlformats.org/drawingml/2006/main" xmlns:r="http://schemas.openxmlformats.org/officeDocument/2006/relationships" xmlns:p="http://schemas.openxmlformats.org/presentationml/2006/main" showMasterSp="0" preserve="1" userDrawn="1">
  <p:cSld name="Thank you 5">
    <p:bg>
      <p:bgPr>
        <a:solidFill>
          <a:srgbClr val="E7E696"/>
        </a:solidFill>
        <a:effectLst/>
      </p:bgPr>
    </p:bg>
    <p:spTree>
      <p:nvGrpSpPr>
        <p:cNvPr id="1" name=""/>
        <p:cNvGrpSpPr/>
        <p:nvPr/>
      </p:nvGrpSpPr>
      <p:grpSpPr>
        <a:xfrm>
          <a:off x="0" y="0"/>
          <a:ext cx="0" cy="0"/>
          <a:chOff x="0" y="0"/>
          <a:chExt cx="0" cy="0"/>
        </a:xfrm>
      </p:grpSpPr>
      <p:pic>
        <p:nvPicPr>
          <p:cNvPr id="2" name="Vector-1.svg" descr="Vector-1.svg">
            <a:extLst>
              <a:ext uri="{FF2B5EF4-FFF2-40B4-BE49-F238E27FC236}">
                <a16:creationId xmlns:a16="http://schemas.microsoft.com/office/drawing/2014/main" id="{CD1ABE10-8AAC-69F5-5F92-CFB025A44451}"/>
              </a:ext>
            </a:extLst>
          </p:cNvPr>
          <p:cNvPicPr>
            <a:picLocks noChangeAspect="1"/>
          </p:cNvPicPr>
          <p:nvPr userDrawn="1"/>
        </p:nvPicPr>
        <p:blipFill>
          <a:blip r:embed="rId2" cstate="hqprint">
            <a:extLst>
              <a:ext uri="{28A0092B-C50C-407E-A947-70E740481C1C}">
                <a14:useLocalDpi xmlns:a14="http://schemas.microsoft.com/office/drawing/2010/main"/>
              </a:ext>
            </a:extLst>
          </a:blip>
          <a:srcRect/>
          <a:stretch>
            <a:fillRect/>
          </a:stretch>
        </p:blipFill>
        <p:spPr>
          <a:xfrm>
            <a:off x="0" y="0"/>
            <a:ext cx="6292142" cy="5143500"/>
          </a:xfrm>
          <a:prstGeom prst="rect">
            <a:avLst/>
          </a:prstGeom>
          <a:ln w="12700">
            <a:miter lim="400000"/>
          </a:ln>
        </p:spPr>
      </p:pic>
      <p:pic>
        <p:nvPicPr>
          <p:cNvPr id="9" name="CGC logo white.png" descr="CGC logo white.png">
            <a:extLst>
              <a:ext uri="{FF2B5EF4-FFF2-40B4-BE49-F238E27FC236}">
                <a16:creationId xmlns:a16="http://schemas.microsoft.com/office/drawing/2014/main" id="{AF7CD472-F33B-C076-6E76-A527E77FE7EA}"/>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285750" y="285750"/>
            <a:ext cx="1152091" cy="199818"/>
          </a:xfrm>
          <a:prstGeom prst="rect">
            <a:avLst/>
          </a:prstGeom>
          <a:ln w="12700">
            <a:miter lim="400000"/>
          </a:ln>
        </p:spPr>
      </p:pic>
      <p:sp>
        <p:nvSpPr>
          <p:cNvPr id="3" name="Text Placeholder 6">
            <a:extLst>
              <a:ext uri="{FF2B5EF4-FFF2-40B4-BE49-F238E27FC236}">
                <a16:creationId xmlns:a16="http://schemas.microsoft.com/office/drawing/2014/main" id="{CCA21A31-66D7-7280-58EC-FA18A47DBC63}"/>
              </a:ext>
            </a:extLst>
          </p:cNvPr>
          <p:cNvSpPr>
            <a:spLocks noGrp="1"/>
          </p:cNvSpPr>
          <p:nvPr>
            <p:ph type="body" sz="quarter" idx="28" hasCustomPrompt="1"/>
          </p:nvPr>
        </p:nvSpPr>
        <p:spPr>
          <a:xfrm>
            <a:off x="635792" y="3893139"/>
            <a:ext cx="1468489" cy="230832"/>
          </a:xfrm>
          <a:prstGeom prst="rect">
            <a:avLst/>
          </a:prstGeom>
        </p:spPr>
        <p:txBody>
          <a:bodyPr lIns="0" tIns="0" rIns="0" bIns="0" anchor="b">
            <a:noAutofit/>
          </a:bodyPr>
          <a:lstStyle>
            <a:lvl1pPr marL="0" indent="0">
              <a:lnSpc>
                <a:spcPct val="70000"/>
              </a:lnSpc>
              <a:spcBef>
                <a:spcPts val="0"/>
              </a:spcBef>
              <a:buNone/>
              <a:defRPr sz="1200">
                <a:solidFill>
                  <a:schemeClr val="bg1"/>
                </a:solidFill>
                <a:latin typeface="+mj-lt"/>
              </a:defRPr>
            </a:lvl1pPr>
          </a:lstStyle>
          <a:p>
            <a:pPr lvl="0"/>
            <a:r>
              <a:rPr lang="en-US"/>
              <a:t>TITLE</a:t>
            </a:r>
          </a:p>
        </p:txBody>
      </p:sp>
      <p:sp>
        <p:nvSpPr>
          <p:cNvPr id="4" name="Text Placeholder 6">
            <a:extLst>
              <a:ext uri="{FF2B5EF4-FFF2-40B4-BE49-F238E27FC236}">
                <a16:creationId xmlns:a16="http://schemas.microsoft.com/office/drawing/2014/main" id="{43312990-C76B-D2E9-AE03-30B5FBDD9B15}"/>
              </a:ext>
            </a:extLst>
          </p:cNvPr>
          <p:cNvSpPr>
            <a:spLocks noGrp="1"/>
          </p:cNvSpPr>
          <p:nvPr>
            <p:ph type="body" sz="quarter" idx="29" hasCustomPrompt="1"/>
          </p:nvPr>
        </p:nvSpPr>
        <p:spPr>
          <a:xfrm>
            <a:off x="638610" y="3729920"/>
            <a:ext cx="1468489" cy="230832"/>
          </a:xfrm>
          <a:prstGeom prst="rect">
            <a:avLst/>
          </a:prstGeom>
        </p:spPr>
        <p:txBody>
          <a:bodyPr lIns="0" tIns="0" rIns="0" bIns="0" anchor="b">
            <a:noAutofit/>
          </a:bodyPr>
          <a:lstStyle>
            <a:lvl1pPr marL="0" indent="0">
              <a:lnSpc>
                <a:spcPct val="70000"/>
              </a:lnSpc>
              <a:spcBef>
                <a:spcPts val="0"/>
              </a:spcBef>
              <a:buNone/>
              <a:defRPr sz="1200">
                <a:solidFill>
                  <a:schemeClr val="accent3"/>
                </a:solidFill>
                <a:latin typeface="+mj-lt"/>
              </a:defRPr>
            </a:lvl1pPr>
          </a:lstStyle>
          <a:p>
            <a:pPr lvl="0"/>
            <a:r>
              <a:rPr lang="en-US"/>
              <a:t>TITLE</a:t>
            </a:r>
          </a:p>
        </p:txBody>
      </p:sp>
      <p:sp>
        <p:nvSpPr>
          <p:cNvPr id="5" name="Text Placeholder 14">
            <a:extLst>
              <a:ext uri="{FF2B5EF4-FFF2-40B4-BE49-F238E27FC236}">
                <a16:creationId xmlns:a16="http://schemas.microsoft.com/office/drawing/2014/main" id="{A70A56E4-A1A8-054C-0EF5-736B60D23051}"/>
              </a:ext>
            </a:extLst>
          </p:cNvPr>
          <p:cNvSpPr>
            <a:spLocks noGrp="1"/>
          </p:cNvSpPr>
          <p:nvPr>
            <p:ph type="body" sz="quarter" idx="30" hasCustomPrompt="1"/>
          </p:nvPr>
        </p:nvSpPr>
        <p:spPr>
          <a:xfrm>
            <a:off x="632897" y="4212293"/>
            <a:ext cx="2195534" cy="323127"/>
          </a:xfrm>
        </p:spPr>
        <p:txBody>
          <a:bodyPr lIns="0" tIns="0" rIns="0" bIns="0">
            <a:noAutofit/>
          </a:bodyPr>
          <a:lstStyle>
            <a:lvl1pPr marL="0" indent="0">
              <a:lnSpc>
                <a:spcPct val="120000"/>
              </a:lnSpc>
              <a:spcBef>
                <a:spcPts val="0"/>
              </a:spcBef>
              <a:buNone/>
              <a:defRPr sz="900">
                <a:solidFill>
                  <a:schemeClr val="bg1"/>
                </a:solidFill>
              </a:defRPr>
            </a:lvl1pPr>
          </a:lstStyle>
          <a:p>
            <a:pPr lvl="0"/>
            <a:r>
              <a:rPr lang="en-US" err="1"/>
              <a:t>Name.surname@email.com</a:t>
            </a:r>
            <a:endParaRPr lang="en-US"/>
          </a:p>
          <a:p>
            <a:pPr lvl="0"/>
            <a:r>
              <a:rPr lang="en-US"/>
              <a:t>+1 000 0000000</a:t>
            </a:r>
          </a:p>
        </p:txBody>
      </p:sp>
      <p:sp>
        <p:nvSpPr>
          <p:cNvPr id="6" name="Text Placeholder 11">
            <a:extLst>
              <a:ext uri="{FF2B5EF4-FFF2-40B4-BE49-F238E27FC236}">
                <a16:creationId xmlns:a16="http://schemas.microsoft.com/office/drawing/2014/main" id="{870A636A-7FB8-2CDC-A371-B0BBFCADC6E3}"/>
              </a:ext>
            </a:extLst>
          </p:cNvPr>
          <p:cNvSpPr>
            <a:spLocks noGrp="1"/>
          </p:cNvSpPr>
          <p:nvPr>
            <p:ph type="body" sz="quarter" idx="31" hasCustomPrompt="1"/>
          </p:nvPr>
        </p:nvSpPr>
        <p:spPr>
          <a:xfrm>
            <a:off x="597037" y="2102323"/>
            <a:ext cx="3894263" cy="642937"/>
          </a:xfrm>
        </p:spPr>
        <p:txBody>
          <a:bodyPr lIns="0" tIns="0" rIns="0" bIns="0" anchor="ctr">
            <a:noAutofit/>
          </a:bodyPr>
          <a:lstStyle>
            <a:lvl1pPr marL="0" indent="0" algn="l">
              <a:buNone/>
              <a:defRPr sz="6750">
                <a:solidFill>
                  <a:schemeClr val="accent3"/>
                </a:solidFill>
                <a:latin typeface="+mj-lt"/>
              </a:defRPr>
            </a:lvl1pPr>
          </a:lstStyle>
          <a:p>
            <a:pPr lvl="0"/>
            <a:r>
              <a:rPr lang="en-US"/>
              <a:t>THANK YOU</a:t>
            </a:r>
          </a:p>
        </p:txBody>
      </p:sp>
    </p:spTree>
    <p:extLst>
      <p:ext uri="{BB962C8B-B14F-4D97-AF65-F5344CB8AC3E}">
        <p14:creationId xmlns:p14="http://schemas.microsoft.com/office/powerpoint/2010/main" val="3786877399"/>
      </p:ext>
    </p:extLst>
  </p:cSld>
  <p:clrMapOvr>
    <a:masterClrMapping/>
  </p:clrMapOvr>
  <p:transition spd="med"/>
</p:sldLayout>
</file>

<file path=ppt/slideLayouts/slideLayout139.xml><?xml version="1.0" encoding="utf-8"?>
<p:sldLayout xmlns:a="http://schemas.openxmlformats.org/drawingml/2006/main" xmlns:r="http://schemas.openxmlformats.org/officeDocument/2006/relationships" xmlns:p="http://schemas.openxmlformats.org/presentationml/2006/main" showMasterSp="0" preserve="1" userDrawn="1">
  <p:cSld name="Thank you 6">
    <p:bg>
      <p:bgPr>
        <a:solidFill>
          <a:srgbClr val="0F2240"/>
        </a:solidFill>
        <a:effectLst/>
      </p:bgPr>
    </p:bg>
    <p:spTree>
      <p:nvGrpSpPr>
        <p:cNvPr id="1" name=""/>
        <p:cNvGrpSpPr/>
        <p:nvPr/>
      </p:nvGrpSpPr>
      <p:grpSpPr>
        <a:xfrm>
          <a:off x="0" y="0"/>
          <a:ext cx="0" cy="0"/>
          <a:chOff x="0" y="0"/>
          <a:chExt cx="0" cy="0"/>
        </a:xfrm>
      </p:grpSpPr>
      <p:pic>
        <p:nvPicPr>
          <p:cNvPr id="9" name="CGC logo white.png" descr="CGC logo white.png">
            <a:extLst>
              <a:ext uri="{FF2B5EF4-FFF2-40B4-BE49-F238E27FC236}">
                <a16:creationId xmlns:a16="http://schemas.microsoft.com/office/drawing/2014/main" id="{AF7CD472-F33B-C076-6E76-A527E77FE7EA}"/>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285750" y="285750"/>
            <a:ext cx="1152091" cy="199818"/>
          </a:xfrm>
          <a:prstGeom prst="rect">
            <a:avLst/>
          </a:prstGeom>
          <a:ln w="12700">
            <a:miter lim="400000"/>
          </a:ln>
        </p:spPr>
      </p:pic>
      <p:sp>
        <p:nvSpPr>
          <p:cNvPr id="10" name="Text Placeholder 6">
            <a:extLst>
              <a:ext uri="{FF2B5EF4-FFF2-40B4-BE49-F238E27FC236}">
                <a16:creationId xmlns:a16="http://schemas.microsoft.com/office/drawing/2014/main" id="{E695A627-582D-0F1F-9F90-2C55DBB40939}"/>
              </a:ext>
            </a:extLst>
          </p:cNvPr>
          <p:cNvSpPr>
            <a:spLocks noGrp="1"/>
          </p:cNvSpPr>
          <p:nvPr>
            <p:ph type="body" sz="quarter" idx="22" hasCustomPrompt="1"/>
          </p:nvPr>
        </p:nvSpPr>
        <p:spPr>
          <a:xfrm>
            <a:off x="285750" y="4231181"/>
            <a:ext cx="1468489" cy="230832"/>
          </a:xfrm>
          <a:prstGeom prst="rect">
            <a:avLst/>
          </a:prstGeom>
        </p:spPr>
        <p:txBody>
          <a:bodyPr lIns="0" tIns="0" rIns="0" bIns="0" anchor="b">
            <a:noAutofit/>
          </a:bodyPr>
          <a:lstStyle>
            <a:lvl1pPr marL="0" indent="0">
              <a:lnSpc>
                <a:spcPct val="70000"/>
              </a:lnSpc>
              <a:spcBef>
                <a:spcPts val="0"/>
              </a:spcBef>
              <a:buNone/>
              <a:defRPr sz="1200">
                <a:solidFill>
                  <a:schemeClr val="bg1"/>
                </a:solidFill>
                <a:latin typeface="+mj-lt"/>
              </a:defRPr>
            </a:lvl1pPr>
          </a:lstStyle>
          <a:p>
            <a:pPr lvl="0"/>
            <a:r>
              <a:rPr lang="en-US"/>
              <a:t>TITLE</a:t>
            </a:r>
          </a:p>
        </p:txBody>
      </p:sp>
      <p:sp>
        <p:nvSpPr>
          <p:cNvPr id="13" name="Text Placeholder 6">
            <a:extLst>
              <a:ext uri="{FF2B5EF4-FFF2-40B4-BE49-F238E27FC236}">
                <a16:creationId xmlns:a16="http://schemas.microsoft.com/office/drawing/2014/main" id="{5D253C01-D4EA-A768-10F5-07CA229CF42D}"/>
              </a:ext>
            </a:extLst>
          </p:cNvPr>
          <p:cNvSpPr>
            <a:spLocks noGrp="1"/>
          </p:cNvSpPr>
          <p:nvPr>
            <p:ph type="body" sz="quarter" idx="24" hasCustomPrompt="1"/>
          </p:nvPr>
        </p:nvSpPr>
        <p:spPr>
          <a:xfrm>
            <a:off x="290235" y="4016468"/>
            <a:ext cx="1468489" cy="230832"/>
          </a:xfrm>
          <a:prstGeom prst="rect">
            <a:avLst/>
          </a:prstGeom>
        </p:spPr>
        <p:txBody>
          <a:bodyPr lIns="0" tIns="0" rIns="0" bIns="0" anchor="b">
            <a:noAutofit/>
          </a:bodyPr>
          <a:lstStyle>
            <a:lvl1pPr marL="0" indent="0">
              <a:lnSpc>
                <a:spcPct val="70000"/>
              </a:lnSpc>
              <a:spcBef>
                <a:spcPts val="0"/>
              </a:spcBef>
              <a:buNone/>
              <a:defRPr sz="1200">
                <a:solidFill>
                  <a:schemeClr val="accent3"/>
                </a:solidFill>
                <a:latin typeface="+mj-lt"/>
              </a:defRPr>
            </a:lvl1pPr>
          </a:lstStyle>
          <a:p>
            <a:pPr lvl="0"/>
            <a:r>
              <a:rPr lang="en-US"/>
              <a:t>TITLE</a:t>
            </a:r>
          </a:p>
        </p:txBody>
      </p:sp>
      <p:sp>
        <p:nvSpPr>
          <p:cNvPr id="14" name="Text Placeholder 14">
            <a:extLst>
              <a:ext uri="{FF2B5EF4-FFF2-40B4-BE49-F238E27FC236}">
                <a16:creationId xmlns:a16="http://schemas.microsoft.com/office/drawing/2014/main" id="{2E99DB92-486B-48CA-461F-22C31CD259E4}"/>
              </a:ext>
            </a:extLst>
          </p:cNvPr>
          <p:cNvSpPr>
            <a:spLocks noGrp="1"/>
          </p:cNvSpPr>
          <p:nvPr>
            <p:ph type="body" sz="quarter" idx="23" hasCustomPrompt="1"/>
          </p:nvPr>
        </p:nvSpPr>
        <p:spPr>
          <a:xfrm>
            <a:off x="285750" y="4539570"/>
            <a:ext cx="2195534" cy="360427"/>
          </a:xfrm>
        </p:spPr>
        <p:txBody>
          <a:bodyPr lIns="0" tIns="0" rIns="0" bIns="0">
            <a:noAutofit/>
          </a:bodyPr>
          <a:lstStyle>
            <a:lvl1pPr marL="0" indent="0">
              <a:lnSpc>
                <a:spcPct val="90000"/>
              </a:lnSpc>
              <a:spcBef>
                <a:spcPts val="0"/>
              </a:spcBef>
              <a:buNone/>
              <a:defRPr sz="900">
                <a:solidFill>
                  <a:schemeClr val="bg1"/>
                </a:solidFill>
              </a:defRPr>
            </a:lvl1pPr>
          </a:lstStyle>
          <a:p>
            <a:pPr lvl="0"/>
            <a:r>
              <a:rPr lang="en-US" err="1"/>
              <a:t>Name.surname@email.com</a:t>
            </a:r>
            <a:endParaRPr lang="en-US"/>
          </a:p>
          <a:p>
            <a:pPr lvl="0"/>
            <a:r>
              <a:rPr lang="en-US"/>
              <a:t>+1 000 0000000</a:t>
            </a:r>
          </a:p>
        </p:txBody>
      </p:sp>
      <p:pic>
        <p:nvPicPr>
          <p:cNvPr id="3" name="Rectangle.svg" descr="Rectangle.svg">
            <a:extLst>
              <a:ext uri="{FF2B5EF4-FFF2-40B4-BE49-F238E27FC236}">
                <a16:creationId xmlns:a16="http://schemas.microsoft.com/office/drawing/2014/main" id="{635CC0BC-8979-34A4-9909-4EF8F4782515}"/>
              </a:ext>
            </a:extLst>
          </p:cNvPr>
          <p:cNvPicPr>
            <a:picLocks noChangeAspect="1"/>
          </p:cNvPicPr>
          <p:nvPr userDrawn="1"/>
        </p:nvPicPr>
        <p:blipFill>
          <a:blip r:embed="rId3" cstate="hqprint">
            <a:extLst>
              <a:ext uri="{28A0092B-C50C-407E-A947-70E740481C1C}">
                <a14:useLocalDpi xmlns:a14="http://schemas.microsoft.com/office/drawing/2010/main"/>
              </a:ext>
            </a:extLst>
          </a:blip>
          <a:srcRect/>
          <a:stretch>
            <a:fillRect/>
          </a:stretch>
        </p:blipFill>
        <p:spPr>
          <a:xfrm>
            <a:off x="3548096" y="0"/>
            <a:ext cx="5595904" cy="5144033"/>
          </a:xfrm>
          <a:prstGeom prst="rect">
            <a:avLst/>
          </a:prstGeom>
          <a:ln w="12700">
            <a:miter lim="400000"/>
          </a:ln>
        </p:spPr>
      </p:pic>
      <p:sp>
        <p:nvSpPr>
          <p:cNvPr id="2" name="Text Placeholder 11">
            <a:extLst>
              <a:ext uri="{FF2B5EF4-FFF2-40B4-BE49-F238E27FC236}">
                <a16:creationId xmlns:a16="http://schemas.microsoft.com/office/drawing/2014/main" id="{D768ADBE-68AE-357A-94A6-C04777DB1609}"/>
              </a:ext>
            </a:extLst>
          </p:cNvPr>
          <p:cNvSpPr>
            <a:spLocks noGrp="1"/>
          </p:cNvSpPr>
          <p:nvPr>
            <p:ph type="body" sz="quarter" idx="27" hasCustomPrompt="1"/>
          </p:nvPr>
        </p:nvSpPr>
        <p:spPr>
          <a:xfrm>
            <a:off x="264262" y="3127555"/>
            <a:ext cx="3894263" cy="642937"/>
          </a:xfrm>
        </p:spPr>
        <p:txBody>
          <a:bodyPr lIns="0" tIns="0" rIns="0" bIns="0" anchor="ctr">
            <a:noAutofit/>
          </a:bodyPr>
          <a:lstStyle>
            <a:lvl1pPr marL="0" indent="0" algn="l">
              <a:buNone/>
              <a:defRPr sz="6000">
                <a:solidFill>
                  <a:schemeClr val="bg1"/>
                </a:solidFill>
                <a:latin typeface="+mj-lt"/>
              </a:defRPr>
            </a:lvl1pPr>
          </a:lstStyle>
          <a:p>
            <a:pPr lvl="0"/>
            <a:r>
              <a:rPr lang="en-US"/>
              <a:t>THANK YOU</a:t>
            </a:r>
          </a:p>
        </p:txBody>
      </p:sp>
    </p:spTree>
    <p:extLst>
      <p:ext uri="{BB962C8B-B14F-4D97-AF65-F5344CB8AC3E}">
        <p14:creationId xmlns:p14="http://schemas.microsoft.com/office/powerpoint/2010/main" val="1883907779"/>
      </p:ext>
    </p:extLst>
  </p:cSld>
  <p:clrMapOvr>
    <a:masterClrMapping/>
  </p:clrMapOvr>
  <p:transition spd="med"/>
  <p:extLst>
    <p:ext uri="{DCECCB84-F9BA-43D5-87BE-67443E8EF086}">
      <p15:sldGuideLst xmlns:p15="http://schemas.microsoft.com/office/powerpoint/2012/main">
        <p15:guide id="2" pos="2880">
          <p15:clr>
            <a:srgbClr val="FBAE40"/>
          </p15:clr>
        </p15:guide>
      </p15:sldGuideLst>
    </p:ext>
  </p:extLst>
</p:sldLayout>
</file>

<file path=ppt/slideLayouts/slideLayout140.xml><?xml version="1.0" encoding="utf-8"?>
<p:sldLayout xmlns:a="http://schemas.openxmlformats.org/drawingml/2006/main" xmlns:r="http://schemas.openxmlformats.org/officeDocument/2006/relationships" xmlns:p="http://schemas.openxmlformats.org/presentationml/2006/main" showMasterSp="0" type="tx">
  <p:cSld name="Blank, logo top left">
    <p:bg>
      <p:bgPr>
        <a:solidFill>
          <a:srgbClr val="FDFAF2"/>
        </a:solidFill>
        <a:effectLst/>
      </p:bgPr>
    </p:bg>
    <p:spTree>
      <p:nvGrpSpPr>
        <p:cNvPr id="1" name=""/>
        <p:cNvGrpSpPr/>
        <p:nvPr/>
      </p:nvGrpSpPr>
      <p:grpSpPr>
        <a:xfrm>
          <a:off x="0" y="0"/>
          <a:ext cx="0" cy="0"/>
          <a:chOff x="0" y="0"/>
          <a:chExt cx="0" cy="0"/>
        </a:xfrm>
      </p:grpSpPr>
      <p:pic>
        <p:nvPicPr>
          <p:cNvPr id="65" name="CGC logo.png" descr="CGC logo.png"/>
          <p:cNvPicPr>
            <a:picLocks noChangeAspect="1"/>
          </p:cNvPicPr>
          <p:nvPr/>
        </p:nvPicPr>
        <p:blipFill>
          <a:blip r:embed="rId2" cstate="hqprint">
            <a:extLst>
              <a:ext uri="{28A0092B-C50C-407E-A947-70E740481C1C}">
                <a14:useLocalDpi xmlns:a14="http://schemas.microsoft.com/office/drawing/2010/main"/>
              </a:ext>
            </a:extLst>
          </a:blip>
          <a:stretch>
            <a:fillRect/>
          </a:stretch>
        </p:blipFill>
        <p:spPr>
          <a:xfrm>
            <a:off x="285750" y="285750"/>
            <a:ext cx="1152525" cy="199894"/>
          </a:xfrm>
          <a:prstGeom prst="rect">
            <a:avLst/>
          </a:prstGeom>
          <a:ln w="12700">
            <a:miter lim="400000"/>
          </a:ln>
        </p:spPr>
      </p:pic>
      <p:sp>
        <p:nvSpPr>
          <p:cNvPr id="66"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1128609791"/>
      </p:ext>
    </p:extLst>
  </p:cSld>
  <p:clrMapOvr>
    <a:masterClrMapping/>
  </p:clrMapOvr>
  <p:transition spd="med"/>
</p:sldLayout>
</file>

<file path=ppt/slideLayouts/slideLayout141.xml><?xml version="1.0" encoding="utf-8"?>
<p:sldLayout xmlns:a="http://schemas.openxmlformats.org/drawingml/2006/main" xmlns:r="http://schemas.openxmlformats.org/officeDocument/2006/relationships" xmlns:p="http://schemas.openxmlformats.org/presentationml/2006/main" showMasterSp="0" type="tx" preserve="1">
  <p:cSld name="Blank, logo top right">
    <p:bg>
      <p:bgPr>
        <a:solidFill>
          <a:srgbClr val="FDFAF2"/>
        </a:solidFill>
        <a:effectLst/>
      </p:bgPr>
    </p:bg>
    <p:spTree>
      <p:nvGrpSpPr>
        <p:cNvPr id="1" name=""/>
        <p:cNvGrpSpPr/>
        <p:nvPr/>
      </p:nvGrpSpPr>
      <p:grpSpPr>
        <a:xfrm>
          <a:off x="0" y="0"/>
          <a:ext cx="0" cy="0"/>
          <a:chOff x="0" y="0"/>
          <a:chExt cx="0" cy="0"/>
        </a:xfrm>
      </p:grpSpPr>
      <p:pic>
        <p:nvPicPr>
          <p:cNvPr id="65" name="CGC logo.png" descr="CGC logo.png"/>
          <p:cNvPicPr>
            <a:picLocks noChangeAspect="1"/>
          </p:cNvPicPr>
          <p:nvPr/>
        </p:nvPicPr>
        <p:blipFill>
          <a:blip r:embed="rId2" cstate="hqprint">
            <a:extLst>
              <a:ext uri="{28A0092B-C50C-407E-A947-70E740481C1C}">
                <a14:useLocalDpi xmlns:a14="http://schemas.microsoft.com/office/drawing/2010/main"/>
              </a:ext>
            </a:extLst>
          </a:blip>
          <a:stretch>
            <a:fillRect/>
          </a:stretch>
        </p:blipFill>
        <p:spPr>
          <a:xfrm>
            <a:off x="7705725" y="285750"/>
            <a:ext cx="1152525" cy="199894"/>
          </a:xfrm>
          <a:prstGeom prst="rect">
            <a:avLst/>
          </a:prstGeom>
          <a:ln w="12700">
            <a:miter lim="400000"/>
          </a:ln>
        </p:spPr>
      </p:pic>
      <p:sp>
        <p:nvSpPr>
          <p:cNvPr id="66"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3059737876"/>
      </p:ext>
    </p:extLst>
  </p:cSld>
  <p:clrMapOvr>
    <a:masterClrMapping/>
  </p:clrMapOvr>
  <p:transition spd="med"/>
</p:sldLayout>
</file>

<file path=ppt/slideLayouts/slideLayout142.xml><?xml version="1.0" encoding="utf-8"?>
<p:sldLayout xmlns:a="http://schemas.openxmlformats.org/drawingml/2006/main" xmlns:r="http://schemas.openxmlformats.org/officeDocument/2006/relationships" xmlns:p="http://schemas.openxmlformats.org/presentationml/2006/main" showMasterSp="0" type="tx" preserve="1">
  <p:cSld name="Blank, logo bottom left">
    <p:bg>
      <p:bgPr>
        <a:solidFill>
          <a:srgbClr val="FDFAF2"/>
        </a:solidFill>
        <a:effectLst/>
      </p:bgPr>
    </p:bg>
    <p:spTree>
      <p:nvGrpSpPr>
        <p:cNvPr id="1" name=""/>
        <p:cNvGrpSpPr/>
        <p:nvPr/>
      </p:nvGrpSpPr>
      <p:grpSpPr>
        <a:xfrm>
          <a:off x="0" y="0"/>
          <a:ext cx="0" cy="0"/>
          <a:chOff x="0" y="0"/>
          <a:chExt cx="0" cy="0"/>
        </a:xfrm>
      </p:grpSpPr>
      <p:pic>
        <p:nvPicPr>
          <p:cNvPr id="65" name="CGC logo.png" descr="CGC logo.png"/>
          <p:cNvPicPr>
            <a:picLocks noChangeAspect="1"/>
          </p:cNvPicPr>
          <p:nvPr/>
        </p:nvPicPr>
        <p:blipFill>
          <a:blip r:embed="rId2" cstate="hqprint">
            <a:extLst>
              <a:ext uri="{28A0092B-C50C-407E-A947-70E740481C1C}">
                <a14:useLocalDpi xmlns:a14="http://schemas.microsoft.com/office/drawing/2010/main"/>
              </a:ext>
            </a:extLst>
          </a:blip>
          <a:stretch>
            <a:fillRect/>
          </a:stretch>
        </p:blipFill>
        <p:spPr>
          <a:xfrm>
            <a:off x="285750" y="4751607"/>
            <a:ext cx="1152525" cy="199894"/>
          </a:xfrm>
          <a:prstGeom prst="rect">
            <a:avLst/>
          </a:prstGeom>
          <a:ln w="12700">
            <a:miter lim="400000"/>
          </a:ln>
        </p:spPr>
      </p:pic>
      <p:sp>
        <p:nvSpPr>
          <p:cNvPr id="66"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4222392180"/>
      </p:ext>
    </p:extLst>
  </p:cSld>
  <p:clrMapOvr>
    <a:masterClrMapping/>
  </p:clrMapOvr>
  <p:transition spd="med"/>
</p:sldLayout>
</file>

<file path=ppt/slideLayouts/slideLayout143.xml><?xml version="1.0" encoding="utf-8"?>
<p:sldLayout xmlns:a="http://schemas.openxmlformats.org/drawingml/2006/main" xmlns:r="http://schemas.openxmlformats.org/officeDocument/2006/relationships" xmlns:p="http://schemas.openxmlformats.org/presentationml/2006/main" showMasterSp="0" type="tx" preserve="1">
  <p:cSld name="Blank, black logo top left">
    <p:bg>
      <p:bgPr>
        <a:solidFill>
          <a:srgbClr val="FDFAF2"/>
        </a:solidFill>
        <a:effectLst/>
      </p:bgPr>
    </p:bg>
    <p:spTree>
      <p:nvGrpSpPr>
        <p:cNvPr id="1" name=""/>
        <p:cNvGrpSpPr/>
        <p:nvPr/>
      </p:nvGrpSpPr>
      <p:grpSpPr>
        <a:xfrm>
          <a:off x="0" y="0"/>
          <a:ext cx="0" cy="0"/>
          <a:chOff x="0" y="0"/>
          <a:chExt cx="0" cy="0"/>
        </a:xfrm>
      </p:grpSpPr>
      <p:pic>
        <p:nvPicPr>
          <p:cNvPr id="57" name="CGC logo black.png" descr="CGC logo black.png"/>
          <p:cNvPicPr>
            <a:picLocks noChangeAspect="1"/>
          </p:cNvPicPr>
          <p:nvPr/>
        </p:nvPicPr>
        <p:blipFill>
          <a:blip r:embed="rId2" cstate="hqprint">
            <a:extLst>
              <a:ext uri="{28A0092B-C50C-407E-A947-70E740481C1C}">
                <a14:useLocalDpi xmlns:a14="http://schemas.microsoft.com/office/drawing/2010/main"/>
              </a:ext>
            </a:extLst>
          </a:blip>
          <a:stretch>
            <a:fillRect/>
          </a:stretch>
        </p:blipFill>
        <p:spPr>
          <a:xfrm>
            <a:off x="285750" y="285750"/>
            <a:ext cx="1152525" cy="199894"/>
          </a:xfrm>
          <a:prstGeom prst="rect">
            <a:avLst/>
          </a:prstGeom>
          <a:ln w="12700">
            <a:miter lim="400000"/>
          </a:ln>
        </p:spPr>
      </p:pic>
      <p:sp>
        <p:nvSpPr>
          <p:cNvPr id="5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2489446162"/>
      </p:ext>
    </p:extLst>
  </p:cSld>
  <p:clrMapOvr>
    <a:masterClrMapping/>
  </p:clrMapOvr>
  <p:transition spd="med"/>
</p:sldLayout>
</file>

<file path=ppt/slideLayouts/slideLayout144.xml><?xml version="1.0" encoding="utf-8"?>
<p:sldLayout xmlns:a="http://schemas.openxmlformats.org/drawingml/2006/main" xmlns:r="http://schemas.openxmlformats.org/officeDocument/2006/relationships" xmlns:p="http://schemas.openxmlformats.org/presentationml/2006/main" showMasterSp="0" type="tx" preserve="1">
  <p:cSld name="Blank, black logo top right">
    <p:bg>
      <p:bgPr>
        <a:solidFill>
          <a:srgbClr val="FDFAF2"/>
        </a:solidFill>
        <a:effectLst/>
      </p:bgPr>
    </p:bg>
    <p:spTree>
      <p:nvGrpSpPr>
        <p:cNvPr id="1" name=""/>
        <p:cNvGrpSpPr/>
        <p:nvPr/>
      </p:nvGrpSpPr>
      <p:grpSpPr>
        <a:xfrm>
          <a:off x="0" y="0"/>
          <a:ext cx="0" cy="0"/>
          <a:chOff x="0" y="0"/>
          <a:chExt cx="0" cy="0"/>
        </a:xfrm>
      </p:grpSpPr>
      <p:pic>
        <p:nvPicPr>
          <p:cNvPr id="57" name="CGC logo black.png" descr="CGC logo black.png"/>
          <p:cNvPicPr>
            <a:picLocks noChangeAspect="1"/>
          </p:cNvPicPr>
          <p:nvPr/>
        </p:nvPicPr>
        <p:blipFill>
          <a:blip r:embed="rId2" cstate="hqprint">
            <a:extLst>
              <a:ext uri="{28A0092B-C50C-407E-A947-70E740481C1C}">
                <a14:useLocalDpi xmlns:a14="http://schemas.microsoft.com/office/drawing/2010/main"/>
              </a:ext>
            </a:extLst>
          </a:blip>
          <a:stretch>
            <a:fillRect/>
          </a:stretch>
        </p:blipFill>
        <p:spPr>
          <a:xfrm>
            <a:off x="7705725" y="285750"/>
            <a:ext cx="1152525" cy="199894"/>
          </a:xfrm>
          <a:prstGeom prst="rect">
            <a:avLst/>
          </a:prstGeom>
          <a:ln w="12700">
            <a:miter lim="400000"/>
          </a:ln>
        </p:spPr>
      </p:pic>
      <p:sp>
        <p:nvSpPr>
          <p:cNvPr id="5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2915567945"/>
      </p:ext>
    </p:extLst>
  </p:cSld>
  <p:clrMapOvr>
    <a:masterClrMapping/>
  </p:clrMapOvr>
  <p:transition spd="med"/>
</p:sldLayout>
</file>

<file path=ppt/slideLayouts/slideLayout145.xml><?xml version="1.0" encoding="utf-8"?>
<p:sldLayout xmlns:a="http://schemas.openxmlformats.org/drawingml/2006/main" xmlns:r="http://schemas.openxmlformats.org/officeDocument/2006/relationships" xmlns:p="http://schemas.openxmlformats.org/presentationml/2006/main" showMasterSp="0" type="tx" preserve="1">
  <p:cSld name="Blank, black logo bottom left">
    <p:bg>
      <p:bgPr>
        <a:solidFill>
          <a:srgbClr val="FDFAF2"/>
        </a:solidFill>
        <a:effectLst/>
      </p:bgPr>
    </p:bg>
    <p:spTree>
      <p:nvGrpSpPr>
        <p:cNvPr id="1" name=""/>
        <p:cNvGrpSpPr/>
        <p:nvPr/>
      </p:nvGrpSpPr>
      <p:grpSpPr>
        <a:xfrm>
          <a:off x="0" y="0"/>
          <a:ext cx="0" cy="0"/>
          <a:chOff x="0" y="0"/>
          <a:chExt cx="0" cy="0"/>
        </a:xfrm>
      </p:grpSpPr>
      <p:pic>
        <p:nvPicPr>
          <p:cNvPr id="57" name="CGC logo black.png" descr="CGC logo black.png"/>
          <p:cNvPicPr>
            <a:picLocks noChangeAspect="1"/>
          </p:cNvPicPr>
          <p:nvPr/>
        </p:nvPicPr>
        <p:blipFill>
          <a:blip r:embed="rId2" cstate="hqprint">
            <a:extLst>
              <a:ext uri="{28A0092B-C50C-407E-A947-70E740481C1C}">
                <a14:useLocalDpi xmlns:a14="http://schemas.microsoft.com/office/drawing/2010/main"/>
              </a:ext>
            </a:extLst>
          </a:blip>
          <a:stretch>
            <a:fillRect/>
          </a:stretch>
        </p:blipFill>
        <p:spPr>
          <a:xfrm>
            <a:off x="285750" y="4742518"/>
            <a:ext cx="1152525" cy="199894"/>
          </a:xfrm>
          <a:prstGeom prst="rect">
            <a:avLst/>
          </a:prstGeom>
          <a:ln w="12700">
            <a:miter lim="400000"/>
          </a:ln>
        </p:spPr>
      </p:pic>
      <p:sp>
        <p:nvSpPr>
          <p:cNvPr id="5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488227426"/>
      </p:ext>
    </p:extLst>
  </p:cSld>
  <p:clrMapOvr>
    <a:masterClrMapping/>
  </p:clrMapOvr>
  <p:transition spd="med"/>
</p:sldLayout>
</file>

<file path=ppt/slideLayouts/slideLayout146.xml><?xml version="1.0" encoding="utf-8"?>
<p:sldLayout xmlns:a="http://schemas.openxmlformats.org/drawingml/2006/main" xmlns:r="http://schemas.openxmlformats.org/officeDocument/2006/relationships" xmlns:p="http://schemas.openxmlformats.org/presentationml/2006/main" showMasterSp="0" type="tx" preserve="1">
  <p:cSld name="blank burgundy">
    <p:bg>
      <p:bgPr>
        <a:solidFill>
          <a:srgbClr val="730B39"/>
        </a:solidFill>
        <a:effectLst/>
      </p:bgPr>
    </p:bg>
    <p:spTree>
      <p:nvGrpSpPr>
        <p:cNvPr id="1" name=""/>
        <p:cNvGrpSpPr/>
        <p:nvPr/>
      </p:nvGrpSpPr>
      <p:grpSpPr>
        <a:xfrm>
          <a:off x="0" y="0"/>
          <a:ext cx="0" cy="0"/>
          <a:chOff x="0" y="0"/>
          <a:chExt cx="0" cy="0"/>
        </a:xfrm>
      </p:grpSpPr>
      <p:sp>
        <p:nvSpPr>
          <p:cNvPr id="50" name="Slide Number"/>
          <p:cNvSpPr txBox="1">
            <a:spLocks noGrp="1"/>
          </p:cNvSpPr>
          <p:nvPr>
            <p:ph type="sldNum" sz="quarter" idx="2"/>
          </p:nvPr>
        </p:nvSpPr>
        <p:spPr>
          <a:prstGeom prst="rect">
            <a:avLst/>
          </a:prstGeom>
        </p:spPr>
        <p:txBody>
          <a:bodyPr/>
          <a:lstStyle>
            <a:lvl1pPr>
              <a:defRPr>
                <a:solidFill>
                  <a:srgbClr val="FFFFFF"/>
                </a:solidFill>
              </a:defRPr>
            </a:lvl1pPr>
          </a:lstStyle>
          <a:p>
            <a:fld id="{86CB4B4D-7CA3-9044-876B-883B54F8677D}" type="slidenum">
              <a:rPr lang="en-GB" smtClean="0"/>
              <a:pPr/>
              <a:t>‹#›</a:t>
            </a:fld>
            <a:endParaRPr lang="en-GB"/>
          </a:p>
        </p:txBody>
      </p:sp>
    </p:spTree>
    <p:extLst>
      <p:ext uri="{BB962C8B-B14F-4D97-AF65-F5344CB8AC3E}">
        <p14:creationId xmlns:p14="http://schemas.microsoft.com/office/powerpoint/2010/main" val="1195936796"/>
      </p:ext>
    </p:extLst>
  </p:cSld>
  <p:clrMapOvr>
    <a:masterClrMapping/>
  </p:clrMapOvr>
  <p:transition spd="med"/>
</p:sldLayout>
</file>

<file path=ppt/slideLayouts/slideLayout147.xml><?xml version="1.0" encoding="utf-8"?>
<p:sldLayout xmlns:a="http://schemas.openxmlformats.org/drawingml/2006/main" xmlns:r="http://schemas.openxmlformats.org/officeDocument/2006/relationships" xmlns:p="http://schemas.openxmlformats.org/presentationml/2006/main" showMasterSp="0" type="tx" preserve="1">
  <p:cSld name="blank yellow">
    <p:bg>
      <p:bgPr>
        <a:solidFill>
          <a:srgbClr val="E7E696"/>
        </a:solidFill>
        <a:effectLst/>
      </p:bgPr>
    </p:bg>
    <p:spTree>
      <p:nvGrpSpPr>
        <p:cNvPr id="1" name=""/>
        <p:cNvGrpSpPr/>
        <p:nvPr/>
      </p:nvGrpSpPr>
      <p:grpSpPr>
        <a:xfrm>
          <a:off x="0" y="0"/>
          <a:ext cx="0" cy="0"/>
          <a:chOff x="0" y="0"/>
          <a:chExt cx="0" cy="0"/>
        </a:xfrm>
      </p:grpSpPr>
      <p:sp>
        <p:nvSpPr>
          <p:cNvPr id="50" name="Slide Number"/>
          <p:cNvSpPr txBox="1">
            <a:spLocks noGrp="1"/>
          </p:cNvSpPr>
          <p:nvPr>
            <p:ph type="sldNum" sz="quarter" idx="2"/>
          </p:nvPr>
        </p:nvSpPr>
        <p:spPr>
          <a:prstGeom prst="rect">
            <a:avLst/>
          </a:prstGeom>
        </p:spPr>
        <p:txBody>
          <a:bodyPr/>
          <a:lstStyle>
            <a:lvl1pPr>
              <a:defRPr>
                <a:solidFill>
                  <a:srgbClr val="0F2340"/>
                </a:solidFill>
              </a:defRPr>
            </a:lvl1pPr>
          </a:lstStyle>
          <a:p>
            <a:fld id="{86CB4B4D-7CA3-9044-876B-883B54F8677D}" type="slidenum">
              <a:rPr lang="en-GB" smtClean="0"/>
              <a:pPr/>
              <a:t>‹#›</a:t>
            </a:fld>
            <a:endParaRPr lang="en-GB"/>
          </a:p>
        </p:txBody>
      </p:sp>
    </p:spTree>
    <p:extLst>
      <p:ext uri="{BB962C8B-B14F-4D97-AF65-F5344CB8AC3E}">
        <p14:creationId xmlns:p14="http://schemas.microsoft.com/office/powerpoint/2010/main" val="571120895"/>
      </p:ext>
    </p:extLst>
  </p:cSld>
  <p:clrMapOvr>
    <a:masterClrMapping/>
  </p:clrMapOvr>
  <p:transition spd="med"/>
</p:sldLayout>
</file>

<file path=ppt/slideLayouts/slideLayout14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12/18/2025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039614573"/>
      </p:ext>
    </p:extLst>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showMasterSp="0" preserve="1" userDrawn="1">
  <p:cSld name="image left + text right">
    <p:bg>
      <p:bgPr>
        <a:solidFill>
          <a:srgbClr val="FDFAF2"/>
        </a:solidFill>
        <a:effectLst/>
      </p:bgPr>
    </p:bg>
    <p:spTree>
      <p:nvGrpSpPr>
        <p:cNvPr id="1" name=""/>
        <p:cNvGrpSpPr/>
        <p:nvPr/>
      </p:nvGrpSpPr>
      <p:grpSpPr>
        <a:xfrm>
          <a:off x="0" y="0"/>
          <a:ext cx="0" cy="0"/>
          <a:chOff x="0" y="0"/>
          <a:chExt cx="0" cy="0"/>
        </a:xfrm>
      </p:grpSpPr>
      <p:sp>
        <p:nvSpPr>
          <p:cNvPr id="184" name="Slide Number"/>
          <p:cNvSpPr txBox="1">
            <a:spLocks noGrp="1"/>
          </p:cNvSpPr>
          <p:nvPr>
            <p:ph type="sldNum" sz="quarter" idx="2"/>
          </p:nvPr>
        </p:nvSpPr>
        <p:spPr>
          <a:prstGeom prst="rect">
            <a:avLst/>
          </a:prstGeom>
        </p:spPr>
        <p:txBody>
          <a:bodyPr/>
          <a:lstStyle>
            <a:lvl1pPr>
              <a:defRPr>
                <a:solidFill>
                  <a:schemeClr val="tx1"/>
                </a:solidFill>
              </a:defRPr>
            </a:lvl1pPr>
          </a:lstStyle>
          <a:p>
            <a:fld id="{86CB4B4D-7CA3-9044-876B-883B54F8677D}" type="slidenum">
              <a:rPr lang="en-GB" smtClean="0"/>
              <a:pPr/>
              <a:t>‹#›</a:t>
            </a:fld>
            <a:endParaRPr lang="en-GB"/>
          </a:p>
        </p:txBody>
      </p:sp>
      <p:sp>
        <p:nvSpPr>
          <p:cNvPr id="6" name="Picture Placeholder 5">
            <a:extLst>
              <a:ext uri="{FF2B5EF4-FFF2-40B4-BE49-F238E27FC236}">
                <a16:creationId xmlns:a16="http://schemas.microsoft.com/office/drawing/2014/main" id="{0322D216-DC00-EAB5-7D20-AEC077697228}"/>
              </a:ext>
            </a:extLst>
          </p:cNvPr>
          <p:cNvSpPr>
            <a:spLocks noGrp="1"/>
          </p:cNvSpPr>
          <p:nvPr>
            <p:ph type="pic" sz="quarter" idx="10"/>
          </p:nvPr>
        </p:nvSpPr>
        <p:spPr>
          <a:xfrm>
            <a:off x="0" y="0"/>
            <a:ext cx="4531688" cy="5143500"/>
          </a:xfrm>
          <a:prstGeom prst="rect">
            <a:avLst/>
          </a:prstGeom>
        </p:spPr>
        <p:txBody>
          <a:bodyPr/>
          <a:lstStyle/>
          <a:p>
            <a:endParaRPr lang="en-US"/>
          </a:p>
        </p:txBody>
      </p:sp>
      <p:sp>
        <p:nvSpPr>
          <p:cNvPr id="15" name="Text Placeholder 14">
            <a:extLst>
              <a:ext uri="{FF2B5EF4-FFF2-40B4-BE49-F238E27FC236}">
                <a16:creationId xmlns:a16="http://schemas.microsoft.com/office/drawing/2014/main" id="{4D7654DB-631C-DFCF-EF34-B99E8857C7B1}"/>
              </a:ext>
            </a:extLst>
          </p:cNvPr>
          <p:cNvSpPr>
            <a:spLocks noGrp="1"/>
          </p:cNvSpPr>
          <p:nvPr>
            <p:ph type="body" sz="quarter" idx="11" hasCustomPrompt="1"/>
          </p:nvPr>
        </p:nvSpPr>
        <p:spPr>
          <a:xfrm>
            <a:off x="5122948" y="1141939"/>
            <a:ext cx="3326488" cy="347472"/>
          </a:xfrm>
          <a:prstGeom prst="rect">
            <a:avLst/>
          </a:prstGeom>
        </p:spPr>
        <p:txBody>
          <a:bodyPr lIns="0" tIns="0" rIns="0" bIns="0" anchor="b">
            <a:noAutofit/>
          </a:bodyPr>
          <a:lstStyle>
            <a:lvl1pPr marL="0" marR="0" indent="0" algn="l" defTabSz="219075" rtl="0" eaLnBrk="1" fontAlgn="auto" latinLnBrk="0" hangingPunct="1">
              <a:lnSpc>
                <a:spcPct val="70000"/>
              </a:lnSpc>
              <a:spcBef>
                <a:spcPts val="900"/>
              </a:spcBef>
              <a:spcAft>
                <a:spcPts val="0"/>
              </a:spcAft>
              <a:buClr>
                <a:srgbClr val="57BEF0"/>
              </a:buClr>
              <a:buSzPct val="250000"/>
              <a:buFontTx/>
              <a:buNone/>
              <a:tabLst/>
              <a:defRPr sz="1850">
                <a:solidFill>
                  <a:schemeClr val="tx1"/>
                </a:solidFill>
                <a:latin typeface="+mj-lt"/>
              </a:defRPr>
            </a:lvl1pPr>
          </a:lstStyle>
          <a:p>
            <a:pPr marL="0" marR="0" lvl="0" indent="0" algn="l" defTabSz="219075" rtl="0" eaLnBrk="1" fontAlgn="auto" latinLnBrk="0" hangingPunct="1">
              <a:lnSpc>
                <a:spcPct val="100000"/>
              </a:lnSpc>
              <a:spcBef>
                <a:spcPts val="900"/>
              </a:spcBef>
              <a:spcAft>
                <a:spcPts val="0"/>
              </a:spcAft>
              <a:buClr>
                <a:srgbClr val="57BEF0"/>
              </a:buClr>
              <a:buSzPct val="250000"/>
              <a:buFontTx/>
              <a:buNone/>
              <a:tabLst/>
              <a:defRPr/>
            </a:pPr>
            <a:r>
              <a:rPr lang="en-US"/>
              <a:t>TITLE</a:t>
            </a:r>
          </a:p>
        </p:txBody>
      </p:sp>
      <p:sp>
        <p:nvSpPr>
          <p:cNvPr id="20" name="Text Placeholder 19">
            <a:extLst>
              <a:ext uri="{FF2B5EF4-FFF2-40B4-BE49-F238E27FC236}">
                <a16:creationId xmlns:a16="http://schemas.microsoft.com/office/drawing/2014/main" id="{384CAA40-DDD1-8FE0-5E0B-91020E4B52F0}"/>
              </a:ext>
            </a:extLst>
          </p:cNvPr>
          <p:cNvSpPr>
            <a:spLocks noGrp="1"/>
          </p:cNvSpPr>
          <p:nvPr>
            <p:ph type="body" sz="quarter" idx="13" hasCustomPrompt="1"/>
          </p:nvPr>
        </p:nvSpPr>
        <p:spPr>
          <a:xfrm>
            <a:off x="5122949" y="1500360"/>
            <a:ext cx="3326487" cy="2432304"/>
          </a:xfrm>
          <a:prstGeom prst="rect">
            <a:avLst/>
          </a:prstGeom>
        </p:spPr>
        <p:txBody>
          <a:bodyPr lIns="0" tIns="0" rIns="0" bIns="0">
            <a:noAutofit/>
          </a:bodyPr>
          <a:lstStyle>
            <a:lvl1pPr marL="0" indent="0">
              <a:lnSpc>
                <a:spcPct val="120000"/>
              </a:lnSpc>
              <a:spcBef>
                <a:spcPts val="0"/>
              </a:spcBef>
              <a:spcAft>
                <a:spcPts val="600"/>
              </a:spcAft>
              <a:buNone/>
              <a:defRPr sz="900">
                <a:solidFill>
                  <a:schemeClr val="tx1"/>
                </a:solidFill>
              </a:defRPr>
            </a:lvl1pPr>
          </a:lstStyle>
          <a:p>
            <a:pPr lvl="0"/>
            <a:r>
              <a:rPr lang="en-US"/>
              <a:t>text</a:t>
            </a:r>
          </a:p>
        </p:txBody>
      </p:sp>
    </p:spTree>
    <p:extLst>
      <p:ext uri="{BB962C8B-B14F-4D97-AF65-F5344CB8AC3E}">
        <p14:creationId xmlns:p14="http://schemas.microsoft.com/office/powerpoint/2010/main" val="263620753"/>
      </p:ext>
    </p:extLst>
  </p:cSld>
  <p:clrMapOvr>
    <a:masterClrMapping/>
  </p:clrMapOvr>
  <p:transition spd="med"/>
</p:sldLayout>
</file>

<file path=ppt/slideLayouts/slideLayout150.xml><?xml version="1.0" encoding="utf-8"?>
<p:sldLayout xmlns:a="http://schemas.openxmlformats.org/drawingml/2006/main" xmlns:r="http://schemas.openxmlformats.org/officeDocument/2006/relationships" xmlns:p="http://schemas.openxmlformats.org/presentationml/2006/main" preserve="1" userDrawn="1">
  <p:cSld name="text left + image over shape">
    <p:bg>
      <p:bgPr>
        <a:solidFill>
          <a:srgbClr val="FDFAF2"/>
        </a:solidFill>
        <a:effectLst/>
      </p:bgPr>
    </p:bg>
    <p:spTree>
      <p:nvGrpSpPr>
        <p:cNvPr id="1" name=""/>
        <p:cNvGrpSpPr/>
        <p:nvPr/>
      </p:nvGrpSpPr>
      <p:grpSpPr>
        <a:xfrm>
          <a:off x="0" y="0"/>
          <a:ext cx="0" cy="0"/>
          <a:chOff x="0" y="0"/>
          <a:chExt cx="0" cy="0"/>
        </a:xfrm>
      </p:grpSpPr>
      <p:sp>
        <p:nvSpPr>
          <p:cNvPr id="184" name="Slide Number"/>
          <p:cNvSpPr txBox="1">
            <a:spLocks noGrp="1"/>
          </p:cNvSpPr>
          <p:nvPr>
            <p:ph type="sldNum" sz="quarter" idx="2"/>
          </p:nvPr>
        </p:nvSpPr>
        <p:spPr>
          <a:prstGeom prst="rect">
            <a:avLst/>
          </a:prstGeom>
        </p:spPr>
        <p:txBody>
          <a:bodyPr/>
          <a:lstStyle>
            <a:lvl1pPr>
              <a:defRPr>
                <a:solidFill>
                  <a:schemeClr val="tx1"/>
                </a:solidFill>
              </a:defRPr>
            </a:lvl1pPr>
          </a:lstStyle>
          <a:p>
            <a:fld id="{86CB4B4D-7CA3-9044-876B-883B54F8677D}" type="slidenum">
              <a:rPr lang="en-GB" smtClean="0"/>
              <a:pPr/>
              <a:t>‹#›</a:t>
            </a:fld>
            <a:endParaRPr lang="en-GB"/>
          </a:p>
        </p:txBody>
      </p:sp>
      <p:sp>
        <p:nvSpPr>
          <p:cNvPr id="15" name="Text Placeholder 14">
            <a:extLst>
              <a:ext uri="{FF2B5EF4-FFF2-40B4-BE49-F238E27FC236}">
                <a16:creationId xmlns:a16="http://schemas.microsoft.com/office/drawing/2014/main" id="{4D7654DB-631C-DFCF-EF34-B99E8857C7B1}"/>
              </a:ext>
            </a:extLst>
          </p:cNvPr>
          <p:cNvSpPr>
            <a:spLocks noGrp="1"/>
          </p:cNvSpPr>
          <p:nvPr>
            <p:ph type="body" sz="quarter" idx="11" hasCustomPrompt="1"/>
          </p:nvPr>
        </p:nvSpPr>
        <p:spPr>
          <a:xfrm>
            <a:off x="672106" y="1312832"/>
            <a:ext cx="3326488" cy="342900"/>
          </a:xfrm>
          <a:prstGeom prst="rect">
            <a:avLst/>
          </a:prstGeom>
        </p:spPr>
        <p:txBody>
          <a:bodyPr lIns="0" tIns="0" rIns="0" bIns="0">
            <a:noAutofit/>
          </a:bodyPr>
          <a:lstStyle>
            <a:lvl1pPr marL="0" marR="0" indent="0" algn="l" defTabSz="219075" rtl="0" eaLnBrk="1" fontAlgn="auto" latinLnBrk="0" hangingPunct="1">
              <a:lnSpc>
                <a:spcPct val="100000"/>
              </a:lnSpc>
              <a:spcBef>
                <a:spcPts val="900"/>
              </a:spcBef>
              <a:spcAft>
                <a:spcPts val="0"/>
              </a:spcAft>
              <a:buClr>
                <a:srgbClr val="57BEF0"/>
              </a:buClr>
              <a:buSzPct val="250000"/>
              <a:buFontTx/>
              <a:buNone/>
              <a:tabLst/>
              <a:defRPr sz="1850">
                <a:solidFill>
                  <a:schemeClr val="tx1"/>
                </a:solidFill>
                <a:latin typeface="+mj-lt"/>
              </a:defRPr>
            </a:lvl1pPr>
          </a:lstStyle>
          <a:p>
            <a:pPr marL="0" marR="0" lvl="0" indent="0" algn="l" defTabSz="219075" rtl="0" eaLnBrk="1" fontAlgn="auto" latinLnBrk="0" hangingPunct="1">
              <a:lnSpc>
                <a:spcPct val="100000"/>
              </a:lnSpc>
              <a:spcBef>
                <a:spcPts val="900"/>
              </a:spcBef>
              <a:spcAft>
                <a:spcPts val="0"/>
              </a:spcAft>
              <a:buClr>
                <a:srgbClr val="57BEF0"/>
              </a:buClr>
              <a:buSzPct val="250000"/>
              <a:buFontTx/>
              <a:buNone/>
              <a:tabLst/>
              <a:defRPr/>
            </a:pPr>
            <a:r>
              <a:rPr lang="en-US"/>
              <a:t>TITLE</a:t>
            </a:r>
          </a:p>
        </p:txBody>
      </p:sp>
      <p:sp>
        <p:nvSpPr>
          <p:cNvPr id="20" name="Text Placeholder 19">
            <a:extLst>
              <a:ext uri="{FF2B5EF4-FFF2-40B4-BE49-F238E27FC236}">
                <a16:creationId xmlns:a16="http://schemas.microsoft.com/office/drawing/2014/main" id="{384CAA40-DDD1-8FE0-5E0B-91020E4B52F0}"/>
              </a:ext>
            </a:extLst>
          </p:cNvPr>
          <p:cNvSpPr>
            <a:spLocks noGrp="1"/>
          </p:cNvSpPr>
          <p:nvPr>
            <p:ph type="body" sz="quarter" idx="13" hasCustomPrompt="1"/>
          </p:nvPr>
        </p:nvSpPr>
        <p:spPr>
          <a:xfrm>
            <a:off x="672107" y="1694902"/>
            <a:ext cx="3326487" cy="2199179"/>
          </a:xfrm>
          <a:prstGeom prst="rect">
            <a:avLst/>
          </a:prstGeom>
        </p:spPr>
        <p:txBody>
          <a:bodyPr lIns="0" tIns="0" rIns="0" bIns="0">
            <a:noAutofit/>
          </a:bodyPr>
          <a:lstStyle>
            <a:lvl1pPr marL="0" indent="0">
              <a:lnSpc>
                <a:spcPct val="120000"/>
              </a:lnSpc>
              <a:spcBef>
                <a:spcPts val="0"/>
              </a:spcBef>
              <a:spcAft>
                <a:spcPts val="600"/>
              </a:spcAft>
              <a:buNone/>
              <a:defRPr sz="900">
                <a:solidFill>
                  <a:schemeClr val="tx1"/>
                </a:solidFill>
              </a:defRPr>
            </a:lvl1pPr>
          </a:lstStyle>
          <a:p>
            <a:pPr lvl="0"/>
            <a:r>
              <a:rPr lang="en-US"/>
              <a:t>text</a:t>
            </a:r>
          </a:p>
        </p:txBody>
      </p:sp>
      <p:pic>
        <p:nvPicPr>
          <p:cNvPr id="2" name="Rectangle 355-5.svg" descr="Rectangle 355-5.svg">
            <a:extLst>
              <a:ext uri="{FF2B5EF4-FFF2-40B4-BE49-F238E27FC236}">
                <a16:creationId xmlns:a16="http://schemas.microsoft.com/office/drawing/2014/main" id="{EDAD1D9D-0B93-B0A0-A351-2E6AF5D75854}"/>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5860083" y="1655732"/>
            <a:ext cx="2945392" cy="2945392"/>
          </a:xfrm>
          <a:prstGeom prst="rect">
            <a:avLst/>
          </a:prstGeom>
          <a:ln w="12700">
            <a:miter lim="400000"/>
          </a:ln>
        </p:spPr>
      </p:pic>
      <p:pic>
        <p:nvPicPr>
          <p:cNvPr id="9" name="CGC logo.png" descr="CGC logo.png">
            <a:extLst>
              <a:ext uri="{FF2B5EF4-FFF2-40B4-BE49-F238E27FC236}">
                <a16:creationId xmlns:a16="http://schemas.microsoft.com/office/drawing/2014/main" id="{F5D0896A-85F3-2FA7-58ED-F35C784639C4}"/>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285750" y="285750"/>
            <a:ext cx="1152525" cy="199894"/>
          </a:xfrm>
          <a:prstGeom prst="rect">
            <a:avLst/>
          </a:prstGeom>
          <a:ln w="12700">
            <a:miter lim="400000"/>
          </a:ln>
        </p:spPr>
      </p:pic>
      <p:sp>
        <p:nvSpPr>
          <p:cNvPr id="5" name="Picture Placeholder 3">
            <a:extLst>
              <a:ext uri="{FF2B5EF4-FFF2-40B4-BE49-F238E27FC236}">
                <a16:creationId xmlns:a16="http://schemas.microsoft.com/office/drawing/2014/main" id="{ADBEFD21-00E0-E65E-518E-CE56E87FF39A}"/>
              </a:ext>
            </a:extLst>
          </p:cNvPr>
          <p:cNvSpPr>
            <a:spLocks noGrp="1"/>
          </p:cNvSpPr>
          <p:nvPr>
            <p:ph type="pic" sz="quarter" idx="15"/>
          </p:nvPr>
        </p:nvSpPr>
        <p:spPr>
          <a:xfrm>
            <a:off x="5660967" y="733833"/>
            <a:ext cx="2222445" cy="2846780"/>
          </a:xfrm>
        </p:spPr>
        <p:txBody>
          <a:bodyPr/>
          <a:lstStyle/>
          <a:p>
            <a:endParaRPr lang="en-US"/>
          </a:p>
        </p:txBody>
      </p:sp>
    </p:spTree>
    <p:extLst>
      <p:ext uri="{BB962C8B-B14F-4D97-AF65-F5344CB8AC3E}">
        <p14:creationId xmlns:p14="http://schemas.microsoft.com/office/powerpoint/2010/main" val="1402593653"/>
      </p:ext>
    </p:extLst>
  </p:cSld>
  <p:clrMapOvr>
    <a:masterClrMapping/>
  </p:clrMapOvr>
  <p:transition spd="med"/>
</p:sldLayout>
</file>

<file path=ppt/slideLayouts/slideLayout151.xml><?xml version="1.0" encoding="utf-8"?>
<p:sldLayout xmlns:a="http://schemas.openxmlformats.org/drawingml/2006/main" xmlns:r="http://schemas.openxmlformats.org/officeDocument/2006/relationships" xmlns:p="http://schemas.openxmlformats.org/presentationml/2006/main" showMasterSp="0" preserve="1" userDrawn="1">
  <p:cSld name="3 column title, subtitle, text - shape">
    <p:bg>
      <p:bgPr>
        <a:solidFill>
          <a:srgbClr val="FDFAF2"/>
        </a:solidFill>
        <a:effectLst/>
      </p:bgPr>
    </p:bg>
    <p:spTree>
      <p:nvGrpSpPr>
        <p:cNvPr id="1" name=""/>
        <p:cNvGrpSpPr/>
        <p:nvPr/>
      </p:nvGrpSpPr>
      <p:grpSpPr>
        <a:xfrm>
          <a:off x="0" y="0"/>
          <a:ext cx="0" cy="0"/>
          <a:chOff x="0" y="0"/>
          <a:chExt cx="0" cy="0"/>
        </a:xfrm>
      </p:grpSpPr>
      <p:sp>
        <p:nvSpPr>
          <p:cNvPr id="184" name="Slide Number"/>
          <p:cNvSpPr txBox="1">
            <a:spLocks noGrp="1"/>
          </p:cNvSpPr>
          <p:nvPr>
            <p:ph type="sldNum" sz="quarter" idx="2"/>
          </p:nvPr>
        </p:nvSpPr>
        <p:spPr>
          <a:prstGeom prst="rect">
            <a:avLst/>
          </a:prstGeom>
        </p:spPr>
        <p:txBody>
          <a:bodyPr/>
          <a:lstStyle/>
          <a:p>
            <a:fld id="{86CB4B4D-7CA3-9044-876B-883B54F8677D}" type="slidenum">
              <a:t>‹#›</a:t>
            </a:fld>
            <a:endParaRPr/>
          </a:p>
        </p:txBody>
      </p:sp>
      <p:pic>
        <p:nvPicPr>
          <p:cNvPr id="9" name="CGC logo.png" descr="CGC logo.png">
            <a:extLst>
              <a:ext uri="{FF2B5EF4-FFF2-40B4-BE49-F238E27FC236}">
                <a16:creationId xmlns:a16="http://schemas.microsoft.com/office/drawing/2014/main" id="{F5D0896A-85F3-2FA7-58ED-F35C784639C4}"/>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285750" y="285750"/>
            <a:ext cx="1152525" cy="199894"/>
          </a:xfrm>
          <a:prstGeom prst="rect">
            <a:avLst/>
          </a:prstGeom>
          <a:ln w="12700">
            <a:miter lim="400000"/>
          </a:ln>
        </p:spPr>
      </p:pic>
      <p:pic>
        <p:nvPicPr>
          <p:cNvPr id="3" name="Rectangle 355-3.svg" descr="Rectangle 355-3.svg">
            <a:extLst>
              <a:ext uri="{FF2B5EF4-FFF2-40B4-BE49-F238E27FC236}">
                <a16:creationId xmlns:a16="http://schemas.microsoft.com/office/drawing/2014/main" id="{F696256A-902A-C409-DEBD-DC3505EED6AE}"/>
              </a:ext>
            </a:extLst>
          </p:cNvPr>
          <p:cNvPicPr>
            <a:picLocks noChangeAspect="1"/>
          </p:cNvPicPr>
          <p:nvPr userDrawn="1"/>
        </p:nvPicPr>
        <p:blipFill>
          <a:blip r:embed="rId3" cstate="hqprint">
            <a:extLst>
              <a:ext uri="{28A0092B-C50C-407E-A947-70E740481C1C}">
                <a14:useLocalDpi xmlns:a14="http://schemas.microsoft.com/office/drawing/2010/main"/>
              </a:ext>
            </a:extLst>
          </a:blip>
          <a:srcRect/>
          <a:stretch>
            <a:fillRect/>
          </a:stretch>
        </p:blipFill>
        <p:spPr>
          <a:xfrm flipH="1">
            <a:off x="4974600" y="3603001"/>
            <a:ext cx="4169399" cy="1540499"/>
          </a:xfrm>
          <a:prstGeom prst="rect">
            <a:avLst/>
          </a:prstGeom>
          <a:ln w="12700">
            <a:miter lim="400000"/>
          </a:ln>
        </p:spPr>
      </p:pic>
      <p:sp>
        <p:nvSpPr>
          <p:cNvPr id="10" name="Text Placeholder 14">
            <a:extLst>
              <a:ext uri="{FF2B5EF4-FFF2-40B4-BE49-F238E27FC236}">
                <a16:creationId xmlns:a16="http://schemas.microsoft.com/office/drawing/2014/main" id="{C27AA178-17F0-961D-039E-91F1D0A82817}"/>
              </a:ext>
            </a:extLst>
          </p:cNvPr>
          <p:cNvSpPr>
            <a:spLocks noGrp="1"/>
          </p:cNvSpPr>
          <p:nvPr>
            <p:ph type="body" sz="quarter" idx="11" hasCustomPrompt="1"/>
          </p:nvPr>
        </p:nvSpPr>
        <p:spPr>
          <a:xfrm>
            <a:off x="547999" y="1075402"/>
            <a:ext cx="3326488" cy="342900"/>
          </a:xfrm>
          <a:prstGeom prst="rect">
            <a:avLst/>
          </a:prstGeom>
        </p:spPr>
        <p:txBody>
          <a:bodyPr lIns="0" tIns="0" rIns="0" bIns="0">
            <a:noAutofit/>
          </a:bodyPr>
          <a:lstStyle>
            <a:lvl1pPr marL="0" marR="0" indent="0" algn="l" defTabSz="219075" rtl="0" eaLnBrk="1" fontAlgn="auto" latinLnBrk="0" hangingPunct="1">
              <a:lnSpc>
                <a:spcPct val="100000"/>
              </a:lnSpc>
              <a:spcBef>
                <a:spcPts val="900"/>
              </a:spcBef>
              <a:spcAft>
                <a:spcPts val="0"/>
              </a:spcAft>
              <a:buClr>
                <a:srgbClr val="57BEF0"/>
              </a:buClr>
              <a:buSzPct val="250000"/>
              <a:buFontTx/>
              <a:buNone/>
              <a:tabLst/>
              <a:defRPr sz="1850">
                <a:solidFill>
                  <a:schemeClr val="tx1"/>
                </a:solidFill>
                <a:latin typeface="+mj-lt"/>
              </a:defRPr>
            </a:lvl1pPr>
          </a:lstStyle>
          <a:p>
            <a:pPr marL="0" marR="0" lvl="0" indent="0" algn="l" defTabSz="219075" rtl="0" eaLnBrk="1" fontAlgn="auto" latinLnBrk="0" hangingPunct="1">
              <a:lnSpc>
                <a:spcPct val="100000"/>
              </a:lnSpc>
              <a:spcBef>
                <a:spcPts val="900"/>
              </a:spcBef>
              <a:spcAft>
                <a:spcPts val="0"/>
              </a:spcAft>
              <a:buClr>
                <a:srgbClr val="57BEF0"/>
              </a:buClr>
              <a:buSzPct val="250000"/>
              <a:buFontTx/>
              <a:buNone/>
              <a:tabLst/>
              <a:defRPr/>
            </a:pPr>
            <a:r>
              <a:rPr lang="en-US"/>
              <a:t>TITLE</a:t>
            </a:r>
          </a:p>
        </p:txBody>
      </p:sp>
      <p:sp>
        <p:nvSpPr>
          <p:cNvPr id="18" name="Text Placeholder 17">
            <a:extLst>
              <a:ext uri="{FF2B5EF4-FFF2-40B4-BE49-F238E27FC236}">
                <a16:creationId xmlns:a16="http://schemas.microsoft.com/office/drawing/2014/main" id="{5318441B-8F84-93BA-F574-CAEC7A168CC9}"/>
              </a:ext>
            </a:extLst>
          </p:cNvPr>
          <p:cNvSpPr>
            <a:spLocks noGrp="1"/>
          </p:cNvSpPr>
          <p:nvPr>
            <p:ph type="body" sz="quarter" idx="16" hasCustomPrompt="1"/>
          </p:nvPr>
        </p:nvSpPr>
        <p:spPr>
          <a:xfrm>
            <a:off x="547998" y="1769935"/>
            <a:ext cx="2486209" cy="238125"/>
          </a:xfrm>
          <a:prstGeom prst="rect">
            <a:avLst/>
          </a:prstGeom>
        </p:spPr>
        <p:txBody>
          <a:bodyPr lIns="0" tIns="0" rIns="0" bIns="0">
            <a:noAutofit/>
          </a:bodyPr>
          <a:lstStyle>
            <a:lvl1pPr marL="0" indent="0">
              <a:buNone/>
              <a:defRPr sz="1100">
                <a:solidFill>
                  <a:schemeClr val="tx1"/>
                </a:solidFill>
                <a:latin typeface="+mj-lt"/>
              </a:defRPr>
            </a:lvl1pPr>
          </a:lstStyle>
          <a:p>
            <a:pPr lvl="0"/>
            <a:r>
              <a:rPr lang="en-US"/>
              <a:t>TITLE </a:t>
            </a:r>
          </a:p>
        </p:txBody>
      </p:sp>
      <p:sp>
        <p:nvSpPr>
          <p:cNvPr id="21" name="Text Placeholder 17">
            <a:extLst>
              <a:ext uri="{FF2B5EF4-FFF2-40B4-BE49-F238E27FC236}">
                <a16:creationId xmlns:a16="http://schemas.microsoft.com/office/drawing/2014/main" id="{AC7682A7-69D4-3946-48D8-D9E74DB3D18F}"/>
              </a:ext>
            </a:extLst>
          </p:cNvPr>
          <p:cNvSpPr>
            <a:spLocks noGrp="1"/>
          </p:cNvSpPr>
          <p:nvPr>
            <p:ph type="body" sz="quarter" idx="18" hasCustomPrompt="1"/>
          </p:nvPr>
        </p:nvSpPr>
        <p:spPr>
          <a:xfrm>
            <a:off x="3402958" y="1769935"/>
            <a:ext cx="2486209" cy="238125"/>
          </a:xfrm>
          <a:prstGeom prst="rect">
            <a:avLst/>
          </a:prstGeom>
        </p:spPr>
        <p:txBody>
          <a:bodyPr lIns="0" tIns="0" rIns="0" bIns="0">
            <a:noAutofit/>
          </a:bodyPr>
          <a:lstStyle>
            <a:lvl1pPr marL="0" indent="0">
              <a:buNone/>
              <a:defRPr sz="1100">
                <a:solidFill>
                  <a:schemeClr val="tx1"/>
                </a:solidFill>
                <a:latin typeface="+mj-lt"/>
              </a:defRPr>
            </a:lvl1pPr>
          </a:lstStyle>
          <a:p>
            <a:pPr lvl="0"/>
            <a:r>
              <a:rPr lang="en-US"/>
              <a:t>TITLE </a:t>
            </a:r>
          </a:p>
        </p:txBody>
      </p:sp>
      <p:sp>
        <p:nvSpPr>
          <p:cNvPr id="24" name="Text Placeholder 17">
            <a:extLst>
              <a:ext uri="{FF2B5EF4-FFF2-40B4-BE49-F238E27FC236}">
                <a16:creationId xmlns:a16="http://schemas.microsoft.com/office/drawing/2014/main" id="{CE0DC798-6C6D-18D8-2531-E99CB19E7F25}"/>
              </a:ext>
            </a:extLst>
          </p:cNvPr>
          <p:cNvSpPr>
            <a:spLocks noGrp="1"/>
          </p:cNvSpPr>
          <p:nvPr>
            <p:ph type="body" sz="quarter" idx="20" hasCustomPrompt="1"/>
          </p:nvPr>
        </p:nvSpPr>
        <p:spPr>
          <a:xfrm>
            <a:off x="6257918" y="1769934"/>
            <a:ext cx="2486209" cy="238125"/>
          </a:xfrm>
          <a:prstGeom prst="rect">
            <a:avLst/>
          </a:prstGeom>
        </p:spPr>
        <p:txBody>
          <a:bodyPr lIns="0" tIns="0" rIns="0" bIns="0">
            <a:noAutofit/>
          </a:bodyPr>
          <a:lstStyle>
            <a:lvl1pPr marL="0" indent="0">
              <a:buNone/>
              <a:defRPr sz="1100">
                <a:solidFill>
                  <a:schemeClr val="tx1"/>
                </a:solidFill>
                <a:latin typeface="+mj-lt"/>
              </a:defRPr>
            </a:lvl1pPr>
          </a:lstStyle>
          <a:p>
            <a:pPr lvl="0"/>
            <a:r>
              <a:rPr lang="en-US"/>
              <a:t>TITLE </a:t>
            </a:r>
          </a:p>
        </p:txBody>
      </p:sp>
      <p:sp>
        <p:nvSpPr>
          <p:cNvPr id="14" name="Text Placeholder 19">
            <a:extLst>
              <a:ext uri="{FF2B5EF4-FFF2-40B4-BE49-F238E27FC236}">
                <a16:creationId xmlns:a16="http://schemas.microsoft.com/office/drawing/2014/main" id="{40AC698F-4339-B95D-EF90-0BC4756572BA}"/>
              </a:ext>
            </a:extLst>
          </p:cNvPr>
          <p:cNvSpPr>
            <a:spLocks noGrp="1"/>
          </p:cNvSpPr>
          <p:nvPr>
            <p:ph type="body" sz="quarter" idx="13" hasCustomPrompt="1"/>
          </p:nvPr>
        </p:nvSpPr>
        <p:spPr>
          <a:xfrm>
            <a:off x="547997" y="2010703"/>
            <a:ext cx="2486209" cy="1787525"/>
          </a:xfrm>
          <a:prstGeom prst="rect">
            <a:avLst/>
          </a:prstGeom>
        </p:spPr>
        <p:txBody>
          <a:bodyPr lIns="0" tIns="0" rIns="0" bIns="0">
            <a:noAutofit/>
          </a:bodyPr>
          <a:lstStyle>
            <a:lvl1pPr marL="0" indent="0">
              <a:lnSpc>
                <a:spcPct val="120000"/>
              </a:lnSpc>
              <a:spcBef>
                <a:spcPts val="0"/>
              </a:spcBef>
              <a:spcAft>
                <a:spcPts val="600"/>
              </a:spcAft>
              <a:buNone/>
              <a:defRPr sz="900">
                <a:solidFill>
                  <a:schemeClr val="tx1"/>
                </a:solidFill>
              </a:defRPr>
            </a:lvl1pPr>
          </a:lstStyle>
          <a:p>
            <a:pPr lvl="0"/>
            <a:r>
              <a:rPr lang="en-US"/>
              <a:t>text</a:t>
            </a:r>
          </a:p>
        </p:txBody>
      </p:sp>
      <p:sp>
        <p:nvSpPr>
          <p:cNvPr id="15" name="Text Placeholder 19">
            <a:extLst>
              <a:ext uri="{FF2B5EF4-FFF2-40B4-BE49-F238E27FC236}">
                <a16:creationId xmlns:a16="http://schemas.microsoft.com/office/drawing/2014/main" id="{19747F4A-05B5-D2B2-81BF-0F91A3786FD7}"/>
              </a:ext>
            </a:extLst>
          </p:cNvPr>
          <p:cNvSpPr>
            <a:spLocks noGrp="1"/>
          </p:cNvSpPr>
          <p:nvPr>
            <p:ph type="body" sz="quarter" idx="21" hasCustomPrompt="1"/>
          </p:nvPr>
        </p:nvSpPr>
        <p:spPr>
          <a:xfrm>
            <a:off x="3401556" y="2010703"/>
            <a:ext cx="2486209" cy="1787525"/>
          </a:xfrm>
          <a:prstGeom prst="rect">
            <a:avLst/>
          </a:prstGeom>
        </p:spPr>
        <p:txBody>
          <a:bodyPr lIns="0" tIns="0" rIns="0" bIns="0">
            <a:noAutofit/>
          </a:bodyPr>
          <a:lstStyle>
            <a:lvl1pPr marL="0" indent="0">
              <a:lnSpc>
                <a:spcPct val="120000"/>
              </a:lnSpc>
              <a:spcBef>
                <a:spcPts val="0"/>
              </a:spcBef>
              <a:spcAft>
                <a:spcPts val="600"/>
              </a:spcAft>
              <a:buNone/>
              <a:defRPr sz="900">
                <a:solidFill>
                  <a:schemeClr val="tx1"/>
                </a:solidFill>
              </a:defRPr>
            </a:lvl1pPr>
          </a:lstStyle>
          <a:p>
            <a:pPr lvl="0"/>
            <a:r>
              <a:rPr lang="en-US"/>
              <a:t>text</a:t>
            </a:r>
          </a:p>
        </p:txBody>
      </p:sp>
      <p:sp>
        <p:nvSpPr>
          <p:cNvPr id="16" name="Text Placeholder 19">
            <a:extLst>
              <a:ext uri="{FF2B5EF4-FFF2-40B4-BE49-F238E27FC236}">
                <a16:creationId xmlns:a16="http://schemas.microsoft.com/office/drawing/2014/main" id="{F7D78868-E68F-F570-D452-0A9B519581A4}"/>
              </a:ext>
            </a:extLst>
          </p:cNvPr>
          <p:cNvSpPr>
            <a:spLocks noGrp="1"/>
          </p:cNvSpPr>
          <p:nvPr>
            <p:ph type="body" sz="quarter" idx="22" hasCustomPrompt="1"/>
          </p:nvPr>
        </p:nvSpPr>
        <p:spPr>
          <a:xfrm>
            <a:off x="6255115" y="2010703"/>
            <a:ext cx="2486209" cy="1787525"/>
          </a:xfrm>
          <a:prstGeom prst="rect">
            <a:avLst/>
          </a:prstGeom>
        </p:spPr>
        <p:txBody>
          <a:bodyPr lIns="0" tIns="0" rIns="0" bIns="0">
            <a:noAutofit/>
          </a:bodyPr>
          <a:lstStyle>
            <a:lvl1pPr marL="0" indent="0">
              <a:lnSpc>
                <a:spcPct val="120000"/>
              </a:lnSpc>
              <a:spcBef>
                <a:spcPts val="0"/>
              </a:spcBef>
              <a:spcAft>
                <a:spcPts val="600"/>
              </a:spcAft>
              <a:buNone/>
              <a:defRPr sz="900">
                <a:solidFill>
                  <a:schemeClr val="tx1"/>
                </a:solidFill>
              </a:defRPr>
            </a:lvl1pPr>
          </a:lstStyle>
          <a:p>
            <a:pPr lvl="0"/>
            <a:r>
              <a:rPr lang="en-US"/>
              <a:t>text</a:t>
            </a:r>
          </a:p>
        </p:txBody>
      </p:sp>
    </p:spTree>
    <p:extLst>
      <p:ext uri="{BB962C8B-B14F-4D97-AF65-F5344CB8AC3E}">
        <p14:creationId xmlns:p14="http://schemas.microsoft.com/office/powerpoint/2010/main" val="3505430208"/>
      </p:ext>
    </p:extLst>
  </p:cSld>
  <p:clrMapOvr>
    <a:masterClrMapping/>
  </p:clrMapOvr>
  <p:transition spd="med"/>
</p:sldLayout>
</file>

<file path=ppt/slideLayouts/slideLayout152.xml><?xml version="1.0" encoding="utf-8"?>
<p:sldLayout xmlns:a="http://schemas.openxmlformats.org/drawingml/2006/main" xmlns:r="http://schemas.openxmlformats.org/officeDocument/2006/relationships" xmlns:p="http://schemas.openxmlformats.org/presentationml/2006/main" showMasterSp="0" preserve="1" userDrawn="1">
  <p:cSld name="3 column title, subtitle, text - long">
    <p:bg>
      <p:bgPr>
        <a:solidFill>
          <a:srgbClr val="FDFAF2"/>
        </a:solidFill>
        <a:effectLst/>
      </p:bgPr>
    </p:bg>
    <p:spTree>
      <p:nvGrpSpPr>
        <p:cNvPr id="1" name=""/>
        <p:cNvGrpSpPr/>
        <p:nvPr/>
      </p:nvGrpSpPr>
      <p:grpSpPr>
        <a:xfrm>
          <a:off x="0" y="0"/>
          <a:ext cx="0" cy="0"/>
          <a:chOff x="0" y="0"/>
          <a:chExt cx="0" cy="0"/>
        </a:xfrm>
      </p:grpSpPr>
      <p:sp>
        <p:nvSpPr>
          <p:cNvPr id="184" name="Slide Number"/>
          <p:cNvSpPr txBox="1">
            <a:spLocks noGrp="1"/>
          </p:cNvSpPr>
          <p:nvPr>
            <p:ph type="sldNum" sz="quarter" idx="2"/>
          </p:nvPr>
        </p:nvSpPr>
        <p:spPr>
          <a:prstGeom prst="rect">
            <a:avLst/>
          </a:prstGeom>
        </p:spPr>
        <p:txBody>
          <a:bodyPr/>
          <a:lstStyle>
            <a:lvl1pPr>
              <a:defRPr>
                <a:solidFill>
                  <a:schemeClr val="tx1"/>
                </a:solidFill>
              </a:defRPr>
            </a:lvl1pPr>
          </a:lstStyle>
          <a:p>
            <a:fld id="{86CB4B4D-7CA3-9044-876B-883B54F8677D}" type="slidenum">
              <a:rPr lang="en-GB" smtClean="0"/>
              <a:pPr/>
              <a:t>‹#›</a:t>
            </a:fld>
            <a:endParaRPr lang="en-GB"/>
          </a:p>
        </p:txBody>
      </p:sp>
      <p:pic>
        <p:nvPicPr>
          <p:cNvPr id="9" name="CGC logo.png" descr="CGC logo.png">
            <a:extLst>
              <a:ext uri="{FF2B5EF4-FFF2-40B4-BE49-F238E27FC236}">
                <a16:creationId xmlns:a16="http://schemas.microsoft.com/office/drawing/2014/main" id="{F5D0896A-85F3-2FA7-58ED-F35C784639C4}"/>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285750" y="285750"/>
            <a:ext cx="1152525" cy="199894"/>
          </a:xfrm>
          <a:prstGeom prst="rect">
            <a:avLst/>
          </a:prstGeom>
          <a:ln w="12700">
            <a:miter lim="400000"/>
          </a:ln>
        </p:spPr>
      </p:pic>
      <p:sp>
        <p:nvSpPr>
          <p:cNvPr id="10" name="Text Placeholder 14">
            <a:extLst>
              <a:ext uri="{FF2B5EF4-FFF2-40B4-BE49-F238E27FC236}">
                <a16:creationId xmlns:a16="http://schemas.microsoft.com/office/drawing/2014/main" id="{C27AA178-17F0-961D-039E-91F1D0A82817}"/>
              </a:ext>
            </a:extLst>
          </p:cNvPr>
          <p:cNvSpPr>
            <a:spLocks noGrp="1"/>
          </p:cNvSpPr>
          <p:nvPr>
            <p:ph type="body" sz="quarter" idx="11" hasCustomPrompt="1"/>
          </p:nvPr>
        </p:nvSpPr>
        <p:spPr>
          <a:xfrm>
            <a:off x="662122" y="868871"/>
            <a:ext cx="3326488" cy="342900"/>
          </a:xfrm>
          <a:prstGeom prst="rect">
            <a:avLst/>
          </a:prstGeom>
        </p:spPr>
        <p:txBody>
          <a:bodyPr lIns="0" tIns="0" rIns="0" bIns="0">
            <a:noAutofit/>
          </a:bodyPr>
          <a:lstStyle>
            <a:lvl1pPr marL="0" marR="0" indent="0" algn="l" defTabSz="219075" rtl="0" eaLnBrk="1" fontAlgn="auto" latinLnBrk="0" hangingPunct="1">
              <a:lnSpc>
                <a:spcPct val="100000"/>
              </a:lnSpc>
              <a:spcBef>
                <a:spcPts val="900"/>
              </a:spcBef>
              <a:spcAft>
                <a:spcPts val="0"/>
              </a:spcAft>
              <a:buClr>
                <a:srgbClr val="57BEF0"/>
              </a:buClr>
              <a:buSzPct val="250000"/>
              <a:buFontTx/>
              <a:buNone/>
              <a:tabLst/>
              <a:defRPr sz="1850">
                <a:solidFill>
                  <a:schemeClr val="tx1"/>
                </a:solidFill>
                <a:latin typeface="+mj-lt"/>
              </a:defRPr>
            </a:lvl1pPr>
          </a:lstStyle>
          <a:p>
            <a:pPr marL="0" marR="0" lvl="0" indent="0" algn="l" defTabSz="219075" rtl="0" eaLnBrk="1" fontAlgn="auto" latinLnBrk="0" hangingPunct="1">
              <a:lnSpc>
                <a:spcPct val="100000"/>
              </a:lnSpc>
              <a:spcBef>
                <a:spcPts val="900"/>
              </a:spcBef>
              <a:spcAft>
                <a:spcPts val="0"/>
              </a:spcAft>
              <a:buClr>
                <a:srgbClr val="57BEF0"/>
              </a:buClr>
              <a:buSzPct val="250000"/>
              <a:buFontTx/>
              <a:buNone/>
              <a:tabLst/>
              <a:defRPr/>
            </a:pPr>
            <a:r>
              <a:rPr lang="en-US"/>
              <a:t>TITLE</a:t>
            </a:r>
          </a:p>
        </p:txBody>
      </p:sp>
      <p:sp>
        <p:nvSpPr>
          <p:cNvPr id="18" name="Text Placeholder 17">
            <a:extLst>
              <a:ext uri="{FF2B5EF4-FFF2-40B4-BE49-F238E27FC236}">
                <a16:creationId xmlns:a16="http://schemas.microsoft.com/office/drawing/2014/main" id="{5318441B-8F84-93BA-F574-CAEC7A168CC9}"/>
              </a:ext>
            </a:extLst>
          </p:cNvPr>
          <p:cNvSpPr>
            <a:spLocks noGrp="1"/>
          </p:cNvSpPr>
          <p:nvPr>
            <p:ph type="body" sz="quarter" idx="16" hasCustomPrompt="1"/>
          </p:nvPr>
        </p:nvSpPr>
        <p:spPr>
          <a:xfrm>
            <a:off x="662121" y="1574690"/>
            <a:ext cx="2486209" cy="238125"/>
          </a:xfrm>
          <a:prstGeom prst="rect">
            <a:avLst/>
          </a:prstGeom>
        </p:spPr>
        <p:txBody>
          <a:bodyPr lIns="0" tIns="0" rIns="0" bIns="0">
            <a:noAutofit/>
          </a:bodyPr>
          <a:lstStyle>
            <a:lvl1pPr marL="0" indent="0">
              <a:buNone/>
              <a:defRPr sz="1100">
                <a:solidFill>
                  <a:schemeClr val="tx1"/>
                </a:solidFill>
                <a:latin typeface="+mj-lt"/>
              </a:defRPr>
            </a:lvl1pPr>
          </a:lstStyle>
          <a:p>
            <a:pPr lvl="0"/>
            <a:r>
              <a:rPr lang="en-US"/>
              <a:t>TITLE </a:t>
            </a:r>
          </a:p>
        </p:txBody>
      </p:sp>
      <p:sp>
        <p:nvSpPr>
          <p:cNvPr id="21" name="Text Placeholder 17">
            <a:extLst>
              <a:ext uri="{FF2B5EF4-FFF2-40B4-BE49-F238E27FC236}">
                <a16:creationId xmlns:a16="http://schemas.microsoft.com/office/drawing/2014/main" id="{AC7682A7-69D4-3946-48D8-D9E74DB3D18F}"/>
              </a:ext>
            </a:extLst>
          </p:cNvPr>
          <p:cNvSpPr>
            <a:spLocks noGrp="1"/>
          </p:cNvSpPr>
          <p:nvPr>
            <p:ph type="body" sz="quarter" idx="18" hasCustomPrompt="1"/>
          </p:nvPr>
        </p:nvSpPr>
        <p:spPr>
          <a:xfrm>
            <a:off x="3517081" y="1574690"/>
            <a:ext cx="2486209" cy="238125"/>
          </a:xfrm>
          <a:prstGeom prst="rect">
            <a:avLst/>
          </a:prstGeom>
        </p:spPr>
        <p:txBody>
          <a:bodyPr lIns="0" tIns="0" rIns="0" bIns="0">
            <a:noAutofit/>
          </a:bodyPr>
          <a:lstStyle>
            <a:lvl1pPr marL="0" indent="0">
              <a:buNone/>
              <a:defRPr sz="1100">
                <a:solidFill>
                  <a:schemeClr val="tx1"/>
                </a:solidFill>
                <a:latin typeface="+mj-lt"/>
              </a:defRPr>
            </a:lvl1pPr>
          </a:lstStyle>
          <a:p>
            <a:pPr lvl="0"/>
            <a:r>
              <a:rPr lang="en-US"/>
              <a:t>TITLE </a:t>
            </a:r>
          </a:p>
        </p:txBody>
      </p:sp>
      <p:sp>
        <p:nvSpPr>
          <p:cNvPr id="24" name="Text Placeholder 17">
            <a:extLst>
              <a:ext uri="{FF2B5EF4-FFF2-40B4-BE49-F238E27FC236}">
                <a16:creationId xmlns:a16="http://schemas.microsoft.com/office/drawing/2014/main" id="{CE0DC798-6C6D-18D8-2531-E99CB19E7F25}"/>
              </a:ext>
            </a:extLst>
          </p:cNvPr>
          <p:cNvSpPr>
            <a:spLocks noGrp="1"/>
          </p:cNvSpPr>
          <p:nvPr>
            <p:ph type="body" sz="quarter" idx="20" hasCustomPrompt="1"/>
          </p:nvPr>
        </p:nvSpPr>
        <p:spPr>
          <a:xfrm>
            <a:off x="6372041" y="1574689"/>
            <a:ext cx="2486209" cy="238125"/>
          </a:xfrm>
          <a:prstGeom prst="rect">
            <a:avLst/>
          </a:prstGeom>
        </p:spPr>
        <p:txBody>
          <a:bodyPr lIns="0" tIns="0" rIns="0" bIns="0">
            <a:noAutofit/>
          </a:bodyPr>
          <a:lstStyle>
            <a:lvl1pPr marL="0" indent="0">
              <a:buNone/>
              <a:defRPr sz="1100">
                <a:solidFill>
                  <a:schemeClr val="tx1"/>
                </a:solidFill>
                <a:latin typeface="+mj-lt"/>
              </a:defRPr>
            </a:lvl1pPr>
          </a:lstStyle>
          <a:p>
            <a:pPr lvl="0"/>
            <a:r>
              <a:rPr lang="en-US"/>
              <a:t>TITLE </a:t>
            </a:r>
          </a:p>
        </p:txBody>
      </p:sp>
      <p:sp>
        <p:nvSpPr>
          <p:cNvPr id="14" name="Text Placeholder 19">
            <a:extLst>
              <a:ext uri="{FF2B5EF4-FFF2-40B4-BE49-F238E27FC236}">
                <a16:creationId xmlns:a16="http://schemas.microsoft.com/office/drawing/2014/main" id="{40AC698F-4339-B95D-EF90-0BC4756572BA}"/>
              </a:ext>
            </a:extLst>
          </p:cNvPr>
          <p:cNvSpPr>
            <a:spLocks noGrp="1"/>
          </p:cNvSpPr>
          <p:nvPr>
            <p:ph type="body" sz="quarter" idx="13" hasCustomPrompt="1"/>
          </p:nvPr>
        </p:nvSpPr>
        <p:spPr>
          <a:xfrm>
            <a:off x="662120" y="1843078"/>
            <a:ext cx="2486209" cy="2752567"/>
          </a:xfrm>
          <a:prstGeom prst="rect">
            <a:avLst/>
          </a:prstGeom>
        </p:spPr>
        <p:txBody>
          <a:bodyPr lIns="0" tIns="0" rIns="0" bIns="0">
            <a:noAutofit/>
          </a:bodyPr>
          <a:lstStyle>
            <a:lvl1pPr marL="0" indent="0">
              <a:lnSpc>
                <a:spcPct val="120000"/>
              </a:lnSpc>
              <a:spcBef>
                <a:spcPts val="0"/>
              </a:spcBef>
              <a:spcAft>
                <a:spcPts val="600"/>
              </a:spcAft>
              <a:buNone/>
              <a:defRPr sz="900">
                <a:solidFill>
                  <a:schemeClr val="tx1"/>
                </a:solidFill>
              </a:defRPr>
            </a:lvl1pPr>
          </a:lstStyle>
          <a:p>
            <a:pPr lvl="0"/>
            <a:r>
              <a:rPr lang="en-US"/>
              <a:t>text</a:t>
            </a:r>
          </a:p>
        </p:txBody>
      </p:sp>
      <p:sp>
        <p:nvSpPr>
          <p:cNvPr id="15" name="Text Placeholder 19">
            <a:extLst>
              <a:ext uri="{FF2B5EF4-FFF2-40B4-BE49-F238E27FC236}">
                <a16:creationId xmlns:a16="http://schemas.microsoft.com/office/drawing/2014/main" id="{19747F4A-05B5-D2B2-81BF-0F91A3786FD7}"/>
              </a:ext>
            </a:extLst>
          </p:cNvPr>
          <p:cNvSpPr>
            <a:spLocks noGrp="1"/>
          </p:cNvSpPr>
          <p:nvPr>
            <p:ph type="body" sz="quarter" idx="21" hasCustomPrompt="1"/>
          </p:nvPr>
        </p:nvSpPr>
        <p:spPr>
          <a:xfrm>
            <a:off x="3515679" y="1843078"/>
            <a:ext cx="2486209" cy="2752567"/>
          </a:xfrm>
          <a:prstGeom prst="rect">
            <a:avLst/>
          </a:prstGeom>
        </p:spPr>
        <p:txBody>
          <a:bodyPr lIns="0" tIns="0" rIns="0" bIns="0">
            <a:noAutofit/>
          </a:bodyPr>
          <a:lstStyle>
            <a:lvl1pPr marL="0" indent="0">
              <a:lnSpc>
                <a:spcPct val="120000"/>
              </a:lnSpc>
              <a:spcBef>
                <a:spcPts val="0"/>
              </a:spcBef>
              <a:spcAft>
                <a:spcPts val="600"/>
              </a:spcAft>
              <a:buNone/>
              <a:defRPr sz="900">
                <a:solidFill>
                  <a:schemeClr val="tx1"/>
                </a:solidFill>
              </a:defRPr>
            </a:lvl1pPr>
          </a:lstStyle>
          <a:p>
            <a:pPr lvl="0"/>
            <a:r>
              <a:rPr lang="en-US"/>
              <a:t>text</a:t>
            </a:r>
          </a:p>
        </p:txBody>
      </p:sp>
      <p:sp>
        <p:nvSpPr>
          <p:cNvPr id="16" name="Text Placeholder 19">
            <a:extLst>
              <a:ext uri="{FF2B5EF4-FFF2-40B4-BE49-F238E27FC236}">
                <a16:creationId xmlns:a16="http://schemas.microsoft.com/office/drawing/2014/main" id="{F7D78868-E68F-F570-D452-0A9B519581A4}"/>
              </a:ext>
            </a:extLst>
          </p:cNvPr>
          <p:cNvSpPr>
            <a:spLocks noGrp="1"/>
          </p:cNvSpPr>
          <p:nvPr>
            <p:ph type="body" sz="quarter" idx="22" hasCustomPrompt="1"/>
          </p:nvPr>
        </p:nvSpPr>
        <p:spPr>
          <a:xfrm>
            <a:off x="6369238" y="1843078"/>
            <a:ext cx="2486209" cy="2752567"/>
          </a:xfrm>
          <a:prstGeom prst="rect">
            <a:avLst/>
          </a:prstGeom>
        </p:spPr>
        <p:txBody>
          <a:bodyPr lIns="0" tIns="0" rIns="0" bIns="0">
            <a:noAutofit/>
          </a:bodyPr>
          <a:lstStyle>
            <a:lvl1pPr marL="0" indent="0">
              <a:lnSpc>
                <a:spcPct val="120000"/>
              </a:lnSpc>
              <a:spcBef>
                <a:spcPts val="0"/>
              </a:spcBef>
              <a:spcAft>
                <a:spcPts val="600"/>
              </a:spcAft>
              <a:buNone/>
              <a:defRPr sz="900">
                <a:solidFill>
                  <a:schemeClr val="tx1"/>
                </a:solidFill>
              </a:defRPr>
            </a:lvl1pPr>
          </a:lstStyle>
          <a:p>
            <a:pPr lvl="0"/>
            <a:r>
              <a:rPr lang="en-US"/>
              <a:t>text</a:t>
            </a:r>
          </a:p>
        </p:txBody>
      </p:sp>
    </p:spTree>
    <p:extLst>
      <p:ext uri="{BB962C8B-B14F-4D97-AF65-F5344CB8AC3E}">
        <p14:creationId xmlns:p14="http://schemas.microsoft.com/office/powerpoint/2010/main" val="2617767838"/>
      </p:ext>
    </p:extLst>
  </p:cSld>
  <p:clrMapOvr>
    <a:masterClrMapping/>
  </p:clrMapOvr>
  <p:transition spd="med"/>
</p:sldLayout>
</file>

<file path=ppt/slideLayouts/slideLayout153.xml><?xml version="1.0" encoding="utf-8"?>
<p:sldLayout xmlns:a="http://schemas.openxmlformats.org/drawingml/2006/main" xmlns:r="http://schemas.openxmlformats.org/officeDocument/2006/relationships" xmlns:p="http://schemas.openxmlformats.org/presentationml/2006/main" showMasterSp="0" preserve="1" userDrawn="1">
  <p:cSld name="2 column title, subtitle, text">
    <p:bg>
      <p:bgPr>
        <a:solidFill>
          <a:srgbClr val="FDFAF2"/>
        </a:solidFill>
        <a:effectLst/>
      </p:bgPr>
    </p:bg>
    <p:spTree>
      <p:nvGrpSpPr>
        <p:cNvPr id="1" name=""/>
        <p:cNvGrpSpPr/>
        <p:nvPr/>
      </p:nvGrpSpPr>
      <p:grpSpPr>
        <a:xfrm>
          <a:off x="0" y="0"/>
          <a:ext cx="0" cy="0"/>
          <a:chOff x="0" y="0"/>
          <a:chExt cx="0" cy="0"/>
        </a:xfrm>
      </p:grpSpPr>
      <p:sp>
        <p:nvSpPr>
          <p:cNvPr id="184" name="Slide Number"/>
          <p:cNvSpPr txBox="1">
            <a:spLocks noGrp="1"/>
          </p:cNvSpPr>
          <p:nvPr>
            <p:ph type="sldNum" sz="quarter" idx="2"/>
          </p:nvPr>
        </p:nvSpPr>
        <p:spPr>
          <a:prstGeom prst="rect">
            <a:avLst/>
          </a:prstGeom>
        </p:spPr>
        <p:txBody>
          <a:bodyPr/>
          <a:lstStyle>
            <a:lvl1pPr>
              <a:defRPr>
                <a:solidFill>
                  <a:schemeClr val="tx1"/>
                </a:solidFill>
              </a:defRPr>
            </a:lvl1pPr>
          </a:lstStyle>
          <a:p>
            <a:fld id="{86CB4B4D-7CA3-9044-876B-883B54F8677D}" type="slidenum">
              <a:rPr lang="en-GB" smtClean="0"/>
              <a:pPr/>
              <a:t>‹#›</a:t>
            </a:fld>
            <a:endParaRPr lang="en-GB"/>
          </a:p>
        </p:txBody>
      </p:sp>
      <p:pic>
        <p:nvPicPr>
          <p:cNvPr id="9" name="CGC logo.png" descr="CGC logo.png">
            <a:extLst>
              <a:ext uri="{FF2B5EF4-FFF2-40B4-BE49-F238E27FC236}">
                <a16:creationId xmlns:a16="http://schemas.microsoft.com/office/drawing/2014/main" id="{F5D0896A-85F3-2FA7-58ED-F35C784639C4}"/>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285750" y="285750"/>
            <a:ext cx="1152525" cy="199894"/>
          </a:xfrm>
          <a:prstGeom prst="rect">
            <a:avLst/>
          </a:prstGeom>
          <a:ln w="12700">
            <a:miter lim="400000"/>
          </a:ln>
        </p:spPr>
      </p:pic>
      <p:sp>
        <p:nvSpPr>
          <p:cNvPr id="10" name="Text Placeholder 14">
            <a:extLst>
              <a:ext uri="{FF2B5EF4-FFF2-40B4-BE49-F238E27FC236}">
                <a16:creationId xmlns:a16="http://schemas.microsoft.com/office/drawing/2014/main" id="{C27AA178-17F0-961D-039E-91F1D0A82817}"/>
              </a:ext>
            </a:extLst>
          </p:cNvPr>
          <p:cNvSpPr>
            <a:spLocks noGrp="1"/>
          </p:cNvSpPr>
          <p:nvPr>
            <p:ph type="body" sz="quarter" idx="11" hasCustomPrompt="1"/>
          </p:nvPr>
        </p:nvSpPr>
        <p:spPr>
          <a:xfrm>
            <a:off x="644252" y="868871"/>
            <a:ext cx="3326488" cy="342900"/>
          </a:xfrm>
          <a:prstGeom prst="rect">
            <a:avLst/>
          </a:prstGeom>
        </p:spPr>
        <p:txBody>
          <a:bodyPr lIns="0" tIns="0" rIns="0" bIns="0">
            <a:noAutofit/>
          </a:bodyPr>
          <a:lstStyle>
            <a:lvl1pPr marL="0" marR="0" indent="0" algn="l" defTabSz="219075" rtl="0" eaLnBrk="1" fontAlgn="auto" latinLnBrk="0" hangingPunct="1">
              <a:lnSpc>
                <a:spcPct val="100000"/>
              </a:lnSpc>
              <a:spcBef>
                <a:spcPts val="900"/>
              </a:spcBef>
              <a:spcAft>
                <a:spcPts val="0"/>
              </a:spcAft>
              <a:buClr>
                <a:srgbClr val="57BEF0"/>
              </a:buClr>
              <a:buSzPct val="250000"/>
              <a:buFontTx/>
              <a:buNone/>
              <a:tabLst/>
              <a:defRPr sz="1850">
                <a:solidFill>
                  <a:schemeClr val="tx1"/>
                </a:solidFill>
                <a:latin typeface="+mj-lt"/>
              </a:defRPr>
            </a:lvl1pPr>
          </a:lstStyle>
          <a:p>
            <a:pPr marL="0" marR="0" lvl="0" indent="0" algn="l" defTabSz="219075" rtl="0" eaLnBrk="1" fontAlgn="auto" latinLnBrk="0" hangingPunct="1">
              <a:lnSpc>
                <a:spcPct val="100000"/>
              </a:lnSpc>
              <a:spcBef>
                <a:spcPts val="900"/>
              </a:spcBef>
              <a:spcAft>
                <a:spcPts val="0"/>
              </a:spcAft>
              <a:buClr>
                <a:srgbClr val="57BEF0"/>
              </a:buClr>
              <a:buSzPct val="250000"/>
              <a:buFontTx/>
              <a:buNone/>
              <a:tabLst/>
              <a:defRPr/>
            </a:pPr>
            <a:r>
              <a:rPr lang="en-US"/>
              <a:t>TITLE</a:t>
            </a:r>
          </a:p>
        </p:txBody>
      </p:sp>
      <p:sp>
        <p:nvSpPr>
          <p:cNvPr id="18" name="Text Placeholder 17">
            <a:extLst>
              <a:ext uri="{FF2B5EF4-FFF2-40B4-BE49-F238E27FC236}">
                <a16:creationId xmlns:a16="http://schemas.microsoft.com/office/drawing/2014/main" id="{5318441B-8F84-93BA-F574-CAEC7A168CC9}"/>
              </a:ext>
            </a:extLst>
          </p:cNvPr>
          <p:cNvSpPr>
            <a:spLocks noGrp="1"/>
          </p:cNvSpPr>
          <p:nvPr>
            <p:ph type="body" sz="quarter" idx="16" hasCustomPrompt="1"/>
          </p:nvPr>
        </p:nvSpPr>
        <p:spPr>
          <a:xfrm>
            <a:off x="644251" y="1382468"/>
            <a:ext cx="3629865" cy="238125"/>
          </a:xfrm>
          <a:prstGeom prst="rect">
            <a:avLst/>
          </a:prstGeom>
        </p:spPr>
        <p:txBody>
          <a:bodyPr lIns="0" tIns="0" rIns="0" bIns="0">
            <a:noAutofit/>
          </a:bodyPr>
          <a:lstStyle>
            <a:lvl1pPr marL="0" indent="0">
              <a:buNone/>
              <a:defRPr sz="1100">
                <a:solidFill>
                  <a:schemeClr val="tx1"/>
                </a:solidFill>
                <a:latin typeface="+mj-lt"/>
              </a:defRPr>
            </a:lvl1pPr>
          </a:lstStyle>
          <a:p>
            <a:pPr lvl="0"/>
            <a:r>
              <a:rPr lang="en-US"/>
              <a:t>TITLE </a:t>
            </a:r>
          </a:p>
        </p:txBody>
      </p:sp>
      <p:sp>
        <p:nvSpPr>
          <p:cNvPr id="14" name="Text Placeholder 19">
            <a:extLst>
              <a:ext uri="{FF2B5EF4-FFF2-40B4-BE49-F238E27FC236}">
                <a16:creationId xmlns:a16="http://schemas.microsoft.com/office/drawing/2014/main" id="{40AC698F-4339-B95D-EF90-0BC4756572BA}"/>
              </a:ext>
            </a:extLst>
          </p:cNvPr>
          <p:cNvSpPr>
            <a:spLocks noGrp="1"/>
          </p:cNvSpPr>
          <p:nvPr>
            <p:ph type="body" sz="quarter" idx="13" hasCustomPrompt="1"/>
          </p:nvPr>
        </p:nvSpPr>
        <p:spPr>
          <a:xfrm>
            <a:off x="644250" y="1650856"/>
            <a:ext cx="3629865" cy="2752567"/>
          </a:xfrm>
          <a:prstGeom prst="rect">
            <a:avLst/>
          </a:prstGeom>
        </p:spPr>
        <p:txBody>
          <a:bodyPr lIns="0" tIns="0" rIns="0" bIns="0">
            <a:noAutofit/>
          </a:bodyPr>
          <a:lstStyle>
            <a:lvl1pPr marL="0" indent="0">
              <a:lnSpc>
                <a:spcPct val="120000"/>
              </a:lnSpc>
              <a:spcBef>
                <a:spcPts val="0"/>
              </a:spcBef>
              <a:spcAft>
                <a:spcPts val="600"/>
              </a:spcAft>
              <a:buNone/>
              <a:defRPr sz="900">
                <a:solidFill>
                  <a:schemeClr val="tx1"/>
                </a:solidFill>
              </a:defRPr>
            </a:lvl1pPr>
          </a:lstStyle>
          <a:p>
            <a:pPr lvl="0"/>
            <a:r>
              <a:rPr lang="en-US"/>
              <a:t>text</a:t>
            </a:r>
          </a:p>
        </p:txBody>
      </p:sp>
      <p:sp>
        <p:nvSpPr>
          <p:cNvPr id="6" name="Text Placeholder 17">
            <a:extLst>
              <a:ext uri="{FF2B5EF4-FFF2-40B4-BE49-F238E27FC236}">
                <a16:creationId xmlns:a16="http://schemas.microsoft.com/office/drawing/2014/main" id="{28BBBD51-8DF7-F0E0-6AC9-EE9DB49F3390}"/>
              </a:ext>
            </a:extLst>
          </p:cNvPr>
          <p:cNvSpPr>
            <a:spLocks noGrp="1"/>
          </p:cNvSpPr>
          <p:nvPr>
            <p:ph type="body" sz="quarter" idx="17" hasCustomPrompt="1"/>
          </p:nvPr>
        </p:nvSpPr>
        <p:spPr>
          <a:xfrm>
            <a:off x="4782699" y="1382468"/>
            <a:ext cx="3629865" cy="238125"/>
          </a:xfrm>
          <a:prstGeom prst="rect">
            <a:avLst/>
          </a:prstGeom>
        </p:spPr>
        <p:txBody>
          <a:bodyPr lIns="0" tIns="0" rIns="0" bIns="0">
            <a:noAutofit/>
          </a:bodyPr>
          <a:lstStyle>
            <a:lvl1pPr marL="0" indent="0">
              <a:buNone/>
              <a:defRPr sz="1100">
                <a:solidFill>
                  <a:schemeClr val="tx1"/>
                </a:solidFill>
                <a:latin typeface="+mj-lt"/>
              </a:defRPr>
            </a:lvl1pPr>
          </a:lstStyle>
          <a:p>
            <a:pPr lvl="0"/>
            <a:r>
              <a:rPr lang="en-US"/>
              <a:t>TITLE </a:t>
            </a:r>
          </a:p>
        </p:txBody>
      </p:sp>
      <p:sp>
        <p:nvSpPr>
          <p:cNvPr id="7" name="Text Placeholder 19">
            <a:extLst>
              <a:ext uri="{FF2B5EF4-FFF2-40B4-BE49-F238E27FC236}">
                <a16:creationId xmlns:a16="http://schemas.microsoft.com/office/drawing/2014/main" id="{083C0D40-C0E5-39F1-0C9C-6DC05F27A8D6}"/>
              </a:ext>
            </a:extLst>
          </p:cNvPr>
          <p:cNvSpPr>
            <a:spLocks noGrp="1"/>
          </p:cNvSpPr>
          <p:nvPr>
            <p:ph type="body" sz="quarter" idx="18" hasCustomPrompt="1"/>
          </p:nvPr>
        </p:nvSpPr>
        <p:spPr>
          <a:xfrm>
            <a:off x="4782698" y="1650856"/>
            <a:ext cx="3629865" cy="2752567"/>
          </a:xfrm>
          <a:prstGeom prst="rect">
            <a:avLst/>
          </a:prstGeom>
        </p:spPr>
        <p:txBody>
          <a:bodyPr lIns="0" tIns="0" rIns="0" bIns="0">
            <a:noAutofit/>
          </a:bodyPr>
          <a:lstStyle>
            <a:lvl1pPr marL="0" indent="0">
              <a:lnSpc>
                <a:spcPct val="120000"/>
              </a:lnSpc>
              <a:spcBef>
                <a:spcPts val="0"/>
              </a:spcBef>
              <a:spcAft>
                <a:spcPts val="600"/>
              </a:spcAft>
              <a:buNone/>
              <a:defRPr sz="900">
                <a:solidFill>
                  <a:schemeClr val="tx1"/>
                </a:solidFill>
              </a:defRPr>
            </a:lvl1pPr>
          </a:lstStyle>
          <a:p>
            <a:pPr lvl="0"/>
            <a:r>
              <a:rPr lang="en-US"/>
              <a:t>text</a:t>
            </a:r>
          </a:p>
        </p:txBody>
      </p:sp>
    </p:spTree>
    <p:extLst>
      <p:ext uri="{BB962C8B-B14F-4D97-AF65-F5344CB8AC3E}">
        <p14:creationId xmlns:p14="http://schemas.microsoft.com/office/powerpoint/2010/main" val="3956677038"/>
      </p:ext>
    </p:extLst>
  </p:cSld>
  <p:clrMapOvr>
    <a:masterClrMapping/>
  </p:clrMapOvr>
  <p:transition spd="med"/>
</p:sldLayout>
</file>

<file path=ppt/slideLayouts/slideLayout154.xml><?xml version="1.0" encoding="utf-8"?>
<p:sldLayout xmlns:a="http://schemas.openxmlformats.org/drawingml/2006/main" xmlns:r="http://schemas.openxmlformats.org/officeDocument/2006/relationships" xmlns:p="http://schemas.openxmlformats.org/presentationml/2006/main" showMasterSp="0" preserve="1" userDrawn="1">
  <p:cSld name="3 column title, text - shape">
    <p:bg>
      <p:bgPr>
        <a:solidFill>
          <a:srgbClr val="FDFAF2"/>
        </a:solidFill>
        <a:effectLst/>
      </p:bgPr>
    </p:bg>
    <p:spTree>
      <p:nvGrpSpPr>
        <p:cNvPr id="1" name=""/>
        <p:cNvGrpSpPr/>
        <p:nvPr/>
      </p:nvGrpSpPr>
      <p:grpSpPr>
        <a:xfrm>
          <a:off x="0" y="0"/>
          <a:ext cx="0" cy="0"/>
          <a:chOff x="0" y="0"/>
          <a:chExt cx="0" cy="0"/>
        </a:xfrm>
      </p:grpSpPr>
      <p:sp>
        <p:nvSpPr>
          <p:cNvPr id="184" name="Slide Number"/>
          <p:cNvSpPr txBox="1">
            <a:spLocks noGrp="1"/>
          </p:cNvSpPr>
          <p:nvPr>
            <p:ph type="sldNum" sz="quarter" idx="2"/>
          </p:nvPr>
        </p:nvSpPr>
        <p:spPr>
          <a:prstGeom prst="rect">
            <a:avLst/>
          </a:prstGeom>
        </p:spPr>
        <p:txBody>
          <a:bodyPr/>
          <a:lstStyle>
            <a:lvl1pPr>
              <a:defRPr>
                <a:solidFill>
                  <a:schemeClr val="tx1"/>
                </a:solidFill>
              </a:defRPr>
            </a:lvl1pPr>
          </a:lstStyle>
          <a:p>
            <a:fld id="{86CB4B4D-7CA3-9044-876B-883B54F8677D}" type="slidenum">
              <a:rPr lang="en-GB" smtClean="0"/>
              <a:pPr/>
              <a:t>‹#›</a:t>
            </a:fld>
            <a:endParaRPr lang="en-GB"/>
          </a:p>
        </p:txBody>
      </p:sp>
      <p:pic>
        <p:nvPicPr>
          <p:cNvPr id="9" name="CGC logo.png" descr="CGC logo.png">
            <a:extLst>
              <a:ext uri="{FF2B5EF4-FFF2-40B4-BE49-F238E27FC236}">
                <a16:creationId xmlns:a16="http://schemas.microsoft.com/office/drawing/2014/main" id="{F5D0896A-85F3-2FA7-58ED-F35C784639C4}"/>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285750" y="285750"/>
            <a:ext cx="1152525" cy="199894"/>
          </a:xfrm>
          <a:prstGeom prst="rect">
            <a:avLst/>
          </a:prstGeom>
          <a:ln w="12700">
            <a:miter lim="400000"/>
          </a:ln>
        </p:spPr>
      </p:pic>
      <p:sp>
        <p:nvSpPr>
          <p:cNvPr id="10" name="Text Placeholder 14">
            <a:extLst>
              <a:ext uri="{FF2B5EF4-FFF2-40B4-BE49-F238E27FC236}">
                <a16:creationId xmlns:a16="http://schemas.microsoft.com/office/drawing/2014/main" id="{C27AA178-17F0-961D-039E-91F1D0A82817}"/>
              </a:ext>
            </a:extLst>
          </p:cNvPr>
          <p:cNvSpPr>
            <a:spLocks noGrp="1"/>
          </p:cNvSpPr>
          <p:nvPr>
            <p:ph type="body" sz="quarter" idx="11" hasCustomPrompt="1"/>
          </p:nvPr>
        </p:nvSpPr>
        <p:spPr>
          <a:xfrm>
            <a:off x="626425" y="1075402"/>
            <a:ext cx="3326488" cy="342900"/>
          </a:xfrm>
          <a:prstGeom prst="rect">
            <a:avLst/>
          </a:prstGeom>
        </p:spPr>
        <p:txBody>
          <a:bodyPr lIns="0" tIns="0" rIns="0" bIns="0">
            <a:noAutofit/>
          </a:bodyPr>
          <a:lstStyle>
            <a:lvl1pPr marL="0" marR="0" indent="0" algn="l" defTabSz="219075" rtl="0" eaLnBrk="1" fontAlgn="auto" latinLnBrk="0" hangingPunct="1">
              <a:lnSpc>
                <a:spcPct val="100000"/>
              </a:lnSpc>
              <a:spcBef>
                <a:spcPts val="900"/>
              </a:spcBef>
              <a:spcAft>
                <a:spcPts val="0"/>
              </a:spcAft>
              <a:buClr>
                <a:srgbClr val="57BEF0"/>
              </a:buClr>
              <a:buSzPct val="250000"/>
              <a:buFontTx/>
              <a:buNone/>
              <a:tabLst/>
              <a:defRPr sz="1850">
                <a:solidFill>
                  <a:schemeClr val="tx1"/>
                </a:solidFill>
                <a:latin typeface="+mj-lt"/>
              </a:defRPr>
            </a:lvl1pPr>
          </a:lstStyle>
          <a:p>
            <a:pPr marL="0" marR="0" lvl="0" indent="0" algn="l" defTabSz="219075" rtl="0" eaLnBrk="1" fontAlgn="auto" latinLnBrk="0" hangingPunct="1">
              <a:lnSpc>
                <a:spcPct val="100000"/>
              </a:lnSpc>
              <a:spcBef>
                <a:spcPts val="900"/>
              </a:spcBef>
              <a:spcAft>
                <a:spcPts val="0"/>
              </a:spcAft>
              <a:buClr>
                <a:srgbClr val="57BEF0"/>
              </a:buClr>
              <a:buSzPct val="250000"/>
              <a:buFontTx/>
              <a:buNone/>
              <a:tabLst/>
              <a:defRPr/>
            </a:pPr>
            <a:r>
              <a:rPr lang="en-US"/>
              <a:t>TITLE</a:t>
            </a:r>
          </a:p>
        </p:txBody>
      </p:sp>
      <p:pic>
        <p:nvPicPr>
          <p:cNvPr id="2" name="Rectangle 355-3.svg" descr="Rectangle 355-3.svg">
            <a:extLst>
              <a:ext uri="{FF2B5EF4-FFF2-40B4-BE49-F238E27FC236}">
                <a16:creationId xmlns:a16="http://schemas.microsoft.com/office/drawing/2014/main" id="{661ADE1F-0D37-3726-A69B-9F0A8E41392D}"/>
              </a:ext>
            </a:extLst>
          </p:cNvPr>
          <p:cNvPicPr>
            <a:picLocks noChangeAspect="1"/>
          </p:cNvPicPr>
          <p:nvPr userDrawn="1"/>
        </p:nvPicPr>
        <p:blipFill>
          <a:blip r:embed="rId3" cstate="hqprint">
            <a:extLst>
              <a:ext uri="{28A0092B-C50C-407E-A947-70E740481C1C}">
                <a14:useLocalDpi xmlns:a14="http://schemas.microsoft.com/office/drawing/2010/main"/>
              </a:ext>
            </a:extLst>
          </a:blip>
          <a:srcRect/>
          <a:stretch>
            <a:fillRect/>
          </a:stretch>
        </p:blipFill>
        <p:spPr>
          <a:xfrm>
            <a:off x="4717427" y="0"/>
            <a:ext cx="4426574" cy="1588124"/>
          </a:xfrm>
          <a:prstGeom prst="rect">
            <a:avLst/>
          </a:prstGeom>
          <a:ln w="12700">
            <a:miter lim="400000"/>
          </a:ln>
        </p:spPr>
      </p:pic>
      <p:sp>
        <p:nvSpPr>
          <p:cNvPr id="4" name="Text Placeholder 19">
            <a:extLst>
              <a:ext uri="{FF2B5EF4-FFF2-40B4-BE49-F238E27FC236}">
                <a16:creationId xmlns:a16="http://schemas.microsoft.com/office/drawing/2014/main" id="{58D17ED4-F3E6-50AE-3B5B-289840C463DB}"/>
              </a:ext>
            </a:extLst>
          </p:cNvPr>
          <p:cNvSpPr>
            <a:spLocks noGrp="1"/>
          </p:cNvSpPr>
          <p:nvPr>
            <p:ph type="body" sz="quarter" idx="20" hasCustomPrompt="1"/>
          </p:nvPr>
        </p:nvSpPr>
        <p:spPr>
          <a:xfrm>
            <a:off x="626423" y="1769935"/>
            <a:ext cx="2486209" cy="2118977"/>
          </a:xfrm>
          <a:prstGeom prst="rect">
            <a:avLst/>
          </a:prstGeom>
        </p:spPr>
        <p:txBody>
          <a:bodyPr lIns="0" tIns="0" rIns="0" bIns="0">
            <a:noAutofit/>
          </a:bodyPr>
          <a:lstStyle>
            <a:lvl1pPr marL="0" indent="0">
              <a:lnSpc>
                <a:spcPct val="120000"/>
              </a:lnSpc>
              <a:spcBef>
                <a:spcPts val="0"/>
              </a:spcBef>
              <a:spcAft>
                <a:spcPts val="600"/>
              </a:spcAft>
              <a:buNone/>
              <a:defRPr sz="900">
                <a:solidFill>
                  <a:schemeClr val="tx1"/>
                </a:solidFill>
              </a:defRPr>
            </a:lvl1pPr>
          </a:lstStyle>
          <a:p>
            <a:pPr lvl="0"/>
            <a:r>
              <a:rPr lang="en-US"/>
              <a:t>text</a:t>
            </a:r>
          </a:p>
        </p:txBody>
      </p:sp>
      <p:sp>
        <p:nvSpPr>
          <p:cNvPr id="6" name="Text Placeholder 19">
            <a:extLst>
              <a:ext uri="{FF2B5EF4-FFF2-40B4-BE49-F238E27FC236}">
                <a16:creationId xmlns:a16="http://schemas.microsoft.com/office/drawing/2014/main" id="{25A0468A-373B-677D-D546-AE234165BC0F}"/>
              </a:ext>
            </a:extLst>
          </p:cNvPr>
          <p:cNvSpPr>
            <a:spLocks noGrp="1"/>
          </p:cNvSpPr>
          <p:nvPr>
            <p:ph type="body" sz="quarter" idx="21" hasCustomPrompt="1"/>
          </p:nvPr>
        </p:nvSpPr>
        <p:spPr>
          <a:xfrm>
            <a:off x="3479982" y="1769935"/>
            <a:ext cx="2486209" cy="2118977"/>
          </a:xfrm>
          <a:prstGeom prst="rect">
            <a:avLst/>
          </a:prstGeom>
        </p:spPr>
        <p:txBody>
          <a:bodyPr lIns="0" tIns="0" rIns="0" bIns="0">
            <a:noAutofit/>
          </a:bodyPr>
          <a:lstStyle>
            <a:lvl1pPr marL="0" indent="0">
              <a:lnSpc>
                <a:spcPct val="120000"/>
              </a:lnSpc>
              <a:spcBef>
                <a:spcPts val="0"/>
              </a:spcBef>
              <a:spcAft>
                <a:spcPts val="600"/>
              </a:spcAft>
              <a:buNone/>
              <a:defRPr sz="900">
                <a:solidFill>
                  <a:schemeClr val="tx1"/>
                </a:solidFill>
              </a:defRPr>
            </a:lvl1pPr>
          </a:lstStyle>
          <a:p>
            <a:pPr lvl="0"/>
            <a:r>
              <a:rPr lang="en-US"/>
              <a:t>text</a:t>
            </a:r>
          </a:p>
        </p:txBody>
      </p:sp>
      <p:sp>
        <p:nvSpPr>
          <p:cNvPr id="8" name="Text Placeholder 19">
            <a:extLst>
              <a:ext uri="{FF2B5EF4-FFF2-40B4-BE49-F238E27FC236}">
                <a16:creationId xmlns:a16="http://schemas.microsoft.com/office/drawing/2014/main" id="{E0CFB8EE-72BA-1124-C6A1-18E5C11C2BE4}"/>
              </a:ext>
            </a:extLst>
          </p:cNvPr>
          <p:cNvSpPr>
            <a:spLocks noGrp="1"/>
          </p:cNvSpPr>
          <p:nvPr>
            <p:ph type="body" sz="quarter" idx="22" hasCustomPrompt="1"/>
          </p:nvPr>
        </p:nvSpPr>
        <p:spPr>
          <a:xfrm>
            <a:off x="6333541" y="1769935"/>
            <a:ext cx="2486209" cy="2118977"/>
          </a:xfrm>
          <a:prstGeom prst="rect">
            <a:avLst/>
          </a:prstGeom>
        </p:spPr>
        <p:txBody>
          <a:bodyPr lIns="0" tIns="0" rIns="0" bIns="0">
            <a:noAutofit/>
          </a:bodyPr>
          <a:lstStyle>
            <a:lvl1pPr marL="0" indent="0">
              <a:lnSpc>
                <a:spcPct val="120000"/>
              </a:lnSpc>
              <a:spcBef>
                <a:spcPts val="0"/>
              </a:spcBef>
              <a:spcAft>
                <a:spcPts val="600"/>
              </a:spcAft>
              <a:buNone/>
              <a:defRPr sz="900">
                <a:solidFill>
                  <a:schemeClr val="tx1"/>
                </a:solidFill>
              </a:defRPr>
            </a:lvl1pPr>
          </a:lstStyle>
          <a:p>
            <a:pPr lvl="0"/>
            <a:r>
              <a:rPr lang="en-US"/>
              <a:t>text</a:t>
            </a:r>
          </a:p>
        </p:txBody>
      </p:sp>
    </p:spTree>
    <p:extLst>
      <p:ext uri="{BB962C8B-B14F-4D97-AF65-F5344CB8AC3E}">
        <p14:creationId xmlns:p14="http://schemas.microsoft.com/office/powerpoint/2010/main" val="1650014535"/>
      </p:ext>
    </p:extLst>
  </p:cSld>
  <p:clrMapOvr>
    <a:masterClrMapping/>
  </p:clrMapOvr>
  <p:transition spd="med"/>
</p:sldLayout>
</file>

<file path=ppt/slideLayouts/slideLayout155.xml><?xml version="1.0" encoding="utf-8"?>
<p:sldLayout xmlns:a="http://schemas.openxmlformats.org/drawingml/2006/main" xmlns:r="http://schemas.openxmlformats.org/officeDocument/2006/relationships" xmlns:p="http://schemas.openxmlformats.org/presentationml/2006/main" showMasterSp="0" preserve="1" userDrawn="1">
  <p:cSld name="1_3 column title, text">
    <p:bg>
      <p:bgPr>
        <a:solidFill>
          <a:srgbClr val="FDFAF2"/>
        </a:solidFill>
        <a:effectLst/>
      </p:bgPr>
    </p:bg>
    <p:spTree>
      <p:nvGrpSpPr>
        <p:cNvPr id="1" name=""/>
        <p:cNvGrpSpPr/>
        <p:nvPr/>
      </p:nvGrpSpPr>
      <p:grpSpPr>
        <a:xfrm>
          <a:off x="0" y="0"/>
          <a:ext cx="0" cy="0"/>
          <a:chOff x="0" y="0"/>
          <a:chExt cx="0" cy="0"/>
        </a:xfrm>
      </p:grpSpPr>
      <p:pic>
        <p:nvPicPr>
          <p:cNvPr id="9" name="CGC logo.png" descr="CGC logo.png">
            <a:extLst>
              <a:ext uri="{FF2B5EF4-FFF2-40B4-BE49-F238E27FC236}">
                <a16:creationId xmlns:a16="http://schemas.microsoft.com/office/drawing/2014/main" id="{F5D0896A-85F3-2FA7-58ED-F35C784639C4}"/>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285750" y="285750"/>
            <a:ext cx="1152525" cy="199894"/>
          </a:xfrm>
          <a:prstGeom prst="rect">
            <a:avLst/>
          </a:prstGeom>
          <a:ln w="12700">
            <a:miter lim="400000"/>
          </a:ln>
        </p:spPr>
      </p:pic>
      <p:sp>
        <p:nvSpPr>
          <p:cNvPr id="10" name="Text Placeholder 14">
            <a:extLst>
              <a:ext uri="{FF2B5EF4-FFF2-40B4-BE49-F238E27FC236}">
                <a16:creationId xmlns:a16="http://schemas.microsoft.com/office/drawing/2014/main" id="{C27AA178-17F0-961D-039E-91F1D0A82817}"/>
              </a:ext>
            </a:extLst>
          </p:cNvPr>
          <p:cNvSpPr>
            <a:spLocks noGrp="1"/>
          </p:cNvSpPr>
          <p:nvPr>
            <p:ph type="body" sz="quarter" idx="11" hasCustomPrompt="1"/>
          </p:nvPr>
        </p:nvSpPr>
        <p:spPr>
          <a:xfrm>
            <a:off x="645675" y="861205"/>
            <a:ext cx="3326488" cy="342900"/>
          </a:xfrm>
          <a:prstGeom prst="rect">
            <a:avLst/>
          </a:prstGeom>
        </p:spPr>
        <p:txBody>
          <a:bodyPr lIns="0" tIns="0" rIns="0" bIns="0">
            <a:noAutofit/>
          </a:bodyPr>
          <a:lstStyle>
            <a:lvl1pPr marL="0" marR="0" indent="0" algn="l" defTabSz="219075" rtl="0" eaLnBrk="1" fontAlgn="auto" latinLnBrk="0" hangingPunct="1">
              <a:lnSpc>
                <a:spcPct val="100000"/>
              </a:lnSpc>
              <a:spcBef>
                <a:spcPts val="900"/>
              </a:spcBef>
              <a:spcAft>
                <a:spcPts val="0"/>
              </a:spcAft>
              <a:buClr>
                <a:srgbClr val="57BEF0"/>
              </a:buClr>
              <a:buSzPct val="250000"/>
              <a:buFontTx/>
              <a:buNone/>
              <a:tabLst/>
              <a:defRPr sz="1850">
                <a:solidFill>
                  <a:schemeClr val="tx1"/>
                </a:solidFill>
                <a:latin typeface="+mj-lt"/>
              </a:defRPr>
            </a:lvl1pPr>
          </a:lstStyle>
          <a:p>
            <a:pPr marL="0" marR="0" lvl="0" indent="0" algn="l" defTabSz="219075" rtl="0" eaLnBrk="1" fontAlgn="auto" latinLnBrk="0" hangingPunct="1">
              <a:lnSpc>
                <a:spcPct val="100000"/>
              </a:lnSpc>
              <a:spcBef>
                <a:spcPts val="900"/>
              </a:spcBef>
              <a:spcAft>
                <a:spcPts val="0"/>
              </a:spcAft>
              <a:buClr>
                <a:srgbClr val="57BEF0"/>
              </a:buClr>
              <a:buSzPct val="250000"/>
              <a:buFontTx/>
              <a:buNone/>
              <a:tabLst/>
              <a:defRPr/>
            </a:pPr>
            <a:r>
              <a:rPr lang="en-US"/>
              <a:t>TITLE</a:t>
            </a:r>
          </a:p>
        </p:txBody>
      </p:sp>
      <p:sp>
        <p:nvSpPr>
          <p:cNvPr id="4" name="Text Placeholder 19">
            <a:extLst>
              <a:ext uri="{FF2B5EF4-FFF2-40B4-BE49-F238E27FC236}">
                <a16:creationId xmlns:a16="http://schemas.microsoft.com/office/drawing/2014/main" id="{58D17ED4-F3E6-50AE-3B5B-289840C463DB}"/>
              </a:ext>
            </a:extLst>
          </p:cNvPr>
          <p:cNvSpPr>
            <a:spLocks noGrp="1"/>
          </p:cNvSpPr>
          <p:nvPr>
            <p:ph type="body" sz="quarter" idx="20" hasCustomPrompt="1"/>
          </p:nvPr>
        </p:nvSpPr>
        <p:spPr>
          <a:xfrm>
            <a:off x="645673" y="1386138"/>
            <a:ext cx="2486209" cy="3416725"/>
          </a:xfrm>
          <a:prstGeom prst="rect">
            <a:avLst/>
          </a:prstGeom>
        </p:spPr>
        <p:txBody>
          <a:bodyPr lIns="0" tIns="0" rIns="0" bIns="0">
            <a:noAutofit/>
          </a:bodyPr>
          <a:lstStyle>
            <a:lvl1pPr marL="0" indent="0">
              <a:lnSpc>
                <a:spcPct val="120000"/>
              </a:lnSpc>
              <a:spcBef>
                <a:spcPts val="0"/>
              </a:spcBef>
              <a:spcAft>
                <a:spcPts val="600"/>
              </a:spcAft>
              <a:buNone/>
              <a:defRPr sz="900">
                <a:solidFill>
                  <a:schemeClr val="tx1"/>
                </a:solidFill>
              </a:defRPr>
            </a:lvl1pPr>
          </a:lstStyle>
          <a:p>
            <a:pPr lvl="0"/>
            <a:r>
              <a:rPr lang="en-US"/>
              <a:t>text</a:t>
            </a:r>
          </a:p>
        </p:txBody>
      </p:sp>
      <p:sp>
        <p:nvSpPr>
          <p:cNvPr id="6" name="Text Placeholder 19">
            <a:extLst>
              <a:ext uri="{FF2B5EF4-FFF2-40B4-BE49-F238E27FC236}">
                <a16:creationId xmlns:a16="http://schemas.microsoft.com/office/drawing/2014/main" id="{25A0468A-373B-677D-D546-AE234165BC0F}"/>
              </a:ext>
            </a:extLst>
          </p:cNvPr>
          <p:cNvSpPr>
            <a:spLocks noGrp="1"/>
          </p:cNvSpPr>
          <p:nvPr>
            <p:ph type="body" sz="quarter" idx="21" hasCustomPrompt="1"/>
          </p:nvPr>
        </p:nvSpPr>
        <p:spPr>
          <a:xfrm>
            <a:off x="3499232" y="1386138"/>
            <a:ext cx="2486209" cy="3416725"/>
          </a:xfrm>
          <a:prstGeom prst="rect">
            <a:avLst/>
          </a:prstGeom>
        </p:spPr>
        <p:txBody>
          <a:bodyPr lIns="0" tIns="0" rIns="0" bIns="0">
            <a:noAutofit/>
          </a:bodyPr>
          <a:lstStyle>
            <a:lvl1pPr marL="0" indent="0">
              <a:lnSpc>
                <a:spcPct val="120000"/>
              </a:lnSpc>
              <a:spcBef>
                <a:spcPts val="0"/>
              </a:spcBef>
              <a:spcAft>
                <a:spcPts val="600"/>
              </a:spcAft>
              <a:buNone/>
              <a:defRPr sz="900">
                <a:solidFill>
                  <a:schemeClr val="tx1"/>
                </a:solidFill>
              </a:defRPr>
            </a:lvl1pPr>
          </a:lstStyle>
          <a:p>
            <a:pPr lvl="0"/>
            <a:r>
              <a:rPr lang="en-US"/>
              <a:t>text</a:t>
            </a:r>
          </a:p>
        </p:txBody>
      </p:sp>
      <p:sp>
        <p:nvSpPr>
          <p:cNvPr id="8" name="Text Placeholder 19">
            <a:extLst>
              <a:ext uri="{FF2B5EF4-FFF2-40B4-BE49-F238E27FC236}">
                <a16:creationId xmlns:a16="http://schemas.microsoft.com/office/drawing/2014/main" id="{E0CFB8EE-72BA-1124-C6A1-18E5C11C2BE4}"/>
              </a:ext>
            </a:extLst>
          </p:cNvPr>
          <p:cNvSpPr>
            <a:spLocks noGrp="1"/>
          </p:cNvSpPr>
          <p:nvPr>
            <p:ph type="body" sz="quarter" idx="22" hasCustomPrompt="1"/>
          </p:nvPr>
        </p:nvSpPr>
        <p:spPr>
          <a:xfrm>
            <a:off x="6352791" y="1386138"/>
            <a:ext cx="2486209" cy="3416725"/>
          </a:xfrm>
          <a:prstGeom prst="rect">
            <a:avLst/>
          </a:prstGeom>
        </p:spPr>
        <p:txBody>
          <a:bodyPr lIns="0" tIns="0" rIns="0" bIns="0">
            <a:noAutofit/>
          </a:bodyPr>
          <a:lstStyle>
            <a:lvl1pPr marL="0" indent="0">
              <a:lnSpc>
                <a:spcPct val="120000"/>
              </a:lnSpc>
              <a:spcBef>
                <a:spcPts val="0"/>
              </a:spcBef>
              <a:spcAft>
                <a:spcPts val="600"/>
              </a:spcAft>
              <a:buNone/>
              <a:defRPr sz="900">
                <a:solidFill>
                  <a:schemeClr val="tx1"/>
                </a:solidFill>
              </a:defRPr>
            </a:lvl1pPr>
          </a:lstStyle>
          <a:p>
            <a:pPr lvl="0"/>
            <a:r>
              <a:rPr lang="en-US"/>
              <a:t>text</a:t>
            </a:r>
          </a:p>
        </p:txBody>
      </p:sp>
      <p:sp>
        <p:nvSpPr>
          <p:cNvPr id="7" name="Slide Number">
            <a:extLst>
              <a:ext uri="{FF2B5EF4-FFF2-40B4-BE49-F238E27FC236}">
                <a16:creationId xmlns:a16="http://schemas.microsoft.com/office/drawing/2014/main" id="{628A358E-6216-60F6-1C38-7476396563FD}"/>
              </a:ext>
            </a:extLst>
          </p:cNvPr>
          <p:cNvSpPr txBox="1">
            <a:spLocks noGrp="1"/>
          </p:cNvSpPr>
          <p:nvPr>
            <p:ph type="sldNum" sz="quarter" idx="2"/>
          </p:nvPr>
        </p:nvSpPr>
        <p:spPr>
          <a:xfrm>
            <a:off x="8858250" y="4842465"/>
            <a:ext cx="208390" cy="218073"/>
          </a:xfrm>
          <a:prstGeom prst="rect">
            <a:avLst/>
          </a:prstGeom>
        </p:spPr>
        <p:txBody>
          <a:bodyPr/>
          <a:lstStyle>
            <a:lvl1pPr>
              <a:defRPr>
                <a:solidFill>
                  <a:schemeClr val="tx1"/>
                </a:solidFill>
              </a:defRPr>
            </a:lvl1pPr>
          </a:lstStyle>
          <a:p>
            <a:fld id="{86CB4B4D-7CA3-9044-876B-883B54F8677D}" type="slidenum">
              <a:rPr lang="en-GB" smtClean="0"/>
              <a:pPr/>
              <a:t>‹#›</a:t>
            </a:fld>
            <a:endParaRPr lang="en-GB"/>
          </a:p>
        </p:txBody>
      </p:sp>
    </p:spTree>
    <p:extLst>
      <p:ext uri="{BB962C8B-B14F-4D97-AF65-F5344CB8AC3E}">
        <p14:creationId xmlns:p14="http://schemas.microsoft.com/office/powerpoint/2010/main" val="2218180285"/>
      </p:ext>
    </p:extLst>
  </p:cSld>
  <p:clrMapOvr>
    <a:masterClrMapping/>
  </p:clrMapOvr>
  <p:transition spd="med"/>
</p:sldLayout>
</file>

<file path=ppt/slideLayouts/slideLayout156.xml><?xml version="1.0" encoding="utf-8"?>
<p:sldLayout xmlns:a="http://schemas.openxmlformats.org/drawingml/2006/main" xmlns:r="http://schemas.openxmlformats.org/officeDocument/2006/relationships" xmlns:p="http://schemas.openxmlformats.org/presentationml/2006/main" showMasterSp="0" preserve="1" userDrawn="1">
  <p:cSld name="2 column title, text - long">
    <p:bg>
      <p:bgPr>
        <a:solidFill>
          <a:srgbClr val="FDFAF2"/>
        </a:solidFill>
        <a:effectLst/>
      </p:bgPr>
    </p:bg>
    <p:spTree>
      <p:nvGrpSpPr>
        <p:cNvPr id="1" name=""/>
        <p:cNvGrpSpPr/>
        <p:nvPr/>
      </p:nvGrpSpPr>
      <p:grpSpPr>
        <a:xfrm>
          <a:off x="0" y="0"/>
          <a:ext cx="0" cy="0"/>
          <a:chOff x="0" y="0"/>
          <a:chExt cx="0" cy="0"/>
        </a:xfrm>
      </p:grpSpPr>
      <p:sp>
        <p:nvSpPr>
          <p:cNvPr id="184" name="Slide Number"/>
          <p:cNvSpPr txBox="1">
            <a:spLocks noGrp="1"/>
          </p:cNvSpPr>
          <p:nvPr>
            <p:ph type="sldNum" sz="quarter" idx="2"/>
          </p:nvPr>
        </p:nvSpPr>
        <p:spPr>
          <a:prstGeom prst="rect">
            <a:avLst/>
          </a:prstGeom>
        </p:spPr>
        <p:txBody>
          <a:bodyPr/>
          <a:lstStyle>
            <a:lvl1pPr>
              <a:defRPr>
                <a:solidFill>
                  <a:schemeClr val="tx1"/>
                </a:solidFill>
              </a:defRPr>
            </a:lvl1pPr>
          </a:lstStyle>
          <a:p>
            <a:fld id="{86CB4B4D-7CA3-9044-876B-883B54F8677D}" type="slidenum">
              <a:rPr lang="en-GB" smtClean="0"/>
              <a:pPr/>
              <a:t>‹#›</a:t>
            </a:fld>
            <a:endParaRPr lang="en-GB"/>
          </a:p>
        </p:txBody>
      </p:sp>
      <p:pic>
        <p:nvPicPr>
          <p:cNvPr id="9" name="CGC logo.png" descr="CGC logo.png">
            <a:extLst>
              <a:ext uri="{FF2B5EF4-FFF2-40B4-BE49-F238E27FC236}">
                <a16:creationId xmlns:a16="http://schemas.microsoft.com/office/drawing/2014/main" id="{F5D0896A-85F3-2FA7-58ED-F35C784639C4}"/>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285750" y="285750"/>
            <a:ext cx="1152525" cy="199894"/>
          </a:xfrm>
          <a:prstGeom prst="rect">
            <a:avLst/>
          </a:prstGeom>
          <a:ln w="12700">
            <a:miter lim="400000"/>
          </a:ln>
        </p:spPr>
      </p:pic>
      <p:sp>
        <p:nvSpPr>
          <p:cNvPr id="10" name="Text Placeholder 14">
            <a:extLst>
              <a:ext uri="{FF2B5EF4-FFF2-40B4-BE49-F238E27FC236}">
                <a16:creationId xmlns:a16="http://schemas.microsoft.com/office/drawing/2014/main" id="{C27AA178-17F0-961D-039E-91F1D0A82817}"/>
              </a:ext>
            </a:extLst>
          </p:cNvPr>
          <p:cNvSpPr>
            <a:spLocks noGrp="1"/>
          </p:cNvSpPr>
          <p:nvPr>
            <p:ph type="body" sz="quarter" idx="11" hasCustomPrompt="1"/>
          </p:nvPr>
        </p:nvSpPr>
        <p:spPr>
          <a:xfrm>
            <a:off x="653877" y="868871"/>
            <a:ext cx="3326488" cy="342900"/>
          </a:xfrm>
          <a:prstGeom prst="rect">
            <a:avLst/>
          </a:prstGeom>
        </p:spPr>
        <p:txBody>
          <a:bodyPr lIns="0" tIns="0" rIns="0" bIns="0">
            <a:noAutofit/>
          </a:bodyPr>
          <a:lstStyle>
            <a:lvl1pPr marL="0" marR="0" indent="0" algn="l" defTabSz="219075" rtl="0" eaLnBrk="1" fontAlgn="auto" latinLnBrk="0" hangingPunct="1">
              <a:lnSpc>
                <a:spcPct val="100000"/>
              </a:lnSpc>
              <a:spcBef>
                <a:spcPts val="900"/>
              </a:spcBef>
              <a:spcAft>
                <a:spcPts val="0"/>
              </a:spcAft>
              <a:buClr>
                <a:srgbClr val="57BEF0"/>
              </a:buClr>
              <a:buSzPct val="250000"/>
              <a:buFontTx/>
              <a:buNone/>
              <a:tabLst/>
              <a:defRPr sz="1850">
                <a:solidFill>
                  <a:schemeClr val="tx1"/>
                </a:solidFill>
                <a:latin typeface="+mj-lt"/>
              </a:defRPr>
            </a:lvl1pPr>
          </a:lstStyle>
          <a:p>
            <a:pPr marL="0" marR="0" lvl="0" indent="0" algn="l" defTabSz="219075" rtl="0" eaLnBrk="1" fontAlgn="auto" latinLnBrk="0" hangingPunct="1">
              <a:lnSpc>
                <a:spcPct val="100000"/>
              </a:lnSpc>
              <a:spcBef>
                <a:spcPts val="900"/>
              </a:spcBef>
              <a:spcAft>
                <a:spcPts val="0"/>
              </a:spcAft>
              <a:buClr>
                <a:srgbClr val="57BEF0"/>
              </a:buClr>
              <a:buSzPct val="250000"/>
              <a:buFontTx/>
              <a:buNone/>
              <a:tabLst/>
              <a:defRPr/>
            </a:pPr>
            <a:r>
              <a:rPr lang="en-US"/>
              <a:t>TITLE</a:t>
            </a:r>
          </a:p>
        </p:txBody>
      </p:sp>
      <p:sp>
        <p:nvSpPr>
          <p:cNvPr id="14" name="Text Placeholder 19">
            <a:extLst>
              <a:ext uri="{FF2B5EF4-FFF2-40B4-BE49-F238E27FC236}">
                <a16:creationId xmlns:a16="http://schemas.microsoft.com/office/drawing/2014/main" id="{40AC698F-4339-B95D-EF90-0BC4756572BA}"/>
              </a:ext>
            </a:extLst>
          </p:cNvPr>
          <p:cNvSpPr>
            <a:spLocks noGrp="1"/>
          </p:cNvSpPr>
          <p:nvPr>
            <p:ph type="body" sz="quarter" idx="13" hasCustomPrompt="1"/>
          </p:nvPr>
        </p:nvSpPr>
        <p:spPr>
          <a:xfrm>
            <a:off x="653875" y="1382468"/>
            <a:ext cx="3629865" cy="3228946"/>
          </a:xfrm>
          <a:prstGeom prst="rect">
            <a:avLst/>
          </a:prstGeom>
        </p:spPr>
        <p:txBody>
          <a:bodyPr lIns="0" tIns="0" rIns="0" bIns="0">
            <a:noAutofit/>
          </a:bodyPr>
          <a:lstStyle>
            <a:lvl1pPr marL="0" indent="0">
              <a:lnSpc>
                <a:spcPct val="120000"/>
              </a:lnSpc>
              <a:spcBef>
                <a:spcPts val="0"/>
              </a:spcBef>
              <a:spcAft>
                <a:spcPts val="600"/>
              </a:spcAft>
              <a:buNone/>
              <a:defRPr sz="900">
                <a:solidFill>
                  <a:schemeClr val="tx1"/>
                </a:solidFill>
              </a:defRPr>
            </a:lvl1pPr>
          </a:lstStyle>
          <a:p>
            <a:pPr lvl="0"/>
            <a:r>
              <a:rPr lang="en-US"/>
              <a:t>text</a:t>
            </a:r>
          </a:p>
        </p:txBody>
      </p:sp>
      <p:sp>
        <p:nvSpPr>
          <p:cNvPr id="7" name="Text Placeholder 19">
            <a:extLst>
              <a:ext uri="{FF2B5EF4-FFF2-40B4-BE49-F238E27FC236}">
                <a16:creationId xmlns:a16="http://schemas.microsoft.com/office/drawing/2014/main" id="{083C0D40-C0E5-39F1-0C9C-6DC05F27A8D6}"/>
              </a:ext>
            </a:extLst>
          </p:cNvPr>
          <p:cNvSpPr>
            <a:spLocks noGrp="1"/>
          </p:cNvSpPr>
          <p:nvPr>
            <p:ph type="body" sz="quarter" idx="18" hasCustomPrompt="1"/>
          </p:nvPr>
        </p:nvSpPr>
        <p:spPr>
          <a:xfrm>
            <a:off x="4792323" y="1382468"/>
            <a:ext cx="3629865" cy="3228946"/>
          </a:xfrm>
          <a:prstGeom prst="rect">
            <a:avLst/>
          </a:prstGeom>
        </p:spPr>
        <p:txBody>
          <a:bodyPr lIns="0" tIns="0" rIns="0" bIns="0">
            <a:noAutofit/>
          </a:bodyPr>
          <a:lstStyle>
            <a:lvl1pPr marL="0" indent="0">
              <a:lnSpc>
                <a:spcPct val="120000"/>
              </a:lnSpc>
              <a:spcBef>
                <a:spcPts val="0"/>
              </a:spcBef>
              <a:spcAft>
                <a:spcPts val="600"/>
              </a:spcAft>
              <a:buNone/>
              <a:defRPr sz="900">
                <a:solidFill>
                  <a:schemeClr val="tx1"/>
                </a:solidFill>
              </a:defRPr>
            </a:lvl1pPr>
          </a:lstStyle>
          <a:p>
            <a:pPr lvl="0"/>
            <a:r>
              <a:rPr lang="en-US"/>
              <a:t>text</a:t>
            </a:r>
          </a:p>
        </p:txBody>
      </p:sp>
    </p:spTree>
    <p:extLst>
      <p:ext uri="{BB962C8B-B14F-4D97-AF65-F5344CB8AC3E}">
        <p14:creationId xmlns:p14="http://schemas.microsoft.com/office/powerpoint/2010/main" val="2235361476"/>
      </p:ext>
    </p:extLst>
  </p:cSld>
  <p:clrMapOvr>
    <a:masterClrMapping/>
  </p:clrMapOvr>
  <p:transition spd="med"/>
</p:sldLayout>
</file>

<file path=ppt/slideLayouts/slideLayout157.xml><?xml version="1.0" encoding="utf-8"?>
<p:sldLayout xmlns:a="http://schemas.openxmlformats.org/drawingml/2006/main" xmlns:r="http://schemas.openxmlformats.org/officeDocument/2006/relationships" xmlns:p="http://schemas.openxmlformats.org/presentationml/2006/main" showMasterSp="0" preserve="1" userDrawn="1">
  <p:cSld name="Full screen photo">
    <p:bg>
      <p:bgPr>
        <a:solidFill>
          <a:srgbClr val="000000"/>
        </a:solidFill>
        <a:effectLst/>
      </p:bgPr>
    </p:bg>
    <p:spTree>
      <p:nvGrpSpPr>
        <p:cNvPr id="1" name=""/>
        <p:cNvGrpSpPr/>
        <p:nvPr/>
      </p:nvGrpSpPr>
      <p:grpSpPr>
        <a:xfrm>
          <a:off x="0" y="0"/>
          <a:ext cx="0" cy="0"/>
          <a:chOff x="0" y="0"/>
          <a:chExt cx="0" cy="0"/>
        </a:xfrm>
      </p:grpSpPr>
      <p:sp>
        <p:nvSpPr>
          <p:cNvPr id="176" name="A person’s lower body with blue trousers and green shoes on a yellow and pink floor"/>
          <p:cNvSpPr>
            <a:spLocks noGrp="1"/>
          </p:cNvSpPr>
          <p:nvPr>
            <p:ph type="pic" idx="21"/>
          </p:nvPr>
        </p:nvSpPr>
        <p:spPr>
          <a:xfrm>
            <a:off x="0" y="0"/>
            <a:ext cx="9144000" cy="5143500"/>
          </a:xfrm>
          <a:prstGeom prst="rect">
            <a:avLst/>
          </a:prstGeom>
        </p:spPr>
        <p:txBody>
          <a:bodyPr lIns="91439" tIns="45719" rIns="91439" bIns="45719">
            <a:noAutofit/>
          </a:bodyPr>
          <a:lstStyle/>
          <a:p>
            <a:endParaRPr/>
          </a:p>
        </p:txBody>
      </p:sp>
    </p:spTree>
    <p:extLst>
      <p:ext uri="{BB962C8B-B14F-4D97-AF65-F5344CB8AC3E}">
        <p14:creationId xmlns:p14="http://schemas.microsoft.com/office/powerpoint/2010/main" val="2724006709"/>
      </p:ext>
    </p:extLst>
  </p:cSld>
  <p:clrMapOvr>
    <a:masterClrMapping/>
  </p:clrMapOvr>
  <p:transition spd="med"/>
</p:sldLayout>
</file>

<file path=ppt/slideLayouts/slideLayout158.xml><?xml version="1.0" encoding="utf-8"?>
<p:sldLayout xmlns:a="http://schemas.openxmlformats.org/drawingml/2006/main" xmlns:r="http://schemas.openxmlformats.org/officeDocument/2006/relationships" xmlns:p="http://schemas.openxmlformats.org/presentationml/2006/main" showMasterSp="0" preserve="1" userDrawn="1">
  <p:cSld name="text left + image right - dark">
    <p:bg>
      <p:bgPr>
        <a:solidFill>
          <a:srgbClr val="0F2240"/>
        </a:solidFill>
        <a:effectLst/>
      </p:bgPr>
    </p:bg>
    <p:spTree>
      <p:nvGrpSpPr>
        <p:cNvPr id="1" name=""/>
        <p:cNvGrpSpPr/>
        <p:nvPr/>
      </p:nvGrpSpPr>
      <p:grpSpPr>
        <a:xfrm>
          <a:off x="0" y="0"/>
          <a:ext cx="0" cy="0"/>
          <a:chOff x="0" y="0"/>
          <a:chExt cx="0" cy="0"/>
        </a:xfrm>
      </p:grpSpPr>
      <p:sp>
        <p:nvSpPr>
          <p:cNvPr id="176" name="A person’s lower body with blue trousers and green shoes on a yellow and pink floor"/>
          <p:cNvSpPr>
            <a:spLocks noGrp="1"/>
          </p:cNvSpPr>
          <p:nvPr>
            <p:ph type="pic" idx="21"/>
          </p:nvPr>
        </p:nvSpPr>
        <p:spPr>
          <a:xfrm>
            <a:off x="5334000" y="0"/>
            <a:ext cx="3810000" cy="5143500"/>
          </a:xfrm>
          <a:prstGeom prst="rect">
            <a:avLst/>
          </a:prstGeom>
        </p:spPr>
        <p:txBody>
          <a:bodyPr lIns="91439" tIns="45719" rIns="91439" bIns="45719">
            <a:noAutofit/>
          </a:bodyPr>
          <a:lstStyle/>
          <a:p>
            <a:endParaRPr/>
          </a:p>
        </p:txBody>
      </p:sp>
      <p:sp>
        <p:nvSpPr>
          <p:cNvPr id="7" name="Text Placeholder 6">
            <a:extLst>
              <a:ext uri="{FF2B5EF4-FFF2-40B4-BE49-F238E27FC236}">
                <a16:creationId xmlns:a16="http://schemas.microsoft.com/office/drawing/2014/main" id="{C84412A7-28A0-3F6B-652E-9FDF592A77A6}"/>
              </a:ext>
            </a:extLst>
          </p:cNvPr>
          <p:cNvSpPr>
            <a:spLocks noGrp="1"/>
          </p:cNvSpPr>
          <p:nvPr>
            <p:ph type="body" sz="quarter" idx="22" hasCustomPrompt="1"/>
          </p:nvPr>
        </p:nvSpPr>
        <p:spPr>
          <a:xfrm>
            <a:off x="640080" y="2814321"/>
            <a:ext cx="3931920" cy="1254098"/>
          </a:xfrm>
          <a:prstGeom prst="rect">
            <a:avLst/>
          </a:prstGeom>
        </p:spPr>
        <p:txBody>
          <a:bodyPr lIns="0" tIns="0" rIns="0" bIns="0" anchor="b">
            <a:noAutofit/>
          </a:bodyPr>
          <a:lstStyle>
            <a:lvl1pPr marL="0" indent="0">
              <a:lnSpc>
                <a:spcPct val="60000"/>
              </a:lnSpc>
              <a:buNone/>
              <a:defRPr sz="4500">
                <a:solidFill>
                  <a:schemeClr val="bg1"/>
                </a:solidFill>
                <a:latin typeface="+mj-lt"/>
              </a:defRPr>
            </a:lvl1pPr>
          </a:lstStyle>
          <a:p>
            <a:pPr lvl="0"/>
            <a:r>
              <a:rPr lang="en-US"/>
              <a:t>TITLE</a:t>
            </a:r>
          </a:p>
        </p:txBody>
      </p:sp>
      <p:sp>
        <p:nvSpPr>
          <p:cNvPr id="15" name="Text Placeholder 14">
            <a:extLst>
              <a:ext uri="{FF2B5EF4-FFF2-40B4-BE49-F238E27FC236}">
                <a16:creationId xmlns:a16="http://schemas.microsoft.com/office/drawing/2014/main" id="{AE63AEF7-439E-1803-B450-3673B0014C36}"/>
              </a:ext>
            </a:extLst>
          </p:cNvPr>
          <p:cNvSpPr>
            <a:spLocks noGrp="1"/>
          </p:cNvSpPr>
          <p:nvPr>
            <p:ph type="body" sz="quarter" idx="23" hasCustomPrompt="1"/>
          </p:nvPr>
        </p:nvSpPr>
        <p:spPr>
          <a:xfrm>
            <a:off x="630455" y="4170539"/>
            <a:ext cx="1524000" cy="588962"/>
          </a:xfrm>
        </p:spPr>
        <p:txBody>
          <a:bodyPr lIns="0" tIns="0" rIns="0" bIns="0">
            <a:noAutofit/>
          </a:bodyPr>
          <a:lstStyle>
            <a:lvl1pPr marL="0" indent="0">
              <a:lnSpc>
                <a:spcPct val="80000"/>
              </a:lnSpc>
              <a:spcBef>
                <a:spcPts val="0"/>
              </a:spcBef>
              <a:spcAft>
                <a:spcPts val="600"/>
              </a:spcAft>
              <a:buNone/>
              <a:defRPr sz="900">
                <a:solidFill>
                  <a:schemeClr val="bg1"/>
                </a:solidFill>
              </a:defRPr>
            </a:lvl1pPr>
          </a:lstStyle>
          <a:p>
            <a:pPr lvl="0"/>
            <a:r>
              <a:rPr lang="en-US"/>
              <a:t>text</a:t>
            </a:r>
          </a:p>
        </p:txBody>
      </p:sp>
      <p:pic>
        <p:nvPicPr>
          <p:cNvPr id="16" name="CGC logo white.png" descr="CGC logo white.png">
            <a:extLst>
              <a:ext uri="{FF2B5EF4-FFF2-40B4-BE49-F238E27FC236}">
                <a16:creationId xmlns:a16="http://schemas.microsoft.com/office/drawing/2014/main" id="{8DB8557F-2125-B942-873C-F5DAACA37871}"/>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285750" y="285750"/>
            <a:ext cx="1152091" cy="199818"/>
          </a:xfrm>
          <a:prstGeom prst="rect">
            <a:avLst/>
          </a:prstGeom>
          <a:ln w="12700">
            <a:miter lim="400000"/>
          </a:ln>
        </p:spPr>
      </p:pic>
    </p:spTree>
    <p:extLst>
      <p:ext uri="{BB962C8B-B14F-4D97-AF65-F5344CB8AC3E}">
        <p14:creationId xmlns:p14="http://schemas.microsoft.com/office/powerpoint/2010/main" val="1300855724"/>
      </p:ext>
    </p:extLst>
  </p:cSld>
  <p:clrMapOvr>
    <a:masterClrMapping/>
  </p:clrMapOvr>
  <p:transition spd="med"/>
</p:sldLayout>
</file>

<file path=ppt/slideLayouts/slideLayout159.xml><?xml version="1.0" encoding="utf-8"?>
<p:sldLayout xmlns:a="http://schemas.openxmlformats.org/drawingml/2006/main" xmlns:r="http://schemas.openxmlformats.org/officeDocument/2006/relationships" xmlns:p="http://schemas.openxmlformats.org/presentationml/2006/main" showMasterSp="0" preserve="1" userDrawn="1">
  <p:cSld name="text left + image over shape right - light">
    <p:bg>
      <p:bgPr>
        <a:solidFill>
          <a:srgbClr val="FDFAF2"/>
        </a:solidFill>
        <a:effectLst/>
      </p:bgPr>
    </p:bg>
    <p:spTree>
      <p:nvGrpSpPr>
        <p:cNvPr id="1" name=""/>
        <p:cNvGrpSpPr/>
        <p:nvPr/>
      </p:nvGrpSpPr>
      <p:grpSpPr>
        <a:xfrm>
          <a:off x="0" y="0"/>
          <a:ext cx="0" cy="0"/>
          <a:chOff x="0" y="0"/>
          <a:chExt cx="0" cy="0"/>
        </a:xfrm>
      </p:grpSpPr>
      <p:sp>
        <p:nvSpPr>
          <p:cNvPr id="184" name="Slide Number"/>
          <p:cNvSpPr txBox="1">
            <a:spLocks noGrp="1"/>
          </p:cNvSpPr>
          <p:nvPr>
            <p:ph type="sldNum" sz="quarter" idx="2"/>
          </p:nvPr>
        </p:nvSpPr>
        <p:spPr>
          <a:prstGeom prst="rect">
            <a:avLst/>
          </a:prstGeom>
        </p:spPr>
        <p:txBody>
          <a:bodyPr/>
          <a:lstStyle>
            <a:lvl1pPr>
              <a:defRPr>
                <a:solidFill>
                  <a:schemeClr val="tx1"/>
                </a:solidFill>
              </a:defRPr>
            </a:lvl1pPr>
          </a:lstStyle>
          <a:p>
            <a:fld id="{86CB4B4D-7CA3-9044-876B-883B54F8677D}" type="slidenum">
              <a:rPr lang="en-GB" smtClean="0"/>
              <a:pPr/>
              <a:t>‹#›</a:t>
            </a:fld>
            <a:endParaRPr lang="en-GB"/>
          </a:p>
        </p:txBody>
      </p:sp>
      <p:pic>
        <p:nvPicPr>
          <p:cNvPr id="9" name="CGC logo.png" descr="CGC logo.png">
            <a:extLst>
              <a:ext uri="{FF2B5EF4-FFF2-40B4-BE49-F238E27FC236}">
                <a16:creationId xmlns:a16="http://schemas.microsoft.com/office/drawing/2014/main" id="{F5D0896A-85F3-2FA7-58ED-F35C784639C4}"/>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285750" y="285750"/>
            <a:ext cx="1152525" cy="199894"/>
          </a:xfrm>
          <a:prstGeom prst="rect">
            <a:avLst/>
          </a:prstGeom>
          <a:ln w="12700">
            <a:miter lim="400000"/>
          </a:ln>
        </p:spPr>
      </p:pic>
      <p:pic>
        <p:nvPicPr>
          <p:cNvPr id="4" name="shape-1.png" descr="shape-1.png">
            <a:extLst>
              <a:ext uri="{FF2B5EF4-FFF2-40B4-BE49-F238E27FC236}">
                <a16:creationId xmlns:a16="http://schemas.microsoft.com/office/drawing/2014/main" id="{CC24CED9-09B6-EABE-ACD1-520DE6300761}"/>
              </a:ext>
            </a:extLst>
          </p:cNvPr>
          <p:cNvPicPr>
            <a:picLocks noChangeAspect="1"/>
          </p:cNvPicPr>
          <p:nvPr/>
        </p:nvPicPr>
        <p:blipFill>
          <a:blip r:embed="rId3"/>
          <a:stretch>
            <a:fillRect/>
          </a:stretch>
        </p:blipFill>
        <p:spPr>
          <a:xfrm flipH="1">
            <a:off x="4674609" y="1973005"/>
            <a:ext cx="3922753" cy="2574780"/>
          </a:xfrm>
          <a:prstGeom prst="rect">
            <a:avLst/>
          </a:prstGeom>
          <a:ln w="12700" cap="flat">
            <a:noFill/>
            <a:miter lim="400000"/>
          </a:ln>
          <a:effectLst/>
        </p:spPr>
      </p:pic>
      <p:sp>
        <p:nvSpPr>
          <p:cNvPr id="8" name="Text Placeholder 6">
            <a:extLst>
              <a:ext uri="{FF2B5EF4-FFF2-40B4-BE49-F238E27FC236}">
                <a16:creationId xmlns:a16="http://schemas.microsoft.com/office/drawing/2014/main" id="{E4B4A470-80CD-B8FF-7932-6E8442222871}"/>
              </a:ext>
            </a:extLst>
          </p:cNvPr>
          <p:cNvSpPr>
            <a:spLocks noGrp="1"/>
          </p:cNvSpPr>
          <p:nvPr>
            <p:ph type="body" sz="quarter" idx="22" hasCustomPrompt="1"/>
          </p:nvPr>
        </p:nvSpPr>
        <p:spPr>
          <a:xfrm>
            <a:off x="624570" y="1982330"/>
            <a:ext cx="3850640" cy="1021767"/>
          </a:xfrm>
          <a:prstGeom prst="rect">
            <a:avLst/>
          </a:prstGeom>
        </p:spPr>
        <p:txBody>
          <a:bodyPr lIns="0" tIns="0" rIns="0" bIns="0" anchor="b">
            <a:noAutofit/>
          </a:bodyPr>
          <a:lstStyle>
            <a:lvl1pPr marL="0" indent="0">
              <a:lnSpc>
                <a:spcPct val="70000"/>
              </a:lnSpc>
              <a:buNone/>
              <a:defRPr sz="4500">
                <a:solidFill>
                  <a:schemeClr val="tx1"/>
                </a:solidFill>
                <a:latin typeface="+mj-lt"/>
              </a:defRPr>
            </a:lvl1pPr>
          </a:lstStyle>
          <a:p>
            <a:pPr lvl="0"/>
            <a:r>
              <a:rPr lang="en-US"/>
              <a:t>TITLE</a:t>
            </a:r>
          </a:p>
        </p:txBody>
      </p:sp>
      <p:sp>
        <p:nvSpPr>
          <p:cNvPr id="12" name="Text Placeholder 14">
            <a:extLst>
              <a:ext uri="{FF2B5EF4-FFF2-40B4-BE49-F238E27FC236}">
                <a16:creationId xmlns:a16="http://schemas.microsoft.com/office/drawing/2014/main" id="{E4213261-3552-515D-6BEA-7C3FBC63EFC0}"/>
              </a:ext>
            </a:extLst>
          </p:cNvPr>
          <p:cNvSpPr>
            <a:spLocks noGrp="1"/>
          </p:cNvSpPr>
          <p:nvPr>
            <p:ph type="body" sz="quarter" idx="23" hasCustomPrompt="1"/>
          </p:nvPr>
        </p:nvSpPr>
        <p:spPr>
          <a:xfrm>
            <a:off x="624570" y="3110370"/>
            <a:ext cx="1524000" cy="588962"/>
          </a:xfrm>
        </p:spPr>
        <p:txBody>
          <a:bodyPr lIns="0" tIns="0" rIns="0" bIns="0">
            <a:noAutofit/>
          </a:bodyPr>
          <a:lstStyle>
            <a:lvl1pPr marL="0" indent="0">
              <a:lnSpc>
                <a:spcPct val="80000"/>
              </a:lnSpc>
              <a:buNone/>
              <a:defRPr sz="900">
                <a:solidFill>
                  <a:schemeClr val="tx1"/>
                </a:solidFill>
              </a:defRPr>
            </a:lvl1pPr>
          </a:lstStyle>
          <a:p>
            <a:pPr lvl="0"/>
            <a:r>
              <a:rPr lang="en-US"/>
              <a:t>text</a:t>
            </a:r>
          </a:p>
        </p:txBody>
      </p:sp>
      <p:sp>
        <p:nvSpPr>
          <p:cNvPr id="3" name="Picture Placeholder 3">
            <a:extLst>
              <a:ext uri="{FF2B5EF4-FFF2-40B4-BE49-F238E27FC236}">
                <a16:creationId xmlns:a16="http://schemas.microsoft.com/office/drawing/2014/main" id="{D143D9BD-5856-191C-F34E-032D81D64126}"/>
              </a:ext>
            </a:extLst>
          </p:cNvPr>
          <p:cNvSpPr>
            <a:spLocks noGrp="1"/>
          </p:cNvSpPr>
          <p:nvPr>
            <p:ph type="pic" sz="quarter" idx="15"/>
          </p:nvPr>
        </p:nvSpPr>
        <p:spPr>
          <a:xfrm>
            <a:off x="5740712" y="730462"/>
            <a:ext cx="2634558" cy="3537495"/>
          </a:xfrm>
        </p:spPr>
        <p:txBody>
          <a:bodyPr/>
          <a:lstStyle/>
          <a:p>
            <a:endParaRPr lang="en-US"/>
          </a:p>
        </p:txBody>
      </p:sp>
    </p:spTree>
    <p:extLst>
      <p:ext uri="{BB962C8B-B14F-4D97-AF65-F5344CB8AC3E}">
        <p14:creationId xmlns:p14="http://schemas.microsoft.com/office/powerpoint/2010/main" val="3991739365"/>
      </p:ext>
    </p:extLst>
  </p:cSld>
  <p:clrMapOvr>
    <a:masterClrMapping/>
  </p:clrMapOvr>
  <p:transition spd="med"/>
</p:sldLayout>
</file>

<file path=ppt/slideLayouts/slideLayout160.xml><?xml version="1.0" encoding="utf-8"?>
<p:sldLayout xmlns:a="http://schemas.openxmlformats.org/drawingml/2006/main" xmlns:r="http://schemas.openxmlformats.org/officeDocument/2006/relationships" xmlns:p="http://schemas.openxmlformats.org/presentationml/2006/main" showMasterSp="0" preserve="1" userDrawn="1">
  <p:cSld name="title, bullet left + image right - light">
    <p:bg>
      <p:bgPr>
        <a:solidFill>
          <a:srgbClr val="FDFAF2"/>
        </a:solidFill>
        <a:effectLst/>
      </p:bgPr>
    </p:bg>
    <p:spTree>
      <p:nvGrpSpPr>
        <p:cNvPr id="1" name=""/>
        <p:cNvGrpSpPr/>
        <p:nvPr/>
      </p:nvGrpSpPr>
      <p:grpSpPr>
        <a:xfrm>
          <a:off x="0" y="0"/>
          <a:ext cx="0" cy="0"/>
          <a:chOff x="0" y="0"/>
          <a:chExt cx="0" cy="0"/>
        </a:xfrm>
      </p:grpSpPr>
      <p:pic>
        <p:nvPicPr>
          <p:cNvPr id="9" name="CGC logo.png" descr="CGC logo.png">
            <a:extLst>
              <a:ext uri="{FF2B5EF4-FFF2-40B4-BE49-F238E27FC236}">
                <a16:creationId xmlns:a16="http://schemas.microsoft.com/office/drawing/2014/main" id="{F5D0896A-85F3-2FA7-58ED-F35C784639C4}"/>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285750" y="285750"/>
            <a:ext cx="1152525" cy="199894"/>
          </a:xfrm>
          <a:prstGeom prst="rect">
            <a:avLst/>
          </a:prstGeom>
          <a:ln w="12700">
            <a:miter lim="400000"/>
          </a:ln>
        </p:spPr>
      </p:pic>
      <p:sp>
        <p:nvSpPr>
          <p:cNvPr id="7" name="A person’s lower body with blue trousers and green shoes on a yellow and pink floor">
            <a:extLst>
              <a:ext uri="{FF2B5EF4-FFF2-40B4-BE49-F238E27FC236}">
                <a16:creationId xmlns:a16="http://schemas.microsoft.com/office/drawing/2014/main" id="{120B3287-2D29-97D3-E17C-97833A9D6C15}"/>
              </a:ext>
            </a:extLst>
          </p:cNvPr>
          <p:cNvSpPr>
            <a:spLocks noGrp="1"/>
          </p:cNvSpPr>
          <p:nvPr>
            <p:ph type="pic" idx="21"/>
          </p:nvPr>
        </p:nvSpPr>
        <p:spPr>
          <a:xfrm>
            <a:off x="5334000" y="0"/>
            <a:ext cx="3810000" cy="5143500"/>
          </a:xfrm>
          <a:prstGeom prst="rect">
            <a:avLst/>
          </a:prstGeom>
        </p:spPr>
        <p:txBody>
          <a:bodyPr lIns="91439" tIns="45719" rIns="91439" bIns="45719">
            <a:noAutofit/>
          </a:bodyPr>
          <a:lstStyle/>
          <a:p>
            <a:endParaRPr/>
          </a:p>
        </p:txBody>
      </p:sp>
      <p:sp>
        <p:nvSpPr>
          <p:cNvPr id="11" name="Text Placeholder 6">
            <a:extLst>
              <a:ext uri="{FF2B5EF4-FFF2-40B4-BE49-F238E27FC236}">
                <a16:creationId xmlns:a16="http://schemas.microsoft.com/office/drawing/2014/main" id="{B1929B9B-2227-91A9-A4F8-E13C569E7189}"/>
              </a:ext>
            </a:extLst>
          </p:cNvPr>
          <p:cNvSpPr>
            <a:spLocks noGrp="1"/>
          </p:cNvSpPr>
          <p:nvPr>
            <p:ph type="body" sz="quarter" idx="22" hasCustomPrompt="1"/>
          </p:nvPr>
        </p:nvSpPr>
        <p:spPr>
          <a:xfrm>
            <a:off x="641684" y="989396"/>
            <a:ext cx="3850640" cy="1021767"/>
          </a:xfrm>
          <a:prstGeom prst="rect">
            <a:avLst/>
          </a:prstGeom>
        </p:spPr>
        <p:txBody>
          <a:bodyPr lIns="0" tIns="0" rIns="0" bIns="0" anchor="b">
            <a:noAutofit/>
          </a:bodyPr>
          <a:lstStyle>
            <a:lvl1pPr marL="0" indent="0">
              <a:lnSpc>
                <a:spcPct val="70000"/>
              </a:lnSpc>
              <a:buNone/>
              <a:defRPr sz="4500">
                <a:solidFill>
                  <a:schemeClr val="tx1"/>
                </a:solidFill>
                <a:latin typeface="+mj-lt"/>
              </a:defRPr>
            </a:lvl1pPr>
          </a:lstStyle>
          <a:p>
            <a:pPr lvl="0"/>
            <a:r>
              <a:rPr lang="en-US"/>
              <a:t>TITLE</a:t>
            </a:r>
          </a:p>
        </p:txBody>
      </p:sp>
      <p:sp>
        <p:nvSpPr>
          <p:cNvPr id="14" name="Text Placeholder 14">
            <a:extLst>
              <a:ext uri="{FF2B5EF4-FFF2-40B4-BE49-F238E27FC236}">
                <a16:creationId xmlns:a16="http://schemas.microsoft.com/office/drawing/2014/main" id="{4D033747-5BB2-F5A4-FECB-77E42BA10532}"/>
              </a:ext>
            </a:extLst>
          </p:cNvPr>
          <p:cNvSpPr>
            <a:spLocks noGrp="1"/>
          </p:cNvSpPr>
          <p:nvPr>
            <p:ph type="body" sz="quarter" idx="23" hasCustomPrompt="1"/>
          </p:nvPr>
        </p:nvSpPr>
        <p:spPr>
          <a:xfrm>
            <a:off x="633664" y="2215291"/>
            <a:ext cx="1524000" cy="1929188"/>
          </a:xfrm>
        </p:spPr>
        <p:txBody>
          <a:bodyPr lIns="0" tIns="0" rIns="0" bIns="0">
            <a:noAutofit/>
          </a:bodyPr>
          <a:lstStyle>
            <a:lvl1pPr marL="171450" indent="-171450">
              <a:lnSpc>
                <a:spcPct val="80000"/>
              </a:lnSpc>
              <a:spcAft>
                <a:spcPts val="400"/>
              </a:spcAft>
              <a:buClr>
                <a:srgbClr val="0F2240"/>
              </a:buClr>
              <a:buSzPct val="100000"/>
              <a:buFont typeface="Arial" panose="020B0604020202020204" pitchFamily="34" charset="0"/>
              <a:buChar char="•"/>
              <a:defRPr sz="900">
                <a:solidFill>
                  <a:schemeClr val="tx1"/>
                </a:solidFill>
              </a:defRPr>
            </a:lvl1pPr>
          </a:lstStyle>
          <a:p>
            <a:pPr lvl="0"/>
            <a:r>
              <a:rPr lang="en-US"/>
              <a:t>Text</a:t>
            </a:r>
          </a:p>
          <a:p>
            <a:pPr lvl="0"/>
            <a:endParaRPr lang="en-US"/>
          </a:p>
        </p:txBody>
      </p:sp>
    </p:spTree>
    <p:extLst>
      <p:ext uri="{BB962C8B-B14F-4D97-AF65-F5344CB8AC3E}">
        <p14:creationId xmlns:p14="http://schemas.microsoft.com/office/powerpoint/2010/main" val="1518651223"/>
      </p:ext>
    </p:extLst>
  </p:cSld>
  <p:clrMapOvr>
    <a:masterClrMapping/>
  </p:clrMapOvr>
  <p:transition spd="med"/>
</p:sldLayout>
</file>

<file path=ppt/slideLayouts/slideLayout161.xml><?xml version="1.0" encoding="utf-8"?>
<p:sldLayout xmlns:a="http://schemas.openxmlformats.org/drawingml/2006/main" xmlns:r="http://schemas.openxmlformats.org/officeDocument/2006/relationships" xmlns:p="http://schemas.openxmlformats.org/presentationml/2006/main" showMasterSp="0" preserve="1" userDrawn="1">
  <p:cSld name="image left + title, bullet right - light">
    <p:bg>
      <p:bgPr>
        <a:solidFill>
          <a:srgbClr val="FDFAF2"/>
        </a:solidFill>
        <a:effectLst/>
      </p:bgPr>
    </p:bg>
    <p:spTree>
      <p:nvGrpSpPr>
        <p:cNvPr id="1" name=""/>
        <p:cNvGrpSpPr/>
        <p:nvPr/>
      </p:nvGrpSpPr>
      <p:grpSpPr>
        <a:xfrm>
          <a:off x="0" y="0"/>
          <a:ext cx="0" cy="0"/>
          <a:chOff x="0" y="0"/>
          <a:chExt cx="0" cy="0"/>
        </a:xfrm>
      </p:grpSpPr>
      <p:sp>
        <p:nvSpPr>
          <p:cNvPr id="7" name="A person’s lower body with blue trousers and green shoes on a yellow and pink floor">
            <a:extLst>
              <a:ext uri="{FF2B5EF4-FFF2-40B4-BE49-F238E27FC236}">
                <a16:creationId xmlns:a16="http://schemas.microsoft.com/office/drawing/2014/main" id="{120B3287-2D29-97D3-E17C-97833A9D6C15}"/>
              </a:ext>
            </a:extLst>
          </p:cNvPr>
          <p:cNvSpPr>
            <a:spLocks noGrp="1"/>
          </p:cNvSpPr>
          <p:nvPr>
            <p:ph type="pic" idx="21"/>
          </p:nvPr>
        </p:nvSpPr>
        <p:spPr>
          <a:xfrm>
            <a:off x="0" y="0"/>
            <a:ext cx="3810000" cy="5143500"/>
          </a:xfrm>
          <a:prstGeom prst="rect">
            <a:avLst/>
          </a:prstGeom>
        </p:spPr>
        <p:txBody>
          <a:bodyPr lIns="91439" tIns="45719" rIns="91439" bIns="45719">
            <a:noAutofit/>
          </a:bodyPr>
          <a:lstStyle/>
          <a:p>
            <a:endParaRPr/>
          </a:p>
        </p:txBody>
      </p:sp>
      <p:sp>
        <p:nvSpPr>
          <p:cNvPr id="10" name="Slide Number">
            <a:extLst>
              <a:ext uri="{FF2B5EF4-FFF2-40B4-BE49-F238E27FC236}">
                <a16:creationId xmlns:a16="http://schemas.microsoft.com/office/drawing/2014/main" id="{E7C2BF68-2C1D-5F25-213F-9A4B1940819B}"/>
              </a:ext>
            </a:extLst>
          </p:cNvPr>
          <p:cNvSpPr txBox="1">
            <a:spLocks noGrp="1"/>
          </p:cNvSpPr>
          <p:nvPr>
            <p:ph type="sldNum" sz="quarter" idx="2"/>
          </p:nvPr>
        </p:nvSpPr>
        <p:spPr>
          <a:xfrm>
            <a:off x="8858250" y="4842465"/>
            <a:ext cx="208390" cy="218073"/>
          </a:xfrm>
          <a:prstGeom prst="rect">
            <a:avLst/>
          </a:prstGeom>
        </p:spPr>
        <p:txBody>
          <a:bodyPr/>
          <a:lstStyle>
            <a:lvl1pPr>
              <a:defRPr>
                <a:solidFill>
                  <a:schemeClr val="tx1"/>
                </a:solidFill>
              </a:defRPr>
            </a:lvl1pPr>
          </a:lstStyle>
          <a:p>
            <a:fld id="{86CB4B4D-7CA3-9044-876B-883B54F8677D}" type="slidenum">
              <a:rPr lang="en-GB" smtClean="0"/>
              <a:pPr/>
              <a:t>‹#›</a:t>
            </a:fld>
            <a:endParaRPr lang="en-GB"/>
          </a:p>
        </p:txBody>
      </p:sp>
      <p:pic>
        <p:nvPicPr>
          <p:cNvPr id="3" name="CGC logo white.png" descr="CGC logo white.png">
            <a:extLst>
              <a:ext uri="{FF2B5EF4-FFF2-40B4-BE49-F238E27FC236}">
                <a16:creationId xmlns:a16="http://schemas.microsoft.com/office/drawing/2014/main" id="{99BF77A2-1F13-5030-2106-3E55CAD8FE0E}"/>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285750" y="285750"/>
            <a:ext cx="1152091" cy="199818"/>
          </a:xfrm>
          <a:prstGeom prst="rect">
            <a:avLst/>
          </a:prstGeom>
          <a:ln w="12700">
            <a:miter lim="400000"/>
          </a:ln>
        </p:spPr>
      </p:pic>
      <p:sp>
        <p:nvSpPr>
          <p:cNvPr id="2" name="Text Placeholder 6">
            <a:extLst>
              <a:ext uri="{FF2B5EF4-FFF2-40B4-BE49-F238E27FC236}">
                <a16:creationId xmlns:a16="http://schemas.microsoft.com/office/drawing/2014/main" id="{2432704C-29D8-83A3-E84D-96697DF4BF15}"/>
              </a:ext>
            </a:extLst>
          </p:cNvPr>
          <p:cNvSpPr>
            <a:spLocks noGrp="1"/>
          </p:cNvSpPr>
          <p:nvPr>
            <p:ph type="body" sz="quarter" idx="24" hasCustomPrompt="1"/>
          </p:nvPr>
        </p:nvSpPr>
        <p:spPr>
          <a:xfrm>
            <a:off x="4728157" y="987390"/>
            <a:ext cx="3850640" cy="1021767"/>
          </a:xfrm>
          <a:prstGeom prst="rect">
            <a:avLst/>
          </a:prstGeom>
        </p:spPr>
        <p:txBody>
          <a:bodyPr lIns="0" tIns="0" rIns="0" bIns="0" anchor="b">
            <a:noAutofit/>
          </a:bodyPr>
          <a:lstStyle>
            <a:lvl1pPr marL="0" indent="0">
              <a:lnSpc>
                <a:spcPct val="70000"/>
              </a:lnSpc>
              <a:buNone/>
              <a:defRPr sz="4500">
                <a:solidFill>
                  <a:schemeClr val="tx1"/>
                </a:solidFill>
                <a:latin typeface="+mj-lt"/>
              </a:defRPr>
            </a:lvl1pPr>
          </a:lstStyle>
          <a:p>
            <a:pPr lvl="0"/>
            <a:r>
              <a:rPr lang="en-US"/>
              <a:t>TITLE</a:t>
            </a:r>
          </a:p>
        </p:txBody>
      </p:sp>
      <p:sp>
        <p:nvSpPr>
          <p:cNvPr id="4" name="Text Placeholder 14">
            <a:extLst>
              <a:ext uri="{FF2B5EF4-FFF2-40B4-BE49-F238E27FC236}">
                <a16:creationId xmlns:a16="http://schemas.microsoft.com/office/drawing/2014/main" id="{0514A844-8725-8F1D-A8FB-163E80AAA96A}"/>
              </a:ext>
            </a:extLst>
          </p:cNvPr>
          <p:cNvSpPr>
            <a:spLocks noGrp="1"/>
          </p:cNvSpPr>
          <p:nvPr>
            <p:ph type="body" sz="quarter" idx="25" hasCustomPrompt="1"/>
          </p:nvPr>
        </p:nvSpPr>
        <p:spPr>
          <a:xfrm>
            <a:off x="4720137" y="2213285"/>
            <a:ext cx="1524000" cy="1929188"/>
          </a:xfrm>
        </p:spPr>
        <p:txBody>
          <a:bodyPr lIns="0" tIns="0" rIns="0" bIns="0">
            <a:noAutofit/>
          </a:bodyPr>
          <a:lstStyle>
            <a:lvl1pPr marL="171450" indent="-171450">
              <a:lnSpc>
                <a:spcPct val="80000"/>
              </a:lnSpc>
              <a:spcAft>
                <a:spcPts val="400"/>
              </a:spcAft>
              <a:buClr>
                <a:srgbClr val="0F2240"/>
              </a:buClr>
              <a:buSzPct val="100000"/>
              <a:buFont typeface="Arial" panose="020B0604020202020204" pitchFamily="34" charset="0"/>
              <a:buChar char="•"/>
              <a:defRPr sz="900">
                <a:solidFill>
                  <a:schemeClr val="tx1"/>
                </a:solidFill>
              </a:defRPr>
            </a:lvl1pPr>
          </a:lstStyle>
          <a:p>
            <a:pPr lvl="0"/>
            <a:r>
              <a:rPr lang="en-US"/>
              <a:t>Text</a:t>
            </a:r>
          </a:p>
          <a:p>
            <a:pPr lvl="0"/>
            <a:endParaRPr lang="en-US"/>
          </a:p>
        </p:txBody>
      </p:sp>
    </p:spTree>
    <p:extLst>
      <p:ext uri="{BB962C8B-B14F-4D97-AF65-F5344CB8AC3E}">
        <p14:creationId xmlns:p14="http://schemas.microsoft.com/office/powerpoint/2010/main" val="1172120709"/>
      </p:ext>
    </p:extLst>
  </p:cSld>
  <p:clrMapOvr>
    <a:masterClrMapping/>
  </p:clrMapOvr>
  <p:transition spd="med"/>
</p:sldLayout>
</file>

<file path=ppt/slideLayouts/slideLayout162.xml><?xml version="1.0" encoding="utf-8"?>
<p:sldLayout xmlns:a="http://schemas.openxmlformats.org/drawingml/2006/main" xmlns:r="http://schemas.openxmlformats.org/officeDocument/2006/relationships" xmlns:p="http://schemas.openxmlformats.org/presentationml/2006/main" showMasterSp="0" preserve="1" userDrawn="1">
  <p:cSld name="title, bullet left + image over shape right - light">
    <p:bg>
      <p:bgPr>
        <a:solidFill>
          <a:srgbClr val="FDFAF2"/>
        </a:solidFill>
        <a:effectLst/>
      </p:bgPr>
    </p:bg>
    <p:spTree>
      <p:nvGrpSpPr>
        <p:cNvPr id="1" name=""/>
        <p:cNvGrpSpPr/>
        <p:nvPr/>
      </p:nvGrpSpPr>
      <p:grpSpPr>
        <a:xfrm>
          <a:off x="0" y="0"/>
          <a:ext cx="0" cy="0"/>
          <a:chOff x="0" y="0"/>
          <a:chExt cx="0" cy="0"/>
        </a:xfrm>
      </p:grpSpPr>
      <p:sp>
        <p:nvSpPr>
          <p:cNvPr id="184" name="Slide Number"/>
          <p:cNvSpPr txBox="1">
            <a:spLocks noGrp="1"/>
          </p:cNvSpPr>
          <p:nvPr>
            <p:ph type="sldNum" sz="quarter" idx="2"/>
          </p:nvPr>
        </p:nvSpPr>
        <p:spPr>
          <a:prstGeom prst="rect">
            <a:avLst/>
          </a:prstGeom>
        </p:spPr>
        <p:txBody>
          <a:bodyPr/>
          <a:lstStyle>
            <a:lvl1pPr>
              <a:defRPr>
                <a:solidFill>
                  <a:schemeClr val="tx1"/>
                </a:solidFill>
              </a:defRPr>
            </a:lvl1pPr>
          </a:lstStyle>
          <a:p>
            <a:fld id="{86CB4B4D-7CA3-9044-876B-883B54F8677D}" type="slidenum">
              <a:rPr lang="en-GB" smtClean="0"/>
              <a:pPr/>
              <a:t>‹#›</a:t>
            </a:fld>
            <a:endParaRPr lang="en-GB"/>
          </a:p>
        </p:txBody>
      </p:sp>
      <p:pic>
        <p:nvPicPr>
          <p:cNvPr id="9" name="CGC logo.png" descr="CGC logo.png">
            <a:extLst>
              <a:ext uri="{FF2B5EF4-FFF2-40B4-BE49-F238E27FC236}">
                <a16:creationId xmlns:a16="http://schemas.microsoft.com/office/drawing/2014/main" id="{F5D0896A-85F3-2FA7-58ED-F35C784639C4}"/>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285750" y="285750"/>
            <a:ext cx="1152525" cy="199894"/>
          </a:xfrm>
          <a:prstGeom prst="rect">
            <a:avLst/>
          </a:prstGeom>
          <a:ln w="12700">
            <a:miter lim="400000"/>
          </a:ln>
        </p:spPr>
      </p:pic>
      <p:pic>
        <p:nvPicPr>
          <p:cNvPr id="4" name="shape-1.png" descr="shape-1.png">
            <a:extLst>
              <a:ext uri="{FF2B5EF4-FFF2-40B4-BE49-F238E27FC236}">
                <a16:creationId xmlns:a16="http://schemas.microsoft.com/office/drawing/2014/main" id="{CC24CED9-09B6-EABE-ACD1-520DE6300761}"/>
              </a:ext>
            </a:extLst>
          </p:cNvPr>
          <p:cNvPicPr>
            <a:picLocks noChangeAspect="1"/>
          </p:cNvPicPr>
          <p:nvPr/>
        </p:nvPicPr>
        <p:blipFill>
          <a:blip r:embed="rId3"/>
          <a:stretch>
            <a:fillRect/>
          </a:stretch>
        </p:blipFill>
        <p:spPr>
          <a:xfrm flipH="1">
            <a:off x="4674609" y="1973005"/>
            <a:ext cx="3922753" cy="2574780"/>
          </a:xfrm>
          <a:prstGeom prst="rect">
            <a:avLst/>
          </a:prstGeom>
          <a:ln w="12700" cap="flat">
            <a:noFill/>
            <a:miter lim="400000"/>
          </a:ln>
          <a:effectLst/>
        </p:spPr>
      </p:pic>
      <p:sp>
        <p:nvSpPr>
          <p:cNvPr id="3" name="Picture Placeholder 3">
            <a:extLst>
              <a:ext uri="{FF2B5EF4-FFF2-40B4-BE49-F238E27FC236}">
                <a16:creationId xmlns:a16="http://schemas.microsoft.com/office/drawing/2014/main" id="{B5D9FA8B-7E5B-C303-7A5D-B6B0E9DDAFEC}"/>
              </a:ext>
            </a:extLst>
          </p:cNvPr>
          <p:cNvSpPr>
            <a:spLocks noGrp="1"/>
          </p:cNvSpPr>
          <p:nvPr>
            <p:ph type="pic" sz="quarter" idx="15"/>
          </p:nvPr>
        </p:nvSpPr>
        <p:spPr>
          <a:xfrm>
            <a:off x="5740712" y="730462"/>
            <a:ext cx="2634558" cy="3537495"/>
          </a:xfrm>
        </p:spPr>
        <p:txBody>
          <a:bodyPr/>
          <a:lstStyle/>
          <a:p>
            <a:endParaRPr lang="en-US"/>
          </a:p>
        </p:txBody>
      </p:sp>
      <p:sp>
        <p:nvSpPr>
          <p:cNvPr id="5" name="Text Placeholder 6">
            <a:extLst>
              <a:ext uri="{FF2B5EF4-FFF2-40B4-BE49-F238E27FC236}">
                <a16:creationId xmlns:a16="http://schemas.microsoft.com/office/drawing/2014/main" id="{2106DA8C-086F-9501-609F-199DC154599C}"/>
              </a:ext>
            </a:extLst>
          </p:cNvPr>
          <p:cNvSpPr>
            <a:spLocks noGrp="1"/>
          </p:cNvSpPr>
          <p:nvPr>
            <p:ph type="body" sz="quarter" idx="24" hasCustomPrompt="1"/>
          </p:nvPr>
        </p:nvSpPr>
        <p:spPr>
          <a:xfrm>
            <a:off x="585091" y="987390"/>
            <a:ext cx="3850640" cy="1021767"/>
          </a:xfrm>
          <a:prstGeom prst="rect">
            <a:avLst/>
          </a:prstGeom>
        </p:spPr>
        <p:txBody>
          <a:bodyPr lIns="0" tIns="0" rIns="0" bIns="0" anchor="b">
            <a:noAutofit/>
          </a:bodyPr>
          <a:lstStyle>
            <a:lvl1pPr marL="0" indent="0">
              <a:lnSpc>
                <a:spcPct val="70000"/>
              </a:lnSpc>
              <a:buNone/>
              <a:defRPr sz="4500">
                <a:solidFill>
                  <a:schemeClr val="tx1"/>
                </a:solidFill>
                <a:latin typeface="+mj-lt"/>
              </a:defRPr>
            </a:lvl1pPr>
          </a:lstStyle>
          <a:p>
            <a:pPr lvl="0"/>
            <a:r>
              <a:rPr lang="en-US"/>
              <a:t>TITLE</a:t>
            </a:r>
          </a:p>
        </p:txBody>
      </p:sp>
      <p:sp>
        <p:nvSpPr>
          <p:cNvPr id="6" name="Text Placeholder 14">
            <a:extLst>
              <a:ext uri="{FF2B5EF4-FFF2-40B4-BE49-F238E27FC236}">
                <a16:creationId xmlns:a16="http://schemas.microsoft.com/office/drawing/2014/main" id="{29A08A4A-BA40-D7E4-991E-6B36A6E9FA55}"/>
              </a:ext>
            </a:extLst>
          </p:cNvPr>
          <p:cNvSpPr>
            <a:spLocks noGrp="1"/>
          </p:cNvSpPr>
          <p:nvPr>
            <p:ph type="body" sz="quarter" idx="25" hasCustomPrompt="1"/>
          </p:nvPr>
        </p:nvSpPr>
        <p:spPr>
          <a:xfrm>
            <a:off x="577071" y="2213285"/>
            <a:ext cx="1524000" cy="1929188"/>
          </a:xfrm>
        </p:spPr>
        <p:txBody>
          <a:bodyPr lIns="0" tIns="0" rIns="0" bIns="0">
            <a:noAutofit/>
          </a:bodyPr>
          <a:lstStyle>
            <a:lvl1pPr marL="171450" indent="-171450">
              <a:lnSpc>
                <a:spcPct val="80000"/>
              </a:lnSpc>
              <a:spcAft>
                <a:spcPts val="400"/>
              </a:spcAft>
              <a:buClr>
                <a:srgbClr val="0F2240"/>
              </a:buClr>
              <a:buSzPct val="100000"/>
              <a:buFont typeface="Arial" panose="020B0604020202020204" pitchFamily="34" charset="0"/>
              <a:buChar char="•"/>
              <a:defRPr sz="900">
                <a:solidFill>
                  <a:schemeClr val="tx1"/>
                </a:solidFill>
              </a:defRPr>
            </a:lvl1pPr>
          </a:lstStyle>
          <a:p>
            <a:pPr lvl="0"/>
            <a:r>
              <a:rPr lang="en-US"/>
              <a:t>Text</a:t>
            </a:r>
          </a:p>
          <a:p>
            <a:pPr lvl="0"/>
            <a:endParaRPr lang="en-US"/>
          </a:p>
        </p:txBody>
      </p:sp>
    </p:spTree>
    <p:extLst>
      <p:ext uri="{BB962C8B-B14F-4D97-AF65-F5344CB8AC3E}">
        <p14:creationId xmlns:p14="http://schemas.microsoft.com/office/powerpoint/2010/main" val="2234989929"/>
      </p:ext>
    </p:extLst>
  </p:cSld>
  <p:clrMapOvr>
    <a:masterClrMapping/>
  </p:clrMapOvr>
  <p:transition spd="med"/>
</p:sldLayout>
</file>

<file path=ppt/slideLayouts/slideLayout163.xml><?xml version="1.0" encoding="utf-8"?>
<p:sldLayout xmlns:a="http://schemas.openxmlformats.org/drawingml/2006/main" xmlns:r="http://schemas.openxmlformats.org/officeDocument/2006/relationships" xmlns:p="http://schemas.openxmlformats.org/presentationml/2006/main" showMasterSp="0" preserve="1" userDrawn="1">
  <p:cSld name="title, bullet left + image over blue shape right - light">
    <p:bg>
      <p:bgPr>
        <a:solidFill>
          <a:srgbClr val="FDFAF2"/>
        </a:solidFill>
        <a:effectLst/>
      </p:bgPr>
    </p:bg>
    <p:spTree>
      <p:nvGrpSpPr>
        <p:cNvPr id="1" name=""/>
        <p:cNvGrpSpPr/>
        <p:nvPr/>
      </p:nvGrpSpPr>
      <p:grpSpPr>
        <a:xfrm>
          <a:off x="0" y="0"/>
          <a:ext cx="0" cy="0"/>
          <a:chOff x="0" y="0"/>
          <a:chExt cx="0" cy="0"/>
        </a:xfrm>
      </p:grpSpPr>
      <p:sp>
        <p:nvSpPr>
          <p:cNvPr id="184" name="Slide Number"/>
          <p:cNvSpPr txBox="1">
            <a:spLocks noGrp="1"/>
          </p:cNvSpPr>
          <p:nvPr>
            <p:ph type="sldNum" sz="quarter" idx="2"/>
          </p:nvPr>
        </p:nvSpPr>
        <p:spPr>
          <a:prstGeom prst="rect">
            <a:avLst/>
          </a:prstGeom>
        </p:spPr>
        <p:txBody>
          <a:bodyPr/>
          <a:lstStyle>
            <a:lvl1pPr>
              <a:defRPr>
                <a:solidFill>
                  <a:schemeClr val="tx1"/>
                </a:solidFill>
              </a:defRPr>
            </a:lvl1pPr>
          </a:lstStyle>
          <a:p>
            <a:fld id="{86CB4B4D-7CA3-9044-876B-883B54F8677D}" type="slidenum">
              <a:rPr lang="en-GB" smtClean="0"/>
              <a:pPr/>
              <a:t>‹#›</a:t>
            </a:fld>
            <a:endParaRPr lang="en-GB"/>
          </a:p>
        </p:txBody>
      </p:sp>
      <p:pic>
        <p:nvPicPr>
          <p:cNvPr id="9" name="CGC logo.png" descr="CGC logo.png">
            <a:extLst>
              <a:ext uri="{FF2B5EF4-FFF2-40B4-BE49-F238E27FC236}">
                <a16:creationId xmlns:a16="http://schemas.microsoft.com/office/drawing/2014/main" id="{F5D0896A-85F3-2FA7-58ED-F35C784639C4}"/>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285750" y="285750"/>
            <a:ext cx="1152525" cy="199894"/>
          </a:xfrm>
          <a:prstGeom prst="rect">
            <a:avLst/>
          </a:prstGeom>
          <a:ln w="12700">
            <a:miter lim="400000"/>
          </a:ln>
        </p:spPr>
      </p:pic>
      <p:pic>
        <p:nvPicPr>
          <p:cNvPr id="2" name="Rectangle 355-5.svg" descr="Rectangle 355-5.svg">
            <a:extLst>
              <a:ext uri="{FF2B5EF4-FFF2-40B4-BE49-F238E27FC236}">
                <a16:creationId xmlns:a16="http://schemas.microsoft.com/office/drawing/2014/main" id="{0F291208-228C-F5B9-8D79-8F7672F2E956}"/>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5492128" y="1684761"/>
            <a:ext cx="2945392" cy="2945392"/>
          </a:xfrm>
          <a:prstGeom prst="rect">
            <a:avLst/>
          </a:prstGeom>
          <a:ln w="12700">
            <a:miter lim="400000"/>
          </a:ln>
        </p:spPr>
      </p:pic>
      <p:sp>
        <p:nvSpPr>
          <p:cNvPr id="4" name="Picture Placeholder 3">
            <a:extLst>
              <a:ext uri="{FF2B5EF4-FFF2-40B4-BE49-F238E27FC236}">
                <a16:creationId xmlns:a16="http://schemas.microsoft.com/office/drawing/2014/main" id="{937A9561-A1E6-79E3-AD9E-ED0E5EE17DC8}"/>
              </a:ext>
            </a:extLst>
          </p:cNvPr>
          <p:cNvSpPr>
            <a:spLocks noGrp="1"/>
          </p:cNvSpPr>
          <p:nvPr>
            <p:ph type="pic" sz="quarter" idx="15"/>
          </p:nvPr>
        </p:nvSpPr>
        <p:spPr>
          <a:xfrm>
            <a:off x="5066335" y="762862"/>
            <a:ext cx="2228404" cy="2838897"/>
          </a:xfrm>
        </p:spPr>
        <p:txBody>
          <a:bodyPr/>
          <a:lstStyle/>
          <a:p>
            <a:endParaRPr lang="en-US"/>
          </a:p>
        </p:txBody>
      </p:sp>
      <p:sp>
        <p:nvSpPr>
          <p:cNvPr id="6" name="Text Placeholder 6">
            <a:extLst>
              <a:ext uri="{FF2B5EF4-FFF2-40B4-BE49-F238E27FC236}">
                <a16:creationId xmlns:a16="http://schemas.microsoft.com/office/drawing/2014/main" id="{72C51D30-99EB-3BF7-1A36-B35201D5EF93}"/>
              </a:ext>
            </a:extLst>
          </p:cNvPr>
          <p:cNvSpPr>
            <a:spLocks noGrp="1"/>
          </p:cNvSpPr>
          <p:nvPr>
            <p:ph type="body" sz="quarter" idx="24" hasCustomPrompt="1"/>
          </p:nvPr>
        </p:nvSpPr>
        <p:spPr>
          <a:xfrm>
            <a:off x="585091" y="987390"/>
            <a:ext cx="3850640" cy="1021767"/>
          </a:xfrm>
          <a:prstGeom prst="rect">
            <a:avLst/>
          </a:prstGeom>
        </p:spPr>
        <p:txBody>
          <a:bodyPr lIns="0" tIns="0" rIns="0" bIns="0" anchor="b">
            <a:noAutofit/>
          </a:bodyPr>
          <a:lstStyle>
            <a:lvl1pPr marL="0" indent="0">
              <a:lnSpc>
                <a:spcPct val="70000"/>
              </a:lnSpc>
              <a:buNone/>
              <a:defRPr sz="4500">
                <a:solidFill>
                  <a:schemeClr val="tx1"/>
                </a:solidFill>
                <a:latin typeface="+mj-lt"/>
              </a:defRPr>
            </a:lvl1pPr>
          </a:lstStyle>
          <a:p>
            <a:pPr lvl="0"/>
            <a:r>
              <a:rPr lang="en-US"/>
              <a:t>TITLE</a:t>
            </a:r>
          </a:p>
        </p:txBody>
      </p:sp>
      <p:sp>
        <p:nvSpPr>
          <p:cNvPr id="7" name="Text Placeholder 14">
            <a:extLst>
              <a:ext uri="{FF2B5EF4-FFF2-40B4-BE49-F238E27FC236}">
                <a16:creationId xmlns:a16="http://schemas.microsoft.com/office/drawing/2014/main" id="{7C892E87-4B6A-9ABE-34B2-F481F20AB242}"/>
              </a:ext>
            </a:extLst>
          </p:cNvPr>
          <p:cNvSpPr>
            <a:spLocks noGrp="1"/>
          </p:cNvSpPr>
          <p:nvPr>
            <p:ph type="body" sz="quarter" idx="25" hasCustomPrompt="1"/>
          </p:nvPr>
        </p:nvSpPr>
        <p:spPr>
          <a:xfrm>
            <a:off x="577071" y="2213285"/>
            <a:ext cx="1524000" cy="1929188"/>
          </a:xfrm>
        </p:spPr>
        <p:txBody>
          <a:bodyPr lIns="0" tIns="0" rIns="0" bIns="0">
            <a:noAutofit/>
          </a:bodyPr>
          <a:lstStyle>
            <a:lvl1pPr marL="171450" indent="-171450">
              <a:lnSpc>
                <a:spcPct val="80000"/>
              </a:lnSpc>
              <a:spcAft>
                <a:spcPts val="400"/>
              </a:spcAft>
              <a:buClr>
                <a:srgbClr val="0F2240"/>
              </a:buClr>
              <a:buSzPct val="100000"/>
              <a:buFont typeface="Arial" panose="020B0604020202020204" pitchFamily="34" charset="0"/>
              <a:buChar char="•"/>
              <a:defRPr sz="900">
                <a:solidFill>
                  <a:schemeClr val="tx1"/>
                </a:solidFill>
              </a:defRPr>
            </a:lvl1pPr>
          </a:lstStyle>
          <a:p>
            <a:pPr lvl="0"/>
            <a:r>
              <a:rPr lang="en-US"/>
              <a:t>Text</a:t>
            </a:r>
          </a:p>
          <a:p>
            <a:pPr lvl="0"/>
            <a:endParaRPr lang="en-US"/>
          </a:p>
        </p:txBody>
      </p:sp>
    </p:spTree>
    <p:extLst>
      <p:ext uri="{BB962C8B-B14F-4D97-AF65-F5344CB8AC3E}">
        <p14:creationId xmlns:p14="http://schemas.microsoft.com/office/powerpoint/2010/main" val="3649173104"/>
      </p:ext>
    </p:extLst>
  </p:cSld>
  <p:clrMapOvr>
    <a:masterClrMapping/>
  </p:clrMapOvr>
  <p:transition spd="med"/>
</p:sldLayout>
</file>

<file path=ppt/slideLayouts/slideLayout164.xml><?xml version="1.0" encoding="utf-8"?>
<p:sldLayout xmlns:a="http://schemas.openxmlformats.org/drawingml/2006/main" xmlns:r="http://schemas.openxmlformats.org/officeDocument/2006/relationships" xmlns:p="http://schemas.openxmlformats.org/presentationml/2006/main" showMasterSp="0" preserve="1" userDrawn="1">
  <p:cSld name="3 column data - blue">
    <p:bg>
      <p:bgPr>
        <a:solidFill>
          <a:srgbClr val="0143FD"/>
        </a:solidFill>
        <a:effectLst/>
      </p:bgPr>
    </p:bg>
    <p:spTree>
      <p:nvGrpSpPr>
        <p:cNvPr id="1" name=""/>
        <p:cNvGrpSpPr/>
        <p:nvPr/>
      </p:nvGrpSpPr>
      <p:grpSpPr>
        <a:xfrm>
          <a:off x="0" y="0"/>
          <a:ext cx="0" cy="0"/>
          <a:chOff x="0" y="0"/>
          <a:chExt cx="0" cy="0"/>
        </a:xfrm>
      </p:grpSpPr>
      <p:sp>
        <p:nvSpPr>
          <p:cNvPr id="184" name="Slide Number"/>
          <p:cNvSpPr txBox="1">
            <a:spLocks noGrp="1"/>
          </p:cNvSpPr>
          <p:nvPr>
            <p:ph type="sldNum" sz="quarter" idx="2"/>
          </p:nvPr>
        </p:nvSpPr>
        <p:spPr>
          <a:prstGeom prst="rect">
            <a:avLst/>
          </a:prstGeom>
        </p:spPr>
        <p:txBody>
          <a:bodyPr/>
          <a:lstStyle>
            <a:lvl1pPr>
              <a:defRPr>
                <a:solidFill>
                  <a:schemeClr val="bg1"/>
                </a:solidFill>
              </a:defRPr>
            </a:lvl1pPr>
          </a:lstStyle>
          <a:p>
            <a:fld id="{86CB4B4D-7CA3-9044-876B-883B54F8677D}" type="slidenum">
              <a:rPr lang="en-GB" smtClean="0"/>
              <a:pPr/>
              <a:t>‹#›</a:t>
            </a:fld>
            <a:endParaRPr lang="en-GB"/>
          </a:p>
        </p:txBody>
      </p:sp>
      <p:sp>
        <p:nvSpPr>
          <p:cNvPr id="2" name="Text Placeholder 6">
            <a:extLst>
              <a:ext uri="{FF2B5EF4-FFF2-40B4-BE49-F238E27FC236}">
                <a16:creationId xmlns:a16="http://schemas.microsoft.com/office/drawing/2014/main" id="{083AC24E-4824-32CE-17DA-370BACE13799}"/>
              </a:ext>
            </a:extLst>
          </p:cNvPr>
          <p:cNvSpPr>
            <a:spLocks noGrp="1"/>
          </p:cNvSpPr>
          <p:nvPr>
            <p:ph type="body" sz="quarter" idx="22" hasCustomPrompt="1"/>
          </p:nvPr>
        </p:nvSpPr>
        <p:spPr>
          <a:xfrm>
            <a:off x="627844" y="705226"/>
            <a:ext cx="3850640" cy="1021767"/>
          </a:xfrm>
          <a:prstGeom prst="rect">
            <a:avLst/>
          </a:prstGeom>
        </p:spPr>
        <p:txBody>
          <a:bodyPr lIns="0" tIns="0" rIns="0" bIns="0" anchor="b">
            <a:noAutofit/>
          </a:bodyPr>
          <a:lstStyle>
            <a:lvl1pPr marL="0" indent="0">
              <a:lnSpc>
                <a:spcPct val="70000"/>
              </a:lnSpc>
              <a:buNone/>
              <a:defRPr sz="3000">
                <a:solidFill>
                  <a:schemeClr val="bg1"/>
                </a:solidFill>
                <a:latin typeface="+mj-lt"/>
              </a:defRPr>
            </a:lvl1pPr>
          </a:lstStyle>
          <a:p>
            <a:pPr lvl="0"/>
            <a:r>
              <a:rPr lang="en-US"/>
              <a:t>TITLE</a:t>
            </a:r>
          </a:p>
        </p:txBody>
      </p:sp>
      <p:sp>
        <p:nvSpPr>
          <p:cNvPr id="5" name="Text Placeholder 14">
            <a:extLst>
              <a:ext uri="{FF2B5EF4-FFF2-40B4-BE49-F238E27FC236}">
                <a16:creationId xmlns:a16="http://schemas.microsoft.com/office/drawing/2014/main" id="{CBDB9716-F314-123E-4B52-C3A65BD5C0FC}"/>
              </a:ext>
            </a:extLst>
          </p:cNvPr>
          <p:cNvSpPr>
            <a:spLocks noGrp="1"/>
          </p:cNvSpPr>
          <p:nvPr>
            <p:ph type="body" sz="quarter" idx="23" hasCustomPrompt="1"/>
          </p:nvPr>
        </p:nvSpPr>
        <p:spPr>
          <a:xfrm>
            <a:off x="627843" y="3256207"/>
            <a:ext cx="2270059" cy="1021767"/>
          </a:xfrm>
        </p:spPr>
        <p:txBody>
          <a:bodyPr lIns="0" tIns="0" rIns="0" bIns="0">
            <a:noAutofit/>
          </a:bodyPr>
          <a:lstStyle>
            <a:lvl1pPr marL="0" indent="0">
              <a:lnSpc>
                <a:spcPct val="80000"/>
              </a:lnSpc>
              <a:buNone/>
              <a:defRPr sz="1200">
                <a:solidFill>
                  <a:schemeClr val="bg1"/>
                </a:solidFill>
              </a:defRPr>
            </a:lvl1pPr>
          </a:lstStyle>
          <a:p>
            <a:pPr lvl="0"/>
            <a:r>
              <a:rPr lang="en-US"/>
              <a:t>text</a:t>
            </a:r>
          </a:p>
        </p:txBody>
      </p:sp>
      <p:sp>
        <p:nvSpPr>
          <p:cNvPr id="14" name="Text Placeholder 14">
            <a:extLst>
              <a:ext uri="{FF2B5EF4-FFF2-40B4-BE49-F238E27FC236}">
                <a16:creationId xmlns:a16="http://schemas.microsoft.com/office/drawing/2014/main" id="{6254AEAA-0663-9BF4-F093-0A33548D5A8B}"/>
              </a:ext>
            </a:extLst>
          </p:cNvPr>
          <p:cNvSpPr>
            <a:spLocks noGrp="1"/>
          </p:cNvSpPr>
          <p:nvPr>
            <p:ph type="body" sz="quarter" idx="25" hasCustomPrompt="1"/>
          </p:nvPr>
        </p:nvSpPr>
        <p:spPr>
          <a:xfrm>
            <a:off x="627843" y="3013585"/>
            <a:ext cx="2270059" cy="252788"/>
          </a:xfrm>
        </p:spPr>
        <p:txBody>
          <a:bodyPr lIns="0" tIns="0" rIns="0" bIns="0">
            <a:noAutofit/>
          </a:bodyPr>
          <a:lstStyle>
            <a:lvl1pPr marL="0" indent="0">
              <a:lnSpc>
                <a:spcPct val="80000"/>
              </a:lnSpc>
              <a:buNone/>
              <a:defRPr sz="1200" b="1" i="0">
                <a:solidFill>
                  <a:schemeClr val="bg1"/>
                </a:solidFill>
                <a:latin typeface="Lora SemiBold" pitchFamily="2" charset="77"/>
              </a:defRPr>
            </a:lvl1pPr>
          </a:lstStyle>
          <a:p>
            <a:pPr lvl="0"/>
            <a:r>
              <a:rPr lang="en-US"/>
              <a:t>Subtitle</a:t>
            </a:r>
          </a:p>
        </p:txBody>
      </p:sp>
      <p:sp>
        <p:nvSpPr>
          <p:cNvPr id="18" name="Text Placeholder 6">
            <a:extLst>
              <a:ext uri="{FF2B5EF4-FFF2-40B4-BE49-F238E27FC236}">
                <a16:creationId xmlns:a16="http://schemas.microsoft.com/office/drawing/2014/main" id="{D616CF55-F5B4-12B5-3A97-3FB16604E895}"/>
              </a:ext>
            </a:extLst>
          </p:cNvPr>
          <p:cNvSpPr>
            <a:spLocks noGrp="1"/>
          </p:cNvSpPr>
          <p:nvPr>
            <p:ph type="body" sz="quarter" idx="29" hasCustomPrompt="1"/>
          </p:nvPr>
        </p:nvSpPr>
        <p:spPr>
          <a:xfrm>
            <a:off x="627844" y="2008344"/>
            <a:ext cx="2466270" cy="1021767"/>
          </a:xfrm>
          <a:prstGeom prst="rect">
            <a:avLst/>
          </a:prstGeom>
        </p:spPr>
        <p:txBody>
          <a:bodyPr lIns="0" tIns="0" rIns="0" bIns="0" anchor="b">
            <a:noAutofit/>
          </a:bodyPr>
          <a:lstStyle>
            <a:lvl1pPr marL="0" indent="0">
              <a:lnSpc>
                <a:spcPct val="70000"/>
              </a:lnSpc>
              <a:buNone/>
              <a:defRPr sz="7500">
                <a:solidFill>
                  <a:schemeClr val="bg1"/>
                </a:solidFill>
                <a:latin typeface="+mj-lt"/>
              </a:defRPr>
            </a:lvl1pPr>
          </a:lstStyle>
          <a:p>
            <a:pPr lvl="0"/>
            <a:r>
              <a:rPr lang="en-US"/>
              <a:t>DATA</a:t>
            </a:r>
          </a:p>
        </p:txBody>
      </p:sp>
      <p:pic>
        <p:nvPicPr>
          <p:cNvPr id="3" name="CGC logo white.png" descr="CGC logo white.png">
            <a:extLst>
              <a:ext uri="{FF2B5EF4-FFF2-40B4-BE49-F238E27FC236}">
                <a16:creationId xmlns:a16="http://schemas.microsoft.com/office/drawing/2014/main" id="{29CEE4A7-7864-EBE3-4582-0073BA645EDC}"/>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285750" y="285750"/>
            <a:ext cx="1152091" cy="199818"/>
          </a:xfrm>
          <a:prstGeom prst="rect">
            <a:avLst/>
          </a:prstGeom>
          <a:ln w="12700">
            <a:miter lim="400000"/>
          </a:ln>
        </p:spPr>
      </p:pic>
      <p:sp>
        <p:nvSpPr>
          <p:cNvPr id="4" name="Text Placeholder 14">
            <a:extLst>
              <a:ext uri="{FF2B5EF4-FFF2-40B4-BE49-F238E27FC236}">
                <a16:creationId xmlns:a16="http://schemas.microsoft.com/office/drawing/2014/main" id="{CCB60316-8C0A-0E7E-F220-2796F96F4940}"/>
              </a:ext>
            </a:extLst>
          </p:cNvPr>
          <p:cNvSpPr>
            <a:spLocks noGrp="1"/>
          </p:cNvSpPr>
          <p:nvPr>
            <p:ph type="body" sz="quarter" idx="32" hasCustomPrompt="1"/>
          </p:nvPr>
        </p:nvSpPr>
        <p:spPr>
          <a:xfrm>
            <a:off x="3404134" y="3256207"/>
            <a:ext cx="2270059" cy="1021767"/>
          </a:xfrm>
        </p:spPr>
        <p:txBody>
          <a:bodyPr lIns="0" tIns="0" rIns="0" bIns="0">
            <a:noAutofit/>
          </a:bodyPr>
          <a:lstStyle>
            <a:lvl1pPr marL="0" indent="0">
              <a:lnSpc>
                <a:spcPct val="80000"/>
              </a:lnSpc>
              <a:buNone/>
              <a:defRPr sz="1200">
                <a:solidFill>
                  <a:schemeClr val="bg1"/>
                </a:solidFill>
              </a:defRPr>
            </a:lvl1pPr>
          </a:lstStyle>
          <a:p>
            <a:pPr lvl="0"/>
            <a:r>
              <a:rPr lang="en-US"/>
              <a:t>text</a:t>
            </a:r>
          </a:p>
        </p:txBody>
      </p:sp>
      <p:sp>
        <p:nvSpPr>
          <p:cNvPr id="6" name="Text Placeholder 14">
            <a:extLst>
              <a:ext uri="{FF2B5EF4-FFF2-40B4-BE49-F238E27FC236}">
                <a16:creationId xmlns:a16="http://schemas.microsoft.com/office/drawing/2014/main" id="{301576FB-9E6C-4C8D-C4C2-89F38A3E79F5}"/>
              </a:ext>
            </a:extLst>
          </p:cNvPr>
          <p:cNvSpPr>
            <a:spLocks noGrp="1"/>
          </p:cNvSpPr>
          <p:nvPr>
            <p:ph type="body" sz="quarter" idx="33" hasCustomPrompt="1"/>
          </p:nvPr>
        </p:nvSpPr>
        <p:spPr>
          <a:xfrm>
            <a:off x="3404134" y="3013585"/>
            <a:ext cx="2270059" cy="252788"/>
          </a:xfrm>
        </p:spPr>
        <p:txBody>
          <a:bodyPr lIns="0" tIns="0" rIns="0" bIns="0">
            <a:noAutofit/>
          </a:bodyPr>
          <a:lstStyle>
            <a:lvl1pPr marL="0" indent="0">
              <a:lnSpc>
                <a:spcPct val="80000"/>
              </a:lnSpc>
              <a:buNone/>
              <a:defRPr sz="1200" b="1" i="0">
                <a:solidFill>
                  <a:schemeClr val="bg1"/>
                </a:solidFill>
                <a:latin typeface="Lora SemiBold" pitchFamily="2" charset="77"/>
              </a:defRPr>
            </a:lvl1pPr>
          </a:lstStyle>
          <a:p>
            <a:pPr lvl="0"/>
            <a:r>
              <a:rPr lang="en-US"/>
              <a:t>Subtitle</a:t>
            </a:r>
          </a:p>
        </p:txBody>
      </p:sp>
      <p:sp>
        <p:nvSpPr>
          <p:cNvPr id="7" name="Text Placeholder 6">
            <a:extLst>
              <a:ext uri="{FF2B5EF4-FFF2-40B4-BE49-F238E27FC236}">
                <a16:creationId xmlns:a16="http://schemas.microsoft.com/office/drawing/2014/main" id="{207812A7-8A80-45CE-D319-B45807D8B6AD}"/>
              </a:ext>
            </a:extLst>
          </p:cNvPr>
          <p:cNvSpPr>
            <a:spLocks noGrp="1"/>
          </p:cNvSpPr>
          <p:nvPr>
            <p:ph type="body" sz="quarter" idx="34" hasCustomPrompt="1"/>
          </p:nvPr>
        </p:nvSpPr>
        <p:spPr>
          <a:xfrm>
            <a:off x="3404135" y="2008344"/>
            <a:ext cx="2466270" cy="1021767"/>
          </a:xfrm>
          <a:prstGeom prst="rect">
            <a:avLst/>
          </a:prstGeom>
        </p:spPr>
        <p:txBody>
          <a:bodyPr lIns="0" tIns="0" rIns="0" bIns="0" anchor="b">
            <a:noAutofit/>
          </a:bodyPr>
          <a:lstStyle>
            <a:lvl1pPr marL="0" indent="0">
              <a:lnSpc>
                <a:spcPct val="70000"/>
              </a:lnSpc>
              <a:buNone/>
              <a:defRPr sz="7500">
                <a:solidFill>
                  <a:schemeClr val="bg1"/>
                </a:solidFill>
                <a:latin typeface="+mj-lt"/>
              </a:defRPr>
            </a:lvl1pPr>
          </a:lstStyle>
          <a:p>
            <a:pPr lvl="0"/>
            <a:r>
              <a:rPr lang="en-US"/>
              <a:t>DATA</a:t>
            </a:r>
          </a:p>
        </p:txBody>
      </p:sp>
      <p:sp>
        <p:nvSpPr>
          <p:cNvPr id="8" name="Text Placeholder 14">
            <a:extLst>
              <a:ext uri="{FF2B5EF4-FFF2-40B4-BE49-F238E27FC236}">
                <a16:creationId xmlns:a16="http://schemas.microsoft.com/office/drawing/2014/main" id="{0A45F78A-A2CA-5598-87D6-FB51BB95FF7B}"/>
              </a:ext>
            </a:extLst>
          </p:cNvPr>
          <p:cNvSpPr>
            <a:spLocks noGrp="1"/>
          </p:cNvSpPr>
          <p:nvPr>
            <p:ph type="body" sz="quarter" idx="35" hasCustomPrompt="1"/>
          </p:nvPr>
        </p:nvSpPr>
        <p:spPr>
          <a:xfrm>
            <a:off x="6180424" y="3256207"/>
            <a:ext cx="2270059" cy="1021767"/>
          </a:xfrm>
        </p:spPr>
        <p:txBody>
          <a:bodyPr lIns="0" tIns="0" rIns="0" bIns="0">
            <a:noAutofit/>
          </a:bodyPr>
          <a:lstStyle>
            <a:lvl1pPr marL="0" indent="0">
              <a:lnSpc>
                <a:spcPct val="80000"/>
              </a:lnSpc>
              <a:buNone/>
              <a:defRPr sz="1200">
                <a:solidFill>
                  <a:schemeClr val="bg1"/>
                </a:solidFill>
              </a:defRPr>
            </a:lvl1pPr>
          </a:lstStyle>
          <a:p>
            <a:pPr lvl="0"/>
            <a:r>
              <a:rPr lang="en-US"/>
              <a:t>text</a:t>
            </a:r>
          </a:p>
        </p:txBody>
      </p:sp>
      <p:sp>
        <p:nvSpPr>
          <p:cNvPr id="9" name="Text Placeholder 14">
            <a:extLst>
              <a:ext uri="{FF2B5EF4-FFF2-40B4-BE49-F238E27FC236}">
                <a16:creationId xmlns:a16="http://schemas.microsoft.com/office/drawing/2014/main" id="{849EE092-6E39-7CDE-438D-F317D7C4793F}"/>
              </a:ext>
            </a:extLst>
          </p:cNvPr>
          <p:cNvSpPr>
            <a:spLocks noGrp="1"/>
          </p:cNvSpPr>
          <p:nvPr>
            <p:ph type="body" sz="quarter" idx="36" hasCustomPrompt="1"/>
          </p:nvPr>
        </p:nvSpPr>
        <p:spPr>
          <a:xfrm>
            <a:off x="6180424" y="3013585"/>
            <a:ext cx="2270059" cy="252788"/>
          </a:xfrm>
        </p:spPr>
        <p:txBody>
          <a:bodyPr lIns="0" tIns="0" rIns="0" bIns="0">
            <a:noAutofit/>
          </a:bodyPr>
          <a:lstStyle>
            <a:lvl1pPr marL="0" indent="0">
              <a:lnSpc>
                <a:spcPct val="80000"/>
              </a:lnSpc>
              <a:buNone/>
              <a:defRPr sz="1200" b="1" i="0">
                <a:solidFill>
                  <a:schemeClr val="bg1"/>
                </a:solidFill>
                <a:latin typeface="Lora SemiBold" pitchFamily="2" charset="77"/>
              </a:defRPr>
            </a:lvl1pPr>
          </a:lstStyle>
          <a:p>
            <a:pPr lvl="0"/>
            <a:r>
              <a:rPr lang="en-US"/>
              <a:t>Subtitle</a:t>
            </a:r>
          </a:p>
        </p:txBody>
      </p:sp>
      <p:sp>
        <p:nvSpPr>
          <p:cNvPr id="10" name="Text Placeholder 6">
            <a:extLst>
              <a:ext uri="{FF2B5EF4-FFF2-40B4-BE49-F238E27FC236}">
                <a16:creationId xmlns:a16="http://schemas.microsoft.com/office/drawing/2014/main" id="{8E0A9172-3517-B3D5-5F4A-73FAA36D1248}"/>
              </a:ext>
            </a:extLst>
          </p:cNvPr>
          <p:cNvSpPr>
            <a:spLocks noGrp="1"/>
          </p:cNvSpPr>
          <p:nvPr>
            <p:ph type="body" sz="quarter" idx="37" hasCustomPrompt="1"/>
          </p:nvPr>
        </p:nvSpPr>
        <p:spPr>
          <a:xfrm>
            <a:off x="6180425" y="2008344"/>
            <a:ext cx="2466270" cy="1021767"/>
          </a:xfrm>
          <a:prstGeom prst="rect">
            <a:avLst/>
          </a:prstGeom>
        </p:spPr>
        <p:txBody>
          <a:bodyPr lIns="0" tIns="0" rIns="0" bIns="0" anchor="b">
            <a:noAutofit/>
          </a:bodyPr>
          <a:lstStyle>
            <a:lvl1pPr marL="0" indent="0">
              <a:lnSpc>
                <a:spcPct val="70000"/>
              </a:lnSpc>
              <a:buNone/>
              <a:defRPr sz="7500">
                <a:solidFill>
                  <a:schemeClr val="bg1"/>
                </a:solidFill>
                <a:latin typeface="+mj-lt"/>
              </a:defRPr>
            </a:lvl1pPr>
          </a:lstStyle>
          <a:p>
            <a:pPr lvl="0"/>
            <a:r>
              <a:rPr lang="en-US"/>
              <a:t>DATA</a:t>
            </a:r>
          </a:p>
        </p:txBody>
      </p:sp>
    </p:spTree>
    <p:extLst>
      <p:ext uri="{BB962C8B-B14F-4D97-AF65-F5344CB8AC3E}">
        <p14:creationId xmlns:p14="http://schemas.microsoft.com/office/powerpoint/2010/main" val="1248943969"/>
      </p:ext>
    </p:extLst>
  </p:cSld>
  <p:clrMapOvr>
    <a:masterClrMapping/>
  </p:clrMapOvr>
  <p:transition spd="med"/>
</p:sldLayout>
</file>

<file path=ppt/slideLayouts/slideLayout165.xml><?xml version="1.0" encoding="utf-8"?>
<p:sldLayout xmlns:a="http://schemas.openxmlformats.org/drawingml/2006/main" xmlns:r="http://schemas.openxmlformats.org/officeDocument/2006/relationships" xmlns:p="http://schemas.openxmlformats.org/presentationml/2006/main" showMasterSp="0" preserve="1" userDrawn="1">
  <p:cSld name="3 column data - light">
    <p:bg>
      <p:bgPr>
        <a:solidFill>
          <a:srgbClr val="FDFAF2"/>
        </a:solidFill>
        <a:effectLst/>
      </p:bgPr>
    </p:bg>
    <p:spTree>
      <p:nvGrpSpPr>
        <p:cNvPr id="1" name=""/>
        <p:cNvGrpSpPr/>
        <p:nvPr/>
      </p:nvGrpSpPr>
      <p:grpSpPr>
        <a:xfrm>
          <a:off x="0" y="0"/>
          <a:ext cx="0" cy="0"/>
          <a:chOff x="0" y="0"/>
          <a:chExt cx="0" cy="0"/>
        </a:xfrm>
      </p:grpSpPr>
      <p:sp>
        <p:nvSpPr>
          <p:cNvPr id="184" name="Slide Number"/>
          <p:cNvSpPr txBox="1">
            <a:spLocks noGrp="1"/>
          </p:cNvSpPr>
          <p:nvPr>
            <p:ph type="sldNum" sz="quarter" idx="2"/>
          </p:nvPr>
        </p:nvSpPr>
        <p:spPr>
          <a:prstGeom prst="rect">
            <a:avLst/>
          </a:prstGeom>
        </p:spPr>
        <p:txBody>
          <a:bodyPr/>
          <a:lstStyle>
            <a:lvl1pPr>
              <a:defRPr>
                <a:solidFill>
                  <a:schemeClr val="tx1"/>
                </a:solidFill>
              </a:defRPr>
            </a:lvl1pPr>
          </a:lstStyle>
          <a:p>
            <a:fld id="{86CB4B4D-7CA3-9044-876B-883B54F8677D}" type="slidenum">
              <a:rPr lang="en-GB" smtClean="0"/>
              <a:pPr/>
              <a:t>‹#›</a:t>
            </a:fld>
            <a:endParaRPr lang="en-GB"/>
          </a:p>
        </p:txBody>
      </p:sp>
      <p:pic>
        <p:nvPicPr>
          <p:cNvPr id="9" name="CGC logo.png" descr="CGC logo.png">
            <a:extLst>
              <a:ext uri="{FF2B5EF4-FFF2-40B4-BE49-F238E27FC236}">
                <a16:creationId xmlns:a16="http://schemas.microsoft.com/office/drawing/2014/main" id="{F5D0896A-85F3-2FA7-58ED-F35C784639C4}"/>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285750" y="285750"/>
            <a:ext cx="1152525" cy="199894"/>
          </a:xfrm>
          <a:prstGeom prst="rect">
            <a:avLst/>
          </a:prstGeom>
          <a:ln w="12700">
            <a:miter lim="400000"/>
          </a:ln>
        </p:spPr>
      </p:pic>
      <p:sp>
        <p:nvSpPr>
          <p:cNvPr id="23" name="Text Placeholder 6">
            <a:extLst>
              <a:ext uri="{FF2B5EF4-FFF2-40B4-BE49-F238E27FC236}">
                <a16:creationId xmlns:a16="http://schemas.microsoft.com/office/drawing/2014/main" id="{66D3EF07-9532-20A8-3C09-7767F65F7A36}"/>
              </a:ext>
            </a:extLst>
          </p:cNvPr>
          <p:cNvSpPr>
            <a:spLocks noGrp="1"/>
          </p:cNvSpPr>
          <p:nvPr>
            <p:ph type="body" sz="quarter" idx="22" hasCustomPrompt="1"/>
          </p:nvPr>
        </p:nvSpPr>
        <p:spPr>
          <a:xfrm>
            <a:off x="627844" y="705226"/>
            <a:ext cx="3850640" cy="1021767"/>
          </a:xfrm>
          <a:prstGeom prst="rect">
            <a:avLst/>
          </a:prstGeom>
        </p:spPr>
        <p:txBody>
          <a:bodyPr lIns="0" tIns="0" rIns="0" bIns="0" anchor="b">
            <a:noAutofit/>
          </a:bodyPr>
          <a:lstStyle>
            <a:lvl1pPr marL="0" indent="0">
              <a:lnSpc>
                <a:spcPct val="70000"/>
              </a:lnSpc>
              <a:buNone/>
              <a:defRPr sz="3000">
                <a:solidFill>
                  <a:schemeClr val="tx1"/>
                </a:solidFill>
                <a:latin typeface="+mj-lt"/>
              </a:defRPr>
            </a:lvl1pPr>
          </a:lstStyle>
          <a:p>
            <a:pPr lvl="0"/>
            <a:r>
              <a:rPr lang="en-US"/>
              <a:t>TITLE</a:t>
            </a:r>
          </a:p>
        </p:txBody>
      </p:sp>
      <p:sp>
        <p:nvSpPr>
          <p:cNvPr id="24" name="Text Placeholder 14">
            <a:extLst>
              <a:ext uri="{FF2B5EF4-FFF2-40B4-BE49-F238E27FC236}">
                <a16:creationId xmlns:a16="http://schemas.microsoft.com/office/drawing/2014/main" id="{6E1DEC82-F4E6-8D14-E6AB-171E63030BBA}"/>
              </a:ext>
            </a:extLst>
          </p:cNvPr>
          <p:cNvSpPr>
            <a:spLocks noGrp="1"/>
          </p:cNvSpPr>
          <p:nvPr>
            <p:ph type="body" sz="quarter" idx="23" hasCustomPrompt="1"/>
          </p:nvPr>
        </p:nvSpPr>
        <p:spPr>
          <a:xfrm>
            <a:off x="627843" y="3256207"/>
            <a:ext cx="2270059" cy="1021767"/>
          </a:xfrm>
        </p:spPr>
        <p:txBody>
          <a:bodyPr lIns="0" tIns="0" rIns="0" bIns="0">
            <a:noAutofit/>
          </a:bodyPr>
          <a:lstStyle>
            <a:lvl1pPr marL="0" indent="0">
              <a:lnSpc>
                <a:spcPct val="80000"/>
              </a:lnSpc>
              <a:buNone/>
              <a:defRPr sz="1200">
                <a:solidFill>
                  <a:schemeClr val="tx1"/>
                </a:solidFill>
              </a:defRPr>
            </a:lvl1pPr>
          </a:lstStyle>
          <a:p>
            <a:pPr lvl="0"/>
            <a:r>
              <a:rPr lang="en-US"/>
              <a:t>text</a:t>
            </a:r>
          </a:p>
        </p:txBody>
      </p:sp>
      <p:sp>
        <p:nvSpPr>
          <p:cNvPr id="25" name="Text Placeholder 14">
            <a:extLst>
              <a:ext uri="{FF2B5EF4-FFF2-40B4-BE49-F238E27FC236}">
                <a16:creationId xmlns:a16="http://schemas.microsoft.com/office/drawing/2014/main" id="{3327FB22-72B2-953E-CE9A-15FD3A54259B}"/>
              </a:ext>
            </a:extLst>
          </p:cNvPr>
          <p:cNvSpPr>
            <a:spLocks noGrp="1"/>
          </p:cNvSpPr>
          <p:nvPr>
            <p:ph type="body" sz="quarter" idx="25" hasCustomPrompt="1"/>
          </p:nvPr>
        </p:nvSpPr>
        <p:spPr>
          <a:xfrm>
            <a:off x="627843" y="3013585"/>
            <a:ext cx="2270059" cy="252788"/>
          </a:xfrm>
        </p:spPr>
        <p:txBody>
          <a:bodyPr lIns="0" tIns="0" rIns="0" bIns="0">
            <a:noAutofit/>
          </a:bodyPr>
          <a:lstStyle>
            <a:lvl1pPr marL="0" indent="0">
              <a:lnSpc>
                <a:spcPct val="80000"/>
              </a:lnSpc>
              <a:buNone/>
              <a:defRPr sz="1200" b="1" i="0">
                <a:solidFill>
                  <a:schemeClr val="tx1"/>
                </a:solidFill>
                <a:latin typeface="Lora SemiBold" pitchFamily="2" charset="77"/>
              </a:defRPr>
            </a:lvl1pPr>
          </a:lstStyle>
          <a:p>
            <a:pPr lvl="0"/>
            <a:r>
              <a:rPr lang="en-US"/>
              <a:t>Subtitle</a:t>
            </a:r>
          </a:p>
        </p:txBody>
      </p:sp>
      <p:sp>
        <p:nvSpPr>
          <p:cNvPr id="26" name="Text Placeholder 6">
            <a:extLst>
              <a:ext uri="{FF2B5EF4-FFF2-40B4-BE49-F238E27FC236}">
                <a16:creationId xmlns:a16="http://schemas.microsoft.com/office/drawing/2014/main" id="{316424C1-D9CD-895C-1E71-0596C6356B3C}"/>
              </a:ext>
            </a:extLst>
          </p:cNvPr>
          <p:cNvSpPr>
            <a:spLocks noGrp="1"/>
          </p:cNvSpPr>
          <p:nvPr>
            <p:ph type="body" sz="quarter" idx="29" hasCustomPrompt="1"/>
          </p:nvPr>
        </p:nvSpPr>
        <p:spPr>
          <a:xfrm>
            <a:off x="627844" y="2008344"/>
            <a:ext cx="2466270" cy="1021767"/>
          </a:xfrm>
          <a:prstGeom prst="rect">
            <a:avLst/>
          </a:prstGeom>
        </p:spPr>
        <p:txBody>
          <a:bodyPr lIns="0" tIns="0" rIns="0" bIns="0" anchor="b">
            <a:noAutofit/>
          </a:bodyPr>
          <a:lstStyle>
            <a:lvl1pPr marL="0" indent="0">
              <a:lnSpc>
                <a:spcPct val="70000"/>
              </a:lnSpc>
              <a:buNone/>
              <a:defRPr sz="7500">
                <a:solidFill>
                  <a:schemeClr val="accent1"/>
                </a:solidFill>
                <a:latin typeface="+mj-lt"/>
              </a:defRPr>
            </a:lvl1pPr>
          </a:lstStyle>
          <a:p>
            <a:pPr lvl="0"/>
            <a:r>
              <a:rPr lang="en-US"/>
              <a:t>DATA</a:t>
            </a:r>
          </a:p>
        </p:txBody>
      </p:sp>
      <p:sp>
        <p:nvSpPr>
          <p:cNvPr id="27" name="Text Placeholder 14">
            <a:extLst>
              <a:ext uri="{FF2B5EF4-FFF2-40B4-BE49-F238E27FC236}">
                <a16:creationId xmlns:a16="http://schemas.microsoft.com/office/drawing/2014/main" id="{10521BF6-E67B-1D3C-5920-500533A5B60D}"/>
              </a:ext>
            </a:extLst>
          </p:cNvPr>
          <p:cNvSpPr>
            <a:spLocks noGrp="1"/>
          </p:cNvSpPr>
          <p:nvPr>
            <p:ph type="body" sz="quarter" idx="32" hasCustomPrompt="1"/>
          </p:nvPr>
        </p:nvSpPr>
        <p:spPr>
          <a:xfrm>
            <a:off x="3404134" y="3256207"/>
            <a:ext cx="2270059" cy="1021767"/>
          </a:xfrm>
        </p:spPr>
        <p:txBody>
          <a:bodyPr lIns="0" tIns="0" rIns="0" bIns="0">
            <a:noAutofit/>
          </a:bodyPr>
          <a:lstStyle>
            <a:lvl1pPr marL="0" indent="0">
              <a:lnSpc>
                <a:spcPct val="80000"/>
              </a:lnSpc>
              <a:buNone/>
              <a:defRPr sz="1200">
                <a:solidFill>
                  <a:schemeClr val="tx1"/>
                </a:solidFill>
              </a:defRPr>
            </a:lvl1pPr>
          </a:lstStyle>
          <a:p>
            <a:pPr lvl="0"/>
            <a:r>
              <a:rPr lang="en-US"/>
              <a:t>text</a:t>
            </a:r>
          </a:p>
        </p:txBody>
      </p:sp>
      <p:sp>
        <p:nvSpPr>
          <p:cNvPr id="28" name="Text Placeholder 14">
            <a:extLst>
              <a:ext uri="{FF2B5EF4-FFF2-40B4-BE49-F238E27FC236}">
                <a16:creationId xmlns:a16="http://schemas.microsoft.com/office/drawing/2014/main" id="{A605BA59-1B16-256C-9A06-FD4C2F1CE3C2}"/>
              </a:ext>
            </a:extLst>
          </p:cNvPr>
          <p:cNvSpPr>
            <a:spLocks noGrp="1"/>
          </p:cNvSpPr>
          <p:nvPr>
            <p:ph type="body" sz="quarter" idx="33" hasCustomPrompt="1"/>
          </p:nvPr>
        </p:nvSpPr>
        <p:spPr>
          <a:xfrm>
            <a:off x="3404134" y="3013585"/>
            <a:ext cx="2270059" cy="252788"/>
          </a:xfrm>
        </p:spPr>
        <p:txBody>
          <a:bodyPr lIns="0" tIns="0" rIns="0" bIns="0">
            <a:noAutofit/>
          </a:bodyPr>
          <a:lstStyle>
            <a:lvl1pPr marL="0" indent="0">
              <a:lnSpc>
                <a:spcPct val="80000"/>
              </a:lnSpc>
              <a:buNone/>
              <a:defRPr sz="1200" b="1" i="0">
                <a:solidFill>
                  <a:schemeClr val="tx1"/>
                </a:solidFill>
                <a:latin typeface="Lora SemiBold" pitchFamily="2" charset="77"/>
              </a:defRPr>
            </a:lvl1pPr>
          </a:lstStyle>
          <a:p>
            <a:pPr lvl="0"/>
            <a:r>
              <a:rPr lang="en-US"/>
              <a:t>Subtitle</a:t>
            </a:r>
          </a:p>
        </p:txBody>
      </p:sp>
      <p:sp>
        <p:nvSpPr>
          <p:cNvPr id="29" name="Text Placeholder 6">
            <a:extLst>
              <a:ext uri="{FF2B5EF4-FFF2-40B4-BE49-F238E27FC236}">
                <a16:creationId xmlns:a16="http://schemas.microsoft.com/office/drawing/2014/main" id="{ACE34BB2-B8C4-9EA2-F68D-567DB7292A91}"/>
              </a:ext>
            </a:extLst>
          </p:cNvPr>
          <p:cNvSpPr>
            <a:spLocks noGrp="1"/>
          </p:cNvSpPr>
          <p:nvPr>
            <p:ph type="body" sz="quarter" idx="34" hasCustomPrompt="1"/>
          </p:nvPr>
        </p:nvSpPr>
        <p:spPr>
          <a:xfrm>
            <a:off x="3404135" y="2008344"/>
            <a:ext cx="2466270" cy="1021767"/>
          </a:xfrm>
          <a:prstGeom prst="rect">
            <a:avLst/>
          </a:prstGeom>
        </p:spPr>
        <p:txBody>
          <a:bodyPr lIns="0" tIns="0" rIns="0" bIns="0" anchor="b">
            <a:noAutofit/>
          </a:bodyPr>
          <a:lstStyle>
            <a:lvl1pPr marL="0" indent="0">
              <a:lnSpc>
                <a:spcPct val="70000"/>
              </a:lnSpc>
              <a:buNone/>
              <a:defRPr sz="7500">
                <a:solidFill>
                  <a:schemeClr val="accent1"/>
                </a:solidFill>
                <a:latin typeface="+mj-lt"/>
              </a:defRPr>
            </a:lvl1pPr>
          </a:lstStyle>
          <a:p>
            <a:pPr lvl="0"/>
            <a:r>
              <a:rPr lang="en-US"/>
              <a:t>DATA</a:t>
            </a:r>
          </a:p>
        </p:txBody>
      </p:sp>
      <p:sp>
        <p:nvSpPr>
          <p:cNvPr id="30" name="Text Placeholder 14">
            <a:extLst>
              <a:ext uri="{FF2B5EF4-FFF2-40B4-BE49-F238E27FC236}">
                <a16:creationId xmlns:a16="http://schemas.microsoft.com/office/drawing/2014/main" id="{20B77876-5F78-3E87-DFEE-0CA40F482077}"/>
              </a:ext>
            </a:extLst>
          </p:cNvPr>
          <p:cNvSpPr>
            <a:spLocks noGrp="1"/>
          </p:cNvSpPr>
          <p:nvPr>
            <p:ph type="body" sz="quarter" idx="35" hasCustomPrompt="1"/>
          </p:nvPr>
        </p:nvSpPr>
        <p:spPr>
          <a:xfrm>
            <a:off x="6180424" y="3256207"/>
            <a:ext cx="2270059" cy="1021767"/>
          </a:xfrm>
        </p:spPr>
        <p:txBody>
          <a:bodyPr lIns="0" tIns="0" rIns="0" bIns="0">
            <a:noAutofit/>
          </a:bodyPr>
          <a:lstStyle>
            <a:lvl1pPr marL="0" indent="0">
              <a:lnSpc>
                <a:spcPct val="80000"/>
              </a:lnSpc>
              <a:buNone/>
              <a:defRPr sz="1200">
                <a:solidFill>
                  <a:schemeClr val="tx1"/>
                </a:solidFill>
              </a:defRPr>
            </a:lvl1pPr>
          </a:lstStyle>
          <a:p>
            <a:pPr lvl="0"/>
            <a:r>
              <a:rPr lang="en-US"/>
              <a:t>text</a:t>
            </a:r>
          </a:p>
        </p:txBody>
      </p:sp>
      <p:sp>
        <p:nvSpPr>
          <p:cNvPr id="31" name="Text Placeholder 14">
            <a:extLst>
              <a:ext uri="{FF2B5EF4-FFF2-40B4-BE49-F238E27FC236}">
                <a16:creationId xmlns:a16="http://schemas.microsoft.com/office/drawing/2014/main" id="{6D0113F9-7306-4592-3B7C-5015496251C1}"/>
              </a:ext>
            </a:extLst>
          </p:cNvPr>
          <p:cNvSpPr>
            <a:spLocks noGrp="1"/>
          </p:cNvSpPr>
          <p:nvPr>
            <p:ph type="body" sz="quarter" idx="36" hasCustomPrompt="1"/>
          </p:nvPr>
        </p:nvSpPr>
        <p:spPr>
          <a:xfrm>
            <a:off x="6180424" y="3013585"/>
            <a:ext cx="2270059" cy="252788"/>
          </a:xfrm>
        </p:spPr>
        <p:txBody>
          <a:bodyPr lIns="0" tIns="0" rIns="0" bIns="0">
            <a:noAutofit/>
          </a:bodyPr>
          <a:lstStyle>
            <a:lvl1pPr marL="0" indent="0">
              <a:lnSpc>
                <a:spcPct val="80000"/>
              </a:lnSpc>
              <a:buNone/>
              <a:defRPr sz="1200" b="1" i="0">
                <a:solidFill>
                  <a:schemeClr val="tx1"/>
                </a:solidFill>
                <a:latin typeface="Lora SemiBold" pitchFamily="2" charset="77"/>
              </a:defRPr>
            </a:lvl1pPr>
          </a:lstStyle>
          <a:p>
            <a:pPr lvl="0"/>
            <a:r>
              <a:rPr lang="en-US"/>
              <a:t>Subtitle</a:t>
            </a:r>
          </a:p>
        </p:txBody>
      </p:sp>
      <p:sp>
        <p:nvSpPr>
          <p:cNvPr id="32" name="Text Placeholder 6">
            <a:extLst>
              <a:ext uri="{FF2B5EF4-FFF2-40B4-BE49-F238E27FC236}">
                <a16:creationId xmlns:a16="http://schemas.microsoft.com/office/drawing/2014/main" id="{6E2316D9-6FD4-0D58-6C57-2065E0101A88}"/>
              </a:ext>
            </a:extLst>
          </p:cNvPr>
          <p:cNvSpPr>
            <a:spLocks noGrp="1"/>
          </p:cNvSpPr>
          <p:nvPr>
            <p:ph type="body" sz="quarter" idx="37" hasCustomPrompt="1"/>
          </p:nvPr>
        </p:nvSpPr>
        <p:spPr>
          <a:xfrm>
            <a:off x="6180425" y="2008344"/>
            <a:ext cx="2466270" cy="1021767"/>
          </a:xfrm>
          <a:prstGeom prst="rect">
            <a:avLst/>
          </a:prstGeom>
        </p:spPr>
        <p:txBody>
          <a:bodyPr lIns="0" tIns="0" rIns="0" bIns="0" anchor="b">
            <a:noAutofit/>
          </a:bodyPr>
          <a:lstStyle>
            <a:lvl1pPr marL="0" indent="0">
              <a:lnSpc>
                <a:spcPct val="70000"/>
              </a:lnSpc>
              <a:buNone/>
              <a:defRPr sz="7500">
                <a:solidFill>
                  <a:schemeClr val="accent1"/>
                </a:solidFill>
                <a:latin typeface="+mj-lt"/>
              </a:defRPr>
            </a:lvl1pPr>
          </a:lstStyle>
          <a:p>
            <a:pPr lvl="0"/>
            <a:r>
              <a:rPr lang="en-US"/>
              <a:t>DATA</a:t>
            </a:r>
          </a:p>
        </p:txBody>
      </p:sp>
    </p:spTree>
    <p:extLst>
      <p:ext uri="{BB962C8B-B14F-4D97-AF65-F5344CB8AC3E}">
        <p14:creationId xmlns:p14="http://schemas.microsoft.com/office/powerpoint/2010/main" val="1722131227"/>
      </p:ext>
    </p:extLst>
  </p:cSld>
  <p:clrMapOvr>
    <a:masterClrMapping/>
  </p:clrMapOvr>
  <p:transition spd="med"/>
</p:sldLayout>
</file>

<file path=ppt/slideLayouts/slideLayout166.xml><?xml version="1.0" encoding="utf-8"?>
<p:sldLayout xmlns:a="http://schemas.openxmlformats.org/drawingml/2006/main" xmlns:r="http://schemas.openxmlformats.org/officeDocument/2006/relationships" xmlns:p="http://schemas.openxmlformats.org/presentationml/2006/main" showMasterSp="0" preserve="1" userDrawn="1">
  <p:cSld name="2 column data">
    <p:bg>
      <p:bgPr>
        <a:solidFill>
          <a:srgbClr val="0143FD"/>
        </a:solidFill>
        <a:effectLst/>
      </p:bgPr>
    </p:bg>
    <p:spTree>
      <p:nvGrpSpPr>
        <p:cNvPr id="1" name=""/>
        <p:cNvGrpSpPr/>
        <p:nvPr/>
      </p:nvGrpSpPr>
      <p:grpSpPr>
        <a:xfrm>
          <a:off x="0" y="0"/>
          <a:ext cx="0" cy="0"/>
          <a:chOff x="0" y="0"/>
          <a:chExt cx="0" cy="0"/>
        </a:xfrm>
      </p:grpSpPr>
      <p:sp>
        <p:nvSpPr>
          <p:cNvPr id="30" name="Picture Placeholder 28">
            <a:extLst>
              <a:ext uri="{FF2B5EF4-FFF2-40B4-BE49-F238E27FC236}">
                <a16:creationId xmlns:a16="http://schemas.microsoft.com/office/drawing/2014/main" id="{DDEF3048-1817-9716-78B9-58BAB3F197D8}"/>
              </a:ext>
            </a:extLst>
          </p:cNvPr>
          <p:cNvSpPr>
            <a:spLocks noGrp="1"/>
          </p:cNvSpPr>
          <p:nvPr>
            <p:ph type="pic" sz="quarter" idx="32"/>
          </p:nvPr>
        </p:nvSpPr>
        <p:spPr>
          <a:xfrm>
            <a:off x="0" y="0"/>
            <a:ext cx="4572000" cy="5143500"/>
          </a:xfrm>
        </p:spPr>
        <p:txBody>
          <a:bodyPr/>
          <a:lstStyle/>
          <a:p>
            <a:endParaRPr lang="en-US"/>
          </a:p>
        </p:txBody>
      </p:sp>
      <p:sp>
        <p:nvSpPr>
          <p:cNvPr id="27" name="Rectangle 26">
            <a:extLst>
              <a:ext uri="{FF2B5EF4-FFF2-40B4-BE49-F238E27FC236}">
                <a16:creationId xmlns:a16="http://schemas.microsoft.com/office/drawing/2014/main" id="{EEBB1D01-D2C6-2360-55B2-621F275420F4}"/>
              </a:ext>
            </a:extLst>
          </p:cNvPr>
          <p:cNvSpPr/>
          <p:nvPr userDrawn="1"/>
        </p:nvSpPr>
        <p:spPr>
          <a:xfrm>
            <a:off x="4571998" y="0"/>
            <a:ext cx="4572002" cy="5143500"/>
          </a:xfrm>
          <a:prstGeom prst="rect">
            <a:avLst/>
          </a:prstGeom>
          <a:solidFill>
            <a:srgbClr val="730B39"/>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20000"/>
              </a:lnSpc>
              <a:spcBef>
                <a:spcPts val="0"/>
              </a:spcBef>
              <a:spcAft>
                <a:spcPts val="0"/>
              </a:spcAft>
              <a:buClrTx/>
              <a:buSzTx/>
              <a:buFontTx/>
              <a:buNone/>
              <a:tabLst/>
            </a:pPr>
            <a:endParaRPr kumimoji="0" lang="en-US" sz="3000" b="0" i="0" u="none" strike="noStrike" cap="all" spc="0" normalizeH="0" baseline="0">
              <a:ln>
                <a:noFill/>
              </a:ln>
              <a:solidFill>
                <a:srgbClr val="FFFFFF"/>
              </a:solidFill>
              <a:effectLst/>
              <a:uFillTx/>
              <a:latin typeface="Proxima Nova Extrabold"/>
              <a:ea typeface="Proxima Nova Extrabold"/>
              <a:cs typeface="Proxima Nova Extrabold"/>
              <a:sym typeface="Proxima Nova Extrabold"/>
            </a:endParaRPr>
          </a:p>
        </p:txBody>
      </p:sp>
      <p:pic>
        <p:nvPicPr>
          <p:cNvPr id="12" name="CGC logo white.png" descr="CGC logo white.png">
            <a:extLst>
              <a:ext uri="{FF2B5EF4-FFF2-40B4-BE49-F238E27FC236}">
                <a16:creationId xmlns:a16="http://schemas.microsoft.com/office/drawing/2014/main" id="{5ABB0E39-D4C4-B8AD-ECD2-6361850EED44}"/>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285750" y="285750"/>
            <a:ext cx="1152091" cy="199818"/>
          </a:xfrm>
          <a:prstGeom prst="rect">
            <a:avLst/>
          </a:prstGeom>
          <a:ln w="12700">
            <a:miter lim="400000"/>
          </a:ln>
        </p:spPr>
      </p:pic>
      <p:sp>
        <p:nvSpPr>
          <p:cNvPr id="13" name="Text Placeholder 14">
            <a:extLst>
              <a:ext uri="{FF2B5EF4-FFF2-40B4-BE49-F238E27FC236}">
                <a16:creationId xmlns:a16="http://schemas.microsoft.com/office/drawing/2014/main" id="{232AA6B5-4C50-8A3E-9BCE-78C9F44E1D42}"/>
              </a:ext>
            </a:extLst>
          </p:cNvPr>
          <p:cNvSpPr>
            <a:spLocks noGrp="1"/>
          </p:cNvSpPr>
          <p:nvPr>
            <p:ph type="body" sz="quarter" idx="23" hasCustomPrompt="1"/>
          </p:nvPr>
        </p:nvSpPr>
        <p:spPr>
          <a:xfrm>
            <a:off x="1205110" y="2812010"/>
            <a:ext cx="2270059" cy="1021767"/>
          </a:xfrm>
        </p:spPr>
        <p:txBody>
          <a:bodyPr lIns="0" tIns="0" rIns="0" bIns="0">
            <a:noAutofit/>
          </a:bodyPr>
          <a:lstStyle>
            <a:lvl1pPr marL="0" indent="0">
              <a:lnSpc>
                <a:spcPct val="80000"/>
              </a:lnSpc>
              <a:buNone/>
              <a:defRPr sz="1400">
                <a:solidFill>
                  <a:schemeClr val="bg1"/>
                </a:solidFill>
              </a:defRPr>
            </a:lvl1pPr>
          </a:lstStyle>
          <a:p>
            <a:pPr lvl="0"/>
            <a:r>
              <a:rPr lang="en-US"/>
              <a:t>text</a:t>
            </a:r>
          </a:p>
        </p:txBody>
      </p:sp>
      <p:sp>
        <p:nvSpPr>
          <p:cNvPr id="21" name="Text Placeholder 6">
            <a:extLst>
              <a:ext uri="{FF2B5EF4-FFF2-40B4-BE49-F238E27FC236}">
                <a16:creationId xmlns:a16="http://schemas.microsoft.com/office/drawing/2014/main" id="{899380E7-5FE8-392F-6B56-6C0917DFF56C}"/>
              </a:ext>
            </a:extLst>
          </p:cNvPr>
          <p:cNvSpPr>
            <a:spLocks noGrp="1"/>
          </p:cNvSpPr>
          <p:nvPr>
            <p:ph type="body" sz="quarter" idx="29" hasCustomPrompt="1"/>
          </p:nvPr>
        </p:nvSpPr>
        <p:spPr>
          <a:xfrm>
            <a:off x="1164469" y="1870171"/>
            <a:ext cx="2887779" cy="1021767"/>
          </a:xfrm>
          <a:prstGeom prst="rect">
            <a:avLst/>
          </a:prstGeom>
        </p:spPr>
        <p:txBody>
          <a:bodyPr lIns="0" tIns="0" rIns="0" bIns="0" anchor="b">
            <a:noAutofit/>
          </a:bodyPr>
          <a:lstStyle>
            <a:lvl1pPr marL="0" indent="0">
              <a:lnSpc>
                <a:spcPct val="70000"/>
              </a:lnSpc>
              <a:buNone/>
              <a:defRPr sz="9600">
                <a:solidFill>
                  <a:schemeClr val="bg1"/>
                </a:solidFill>
                <a:latin typeface="+mj-lt"/>
              </a:defRPr>
            </a:lvl1pPr>
          </a:lstStyle>
          <a:p>
            <a:pPr lvl="0"/>
            <a:r>
              <a:rPr lang="en-US"/>
              <a:t>DATA</a:t>
            </a:r>
          </a:p>
        </p:txBody>
      </p:sp>
      <p:sp>
        <p:nvSpPr>
          <p:cNvPr id="2" name="Text Placeholder 14">
            <a:extLst>
              <a:ext uri="{FF2B5EF4-FFF2-40B4-BE49-F238E27FC236}">
                <a16:creationId xmlns:a16="http://schemas.microsoft.com/office/drawing/2014/main" id="{33D35DE8-F8A1-9D6D-589C-D11595190F69}"/>
              </a:ext>
            </a:extLst>
          </p:cNvPr>
          <p:cNvSpPr>
            <a:spLocks noGrp="1"/>
          </p:cNvSpPr>
          <p:nvPr>
            <p:ph type="body" sz="quarter" idx="33" hasCustomPrompt="1"/>
          </p:nvPr>
        </p:nvSpPr>
        <p:spPr>
          <a:xfrm>
            <a:off x="5815611" y="2812010"/>
            <a:ext cx="2270059" cy="1021767"/>
          </a:xfrm>
        </p:spPr>
        <p:txBody>
          <a:bodyPr lIns="0" tIns="0" rIns="0" bIns="0">
            <a:noAutofit/>
          </a:bodyPr>
          <a:lstStyle>
            <a:lvl1pPr marL="0" indent="0">
              <a:lnSpc>
                <a:spcPct val="80000"/>
              </a:lnSpc>
              <a:buNone/>
              <a:defRPr sz="1400">
                <a:solidFill>
                  <a:schemeClr val="bg1"/>
                </a:solidFill>
              </a:defRPr>
            </a:lvl1pPr>
          </a:lstStyle>
          <a:p>
            <a:pPr lvl="0"/>
            <a:r>
              <a:rPr lang="en-US"/>
              <a:t>text</a:t>
            </a:r>
          </a:p>
        </p:txBody>
      </p:sp>
      <p:sp>
        <p:nvSpPr>
          <p:cNvPr id="3" name="Text Placeholder 6">
            <a:extLst>
              <a:ext uri="{FF2B5EF4-FFF2-40B4-BE49-F238E27FC236}">
                <a16:creationId xmlns:a16="http://schemas.microsoft.com/office/drawing/2014/main" id="{A4A0D4D3-B4E4-4879-A67F-F6461E6EBF8F}"/>
              </a:ext>
            </a:extLst>
          </p:cNvPr>
          <p:cNvSpPr>
            <a:spLocks noGrp="1"/>
          </p:cNvSpPr>
          <p:nvPr>
            <p:ph type="body" sz="quarter" idx="34" hasCustomPrompt="1"/>
          </p:nvPr>
        </p:nvSpPr>
        <p:spPr>
          <a:xfrm>
            <a:off x="5774970" y="1870171"/>
            <a:ext cx="2887779" cy="1021767"/>
          </a:xfrm>
          <a:prstGeom prst="rect">
            <a:avLst/>
          </a:prstGeom>
        </p:spPr>
        <p:txBody>
          <a:bodyPr lIns="0" tIns="0" rIns="0" bIns="0" anchor="b">
            <a:noAutofit/>
          </a:bodyPr>
          <a:lstStyle>
            <a:lvl1pPr marL="0" indent="0">
              <a:lnSpc>
                <a:spcPct val="70000"/>
              </a:lnSpc>
              <a:buNone/>
              <a:defRPr sz="9600">
                <a:solidFill>
                  <a:schemeClr val="bg1"/>
                </a:solidFill>
                <a:latin typeface="+mj-lt"/>
              </a:defRPr>
            </a:lvl1pPr>
          </a:lstStyle>
          <a:p>
            <a:pPr lvl="0"/>
            <a:r>
              <a:rPr lang="en-US"/>
              <a:t>DATA</a:t>
            </a:r>
          </a:p>
        </p:txBody>
      </p:sp>
    </p:spTree>
    <p:extLst>
      <p:ext uri="{BB962C8B-B14F-4D97-AF65-F5344CB8AC3E}">
        <p14:creationId xmlns:p14="http://schemas.microsoft.com/office/powerpoint/2010/main" val="2154890988"/>
      </p:ext>
    </p:extLst>
  </p:cSld>
  <p:clrMapOvr>
    <a:masterClrMapping/>
  </p:clrMapOvr>
  <p:transition spd="med"/>
</p:sldLayout>
</file>

<file path=ppt/slideLayouts/slideLayout167.xml><?xml version="1.0" encoding="utf-8"?>
<p:sldLayout xmlns:a="http://schemas.openxmlformats.org/drawingml/2006/main" xmlns:r="http://schemas.openxmlformats.org/officeDocument/2006/relationships" xmlns:p="http://schemas.openxmlformats.org/presentationml/2006/main" showMasterSp="0" userDrawn="1">
  <p:cSld name="title + 2 data">
    <p:bg>
      <p:bgPr>
        <a:solidFill>
          <a:srgbClr val="730B39"/>
        </a:solidFill>
        <a:effectLst/>
      </p:bgPr>
    </p:bg>
    <p:spTree>
      <p:nvGrpSpPr>
        <p:cNvPr id="1" name=""/>
        <p:cNvGrpSpPr/>
        <p:nvPr/>
      </p:nvGrpSpPr>
      <p:grpSpPr>
        <a:xfrm>
          <a:off x="0" y="0"/>
          <a:ext cx="0" cy="0"/>
          <a:chOff x="0" y="0"/>
          <a:chExt cx="0" cy="0"/>
        </a:xfrm>
      </p:grpSpPr>
      <p:sp>
        <p:nvSpPr>
          <p:cNvPr id="7" name="Line">
            <a:extLst>
              <a:ext uri="{FF2B5EF4-FFF2-40B4-BE49-F238E27FC236}">
                <a16:creationId xmlns:a16="http://schemas.microsoft.com/office/drawing/2014/main" id="{75A3F116-BE2D-C038-C2E6-144D52BC30CB}"/>
              </a:ext>
            </a:extLst>
          </p:cNvPr>
          <p:cNvSpPr/>
          <p:nvPr userDrawn="1"/>
        </p:nvSpPr>
        <p:spPr>
          <a:xfrm>
            <a:off x="4694941" y="3339180"/>
            <a:ext cx="4144092" cy="0"/>
          </a:xfrm>
          <a:prstGeom prst="line">
            <a:avLst/>
          </a:prstGeom>
          <a:ln w="12700">
            <a:solidFill>
              <a:srgbClr val="FCFAF1">
                <a:alpha val="20000"/>
              </a:srgbClr>
            </a:solidFill>
            <a:miter lim="400000"/>
          </a:ln>
        </p:spPr>
        <p:txBody>
          <a:bodyPr lIns="19050" tIns="19050" rIns="19050" bIns="19050" anchor="ctr"/>
          <a:lstStyle/>
          <a:p>
            <a:endParaRPr sz="422"/>
          </a:p>
        </p:txBody>
      </p:sp>
      <p:pic>
        <p:nvPicPr>
          <p:cNvPr id="8" name="CGC logo white.png" descr="CGC logo white.png">
            <a:extLst>
              <a:ext uri="{FF2B5EF4-FFF2-40B4-BE49-F238E27FC236}">
                <a16:creationId xmlns:a16="http://schemas.microsoft.com/office/drawing/2014/main" id="{3BEA06A2-11BA-4D5A-FFAE-76B5B1DB2A44}"/>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285750" y="285750"/>
            <a:ext cx="1152091" cy="199818"/>
          </a:xfrm>
          <a:prstGeom prst="rect">
            <a:avLst/>
          </a:prstGeom>
          <a:ln w="12700">
            <a:miter lim="400000"/>
          </a:ln>
        </p:spPr>
      </p:pic>
      <p:sp>
        <p:nvSpPr>
          <p:cNvPr id="9" name="Text Placeholder 14">
            <a:extLst>
              <a:ext uri="{FF2B5EF4-FFF2-40B4-BE49-F238E27FC236}">
                <a16:creationId xmlns:a16="http://schemas.microsoft.com/office/drawing/2014/main" id="{D953348D-AF87-F426-D967-3EEA1D4226FE}"/>
              </a:ext>
            </a:extLst>
          </p:cNvPr>
          <p:cNvSpPr>
            <a:spLocks noGrp="1"/>
          </p:cNvSpPr>
          <p:nvPr>
            <p:ph type="body" sz="quarter" idx="23" hasCustomPrompt="1"/>
          </p:nvPr>
        </p:nvSpPr>
        <p:spPr>
          <a:xfrm>
            <a:off x="7020899" y="2321177"/>
            <a:ext cx="1725528" cy="700680"/>
          </a:xfrm>
        </p:spPr>
        <p:txBody>
          <a:bodyPr tIns="0" rIns="0" bIns="0" anchor="b">
            <a:noAutofit/>
          </a:bodyPr>
          <a:lstStyle>
            <a:lvl1pPr marL="0" indent="0">
              <a:lnSpc>
                <a:spcPct val="80000"/>
              </a:lnSpc>
              <a:buNone/>
              <a:defRPr sz="1200">
                <a:solidFill>
                  <a:schemeClr val="bg1"/>
                </a:solidFill>
              </a:defRPr>
            </a:lvl1pPr>
          </a:lstStyle>
          <a:p>
            <a:pPr lvl="0"/>
            <a:r>
              <a:rPr lang="en-US"/>
              <a:t>text</a:t>
            </a:r>
          </a:p>
        </p:txBody>
      </p:sp>
      <p:sp>
        <p:nvSpPr>
          <p:cNvPr id="10" name="Text Placeholder 6">
            <a:extLst>
              <a:ext uri="{FF2B5EF4-FFF2-40B4-BE49-F238E27FC236}">
                <a16:creationId xmlns:a16="http://schemas.microsoft.com/office/drawing/2014/main" id="{2D7746F6-DB34-FEA8-0EE1-1FB477A8D4B0}"/>
              </a:ext>
            </a:extLst>
          </p:cNvPr>
          <p:cNvSpPr>
            <a:spLocks noGrp="1"/>
          </p:cNvSpPr>
          <p:nvPr>
            <p:ph type="body" sz="quarter" idx="29" hasCustomPrompt="1"/>
          </p:nvPr>
        </p:nvSpPr>
        <p:spPr>
          <a:xfrm>
            <a:off x="4572000" y="1665754"/>
            <a:ext cx="2887779" cy="1611782"/>
          </a:xfrm>
          <a:prstGeom prst="rect">
            <a:avLst/>
          </a:prstGeom>
        </p:spPr>
        <p:txBody>
          <a:bodyPr tIns="0" rIns="0" bIns="0" anchor="b">
            <a:noAutofit/>
          </a:bodyPr>
          <a:lstStyle>
            <a:lvl1pPr marL="0" indent="0">
              <a:lnSpc>
                <a:spcPct val="70000"/>
              </a:lnSpc>
              <a:buNone/>
              <a:defRPr sz="11200">
                <a:solidFill>
                  <a:schemeClr val="accent3"/>
                </a:solidFill>
                <a:latin typeface="+mj-lt"/>
              </a:defRPr>
            </a:lvl1pPr>
          </a:lstStyle>
          <a:p>
            <a:pPr lvl="0"/>
            <a:r>
              <a:rPr lang="en-US"/>
              <a:t>00%</a:t>
            </a:r>
          </a:p>
        </p:txBody>
      </p:sp>
      <p:sp>
        <p:nvSpPr>
          <p:cNvPr id="11" name="Text Placeholder 14">
            <a:extLst>
              <a:ext uri="{FF2B5EF4-FFF2-40B4-BE49-F238E27FC236}">
                <a16:creationId xmlns:a16="http://schemas.microsoft.com/office/drawing/2014/main" id="{2841A0DB-504F-7E63-1757-E278F0C2F265}"/>
              </a:ext>
            </a:extLst>
          </p:cNvPr>
          <p:cNvSpPr>
            <a:spLocks noGrp="1"/>
          </p:cNvSpPr>
          <p:nvPr>
            <p:ph type="body" sz="quarter" idx="30" hasCustomPrompt="1"/>
          </p:nvPr>
        </p:nvSpPr>
        <p:spPr>
          <a:xfrm>
            <a:off x="7020899" y="4139928"/>
            <a:ext cx="1725528" cy="700680"/>
          </a:xfrm>
        </p:spPr>
        <p:txBody>
          <a:bodyPr tIns="0" rIns="0" bIns="0" anchor="b">
            <a:noAutofit/>
          </a:bodyPr>
          <a:lstStyle>
            <a:lvl1pPr marL="0" indent="0">
              <a:lnSpc>
                <a:spcPct val="80000"/>
              </a:lnSpc>
              <a:buNone/>
              <a:defRPr sz="1200">
                <a:solidFill>
                  <a:schemeClr val="bg1"/>
                </a:solidFill>
              </a:defRPr>
            </a:lvl1pPr>
          </a:lstStyle>
          <a:p>
            <a:pPr lvl="0"/>
            <a:r>
              <a:rPr lang="en-US"/>
              <a:t>text</a:t>
            </a:r>
          </a:p>
        </p:txBody>
      </p:sp>
      <p:sp>
        <p:nvSpPr>
          <p:cNvPr id="12" name="Text Placeholder 6">
            <a:extLst>
              <a:ext uri="{FF2B5EF4-FFF2-40B4-BE49-F238E27FC236}">
                <a16:creationId xmlns:a16="http://schemas.microsoft.com/office/drawing/2014/main" id="{53E941AF-584D-5ACE-2660-6294368FE852}"/>
              </a:ext>
            </a:extLst>
          </p:cNvPr>
          <p:cNvSpPr>
            <a:spLocks noGrp="1"/>
          </p:cNvSpPr>
          <p:nvPr>
            <p:ph type="body" sz="quarter" idx="31" hasCustomPrompt="1"/>
          </p:nvPr>
        </p:nvSpPr>
        <p:spPr>
          <a:xfrm>
            <a:off x="4572000" y="3454361"/>
            <a:ext cx="2887779" cy="1611782"/>
          </a:xfrm>
          <a:prstGeom prst="rect">
            <a:avLst/>
          </a:prstGeom>
        </p:spPr>
        <p:txBody>
          <a:bodyPr tIns="0" rIns="0" bIns="0" anchor="b">
            <a:noAutofit/>
          </a:bodyPr>
          <a:lstStyle>
            <a:lvl1pPr marL="0" indent="0">
              <a:lnSpc>
                <a:spcPct val="70000"/>
              </a:lnSpc>
              <a:buNone/>
              <a:defRPr sz="11200">
                <a:solidFill>
                  <a:schemeClr val="accent3"/>
                </a:solidFill>
                <a:latin typeface="+mj-lt"/>
              </a:defRPr>
            </a:lvl1pPr>
          </a:lstStyle>
          <a:p>
            <a:pPr lvl="0"/>
            <a:r>
              <a:rPr lang="en-US"/>
              <a:t>00%</a:t>
            </a:r>
          </a:p>
        </p:txBody>
      </p:sp>
      <p:sp>
        <p:nvSpPr>
          <p:cNvPr id="13" name="Text Placeholder 6">
            <a:extLst>
              <a:ext uri="{FF2B5EF4-FFF2-40B4-BE49-F238E27FC236}">
                <a16:creationId xmlns:a16="http://schemas.microsoft.com/office/drawing/2014/main" id="{A7530B34-F1BA-0E49-8E38-4125DB5AF131}"/>
              </a:ext>
            </a:extLst>
          </p:cNvPr>
          <p:cNvSpPr>
            <a:spLocks noGrp="1"/>
          </p:cNvSpPr>
          <p:nvPr>
            <p:ph type="body" sz="quarter" idx="22" hasCustomPrompt="1"/>
          </p:nvPr>
        </p:nvSpPr>
        <p:spPr>
          <a:xfrm>
            <a:off x="301323" y="3907419"/>
            <a:ext cx="3850640" cy="1021767"/>
          </a:xfrm>
          <a:prstGeom prst="rect">
            <a:avLst/>
          </a:prstGeom>
        </p:spPr>
        <p:txBody>
          <a:bodyPr lIns="0" tIns="0" rIns="0" bIns="0" anchor="b">
            <a:noAutofit/>
          </a:bodyPr>
          <a:lstStyle>
            <a:lvl1pPr marL="0" indent="0">
              <a:lnSpc>
                <a:spcPct val="70000"/>
              </a:lnSpc>
              <a:buNone/>
              <a:defRPr sz="3000">
                <a:solidFill>
                  <a:schemeClr val="bg1"/>
                </a:solidFill>
                <a:latin typeface="Lora" pitchFamily="2" charset="77"/>
              </a:defRPr>
            </a:lvl1pPr>
          </a:lstStyle>
          <a:p>
            <a:pPr lvl="0"/>
            <a:r>
              <a:rPr lang="en-US"/>
              <a:t>Title</a:t>
            </a:r>
          </a:p>
        </p:txBody>
      </p:sp>
    </p:spTree>
    <p:extLst>
      <p:ext uri="{BB962C8B-B14F-4D97-AF65-F5344CB8AC3E}">
        <p14:creationId xmlns:p14="http://schemas.microsoft.com/office/powerpoint/2010/main" val="1555184152"/>
      </p:ext>
    </p:extLst>
  </p:cSld>
  <p:clrMapOvr>
    <a:masterClrMapping/>
  </p:clrMapOvr>
  <p:transition spd="med"/>
</p:sldLayout>
</file>

<file path=ppt/slideLayouts/slideLayout168.xml><?xml version="1.0" encoding="utf-8"?>
<p:sldLayout xmlns:a="http://schemas.openxmlformats.org/drawingml/2006/main" xmlns:r="http://schemas.openxmlformats.org/officeDocument/2006/relationships" xmlns:p="http://schemas.openxmlformats.org/presentationml/2006/main" showMasterSp="0" preserve="1" userDrawn="1">
  <p:cSld name="Divider 1">
    <p:bg>
      <p:bgPr>
        <a:solidFill>
          <a:srgbClr val="0143FD"/>
        </a:solidFill>
        <a:effectLst/>
      </p:bgPr>
    </p:bg>
    <p:spTree>
      <p:nvGrpSpPr>
        <p:cNvPr id="1" name=""/>
        <p:cNvGrpSpPr/>
        <p:nvPr/>
      </p:nvGrpSpPr>
      <p:grpSpPr>
        <a:xfrm>
          <a:off x="0" y="0"/>
          <a:ext cx="0" cy="0"/>
          <a:chOff x="0" y="0"/>
          <a:chExt cx="0" cy="0"/>
        </a:xfrm>
      </p:grpSpPr>
      <p:pic>
        <p:nvPicPr>
          <p:cNvPr id="3" name="CGC logo white.png" descr="CGC logo white.png">
            <a:extLst>
              <a:ext uri="{FF2B5EF4-FFF2-40B4-BE49-F238E27FC236}">
                <a16:creationId xmlns:a16="http://schemas.microsoft.com/office/drawing/2014/main" id="{29CEE4A7-7864-EBE3-4582-0073BA645EDC}"/>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285750" y="285750"/>
            <a:ext cx="1152091" cy="199818"/>
          </a:xfrm>
          <a:prstGeom prst="rect">
            <a:avLst/>
          </a:prstGeom>
          <a:ln w="12700">
            <a:miter lim="400000"/>
          </a:ln>
        </p:spPr>
      </p:pic>
      <p:pic>
        <p:nvPicPr>
          <p:cNvPr id="2" name="shape-2-yellow.svg" descr="shape-2-yellow.svg">
            <a:extLst>
              <a:ext uri="{FF2B5EF4-FFF2-40B4-BE49-F238E27FC236}">
                <a16:creationId xmlns:a16="http://schemas.microsoft.com/office/drawing/2014/main" id="{C3C8F0B4-B26F-4232-4625-6D382D0D19CC}"/>
              </a:ext>
            </a:extLst>
          </p:cNvPr>
          <p:cNvPicPr>
            <a:picLocks noChangeAspect="1"/>
          </p:cNvPicPr>
          <p:nvPr userDrawn="1"/>
        </p:nvPicPr>
        <p:blipFill rotWithShape="1">
          <a:blip r:embed="rId3" cstate="hqprint">
            <a:extLst>
              <a:ext uri="{28A0092B-C50C-407E-A947-70E740481C1C}">
                <a14:useLocalDpi xmlns:a14="http://schemas.microsoft.com/office/drawing/2010/main"/>
              </a:ext>
            </a:extLst>
          </a:blip>
          <a:srcRect/>
          <a:stretch>
            <a:fillRect/>
          </a:stretch>
        </p:blipFill>
        <p:spPr>
          <a:xfrm>
            <a:off x="1008056" y="0"/>
            <a:ext cx="7127888" cy="5143500"/>
          </a:xfrm>
          <a:prstGeom prst="rect">
            <a:avLst/>
          </a:prstGeom>
          <a:ln w="12700">
            <a:miter lim="400000"/>
          </a:ln>
        </p:spPr>
      </p:pic>
    </p:spTree>
    <p:extLst>
      <p:ext uri="{BB962C8B-B14F-4D97-AF65-F5344CB8AC3E}">
        <p14:creationId xmlns:p14="http://schemas.microsoft.com/office/powerpoint/2010/main" val="4281832876"/>
      </p:ext>
    </p:extLst>
  </p:cSld>
  <p:clrMapOvr>
    <a:masterClrMapping/>
  </p:clrMapOvr>
  <p:transition spd="med"/>
</p:sldLayout>
</file>

<file path=ppt/slideLayouts/slideLayout169.xml><?xml version="1.0" encoding="utf-8"?>
<p:sldLayout xmlns:a="http://schemas.openxmlformats.org/drawingml/2006/main" xmlns:r="http://schemas.openxmlformats.org/officeDocument/2006/relationships" xmlns:p="http://schemas.openxmlformats.org/presentationml/2006/main" showMasterSp="0" preserve="1" userDrawn="1">
  <p:cSld name="Divider 2">
    <p:bg>
      <p:bgPr>
        <a:solidFill>
          <a:srgbClr val="0143FD"/>
        </a:solidFill>
        <a:effectLst/>
      </p:bgPr>
    </p:bg>
    <p:spTree>
      <p:nvGrpSpPr>
        <p:cNvPr id="1" name=""/>
        <p:cNvGrpSpPr/>
        <p:nvPr/>
      </p:nvGrpSpPr>
      <p:grpSpPr>
        <a:xfrm>
          <a:off x="0" y="0"/>
          <a:ext cx="0" cy="0"/>
          <a:chOff x="0" y="0"/>
          <a:chExt cx="0" cy="0"/>
        </a:xfrm>
      </p:grpSpPr>
      <p:pic>
        <p:nvPicPr>
          <p:cNvPr id="2" name="shape-1.svg" descr="shape-1.svg">
            <a:extLst>
              <a:ext uri="{FF2B5EF4-FFF2-40B4-BE49-F238E27FC236}">
                <a16:creationId xmlns:a16="http://schemas.microsoft.com/office/drawing/2014/main" id="{408486AA-42D4-95EA-D486-B2242B14F789}"/>
              </a:ext>
            </a:extLst>
          </p:cNvPr>
          <p:cNvPicPr>
            <a:picLocks noChangeAspect="1"/>
          </p:cNvPicPr>
          <p:nvPr userDrawn="1"/>
        </p:nvPicPr>
        <p:blipFill>
          <a:blip r:embed="rId2" cstate="hqprint">
            <a:extLst>
              <a:ext uri="{28A0092B-C50C-407E-A947-70E740481C1C}">
                <a14:useLocalDpi xmlns:a14="http://schemas.microsoft.com/office/drawing/2010/main"/>
              </a:ext>
            </a:extLst>
          </a:blip>
          <a:srcRect/>
          <a:stretch>
            <a:fillRect/>
          </a:stretch>
        </p:blipFill>
        <p:spPr>
          <a:xfrm>
            <a:off x="-912465" y="-1"/>
            <a:ext cx="8340029" cy="5143501"/>
          </a:xfrm>
          <a:prstGeom prst="rect">
            <a:avLst/>
          </a:prstGeom>
          <a:ln w="12700">
            <a:miter lim="400000"/>
          </a:ln>
        </p:spPr>
      </p:pic>
      <p:pic>
        <p:nvPicPr>
          <p:cNvPr id="5" name="CGC logo black.png" descr="CGC logo black.png">
            <a:extLst>
              <a:ext uri="{FF2B5EF4-FFF2-40B4-BE49-F238E27FC236}">
                <a16:creationId xmlns:a16="http://schemas.microsoft.com/office/drawing/2014/main" id="{5C449BB9-447F-F90F-F0A4-5C285B9CA757}"/>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285750" y="285750"/>
            <a:ext cx="1152525" cy="199894"/>
          </a:xfrm>
          <a:prstGeom prst="rect">
            <a:avLst/>
          </a:prstGeom>
          <a:ln w="12700">
            <a:miter lim="400000"/>
          </a:ln>
        </p:spPr>
      </p:pic>
    </p:spTree>
    <p:extLst>
      <p:ext uri="{BB962C8B-B14F-4D97-AF65-F5344CB8AC3E}">
        <p14:creationId xmlns:p14="http://schemas.microsoft.com/office/powerpoint/2010/main" val="484670146"/>
      </p:ext>
    </p:extLst>
  </p:cSld>
  <p:clrMapOvr>
    <a:masterClrMapping/>
  </p:clrMapOvr>
  <p:transition spd="med"/>
</p:sldLayout>
</file>

<file path=ppt/slideLayouts/slideLayout170.xml><?xml version="1.0" encoding="utf-8"?>
<p:sldLayout xmlns:a="http://schemas.openxmlformats.org/drawingml/2006/main" xmlns:r="http://schemas.openxmlformats.org/officeDocument/2006/relationships" xmlns:p="http://schemas.openxmlformats.org/presentationml/2006/main" showMasterSp="0" preserve="1" userDrawn="1">
  <p:cSld name="Divider 3">
    <p:bg>
      <p:bgPr>
        <a:solidFill>
          <a:srgbClr val="730B39"/>
        </a:solidFill>
        <a:effectLst/>
      </p:bgPr>
    </p:bg>
    <p:spTree>
      <p:nvGrpSpPr>
        <p:cNvPr id="1" name=""/>
        <p:cNvGrpSpPr/>
        <p:nvPr/>
      </p:nvGrpSpPr>
      <p:grpSpPr>
        <a:xfrm>
          <a:off x="0" y="0"/>
          <a:ext cx="0" cy="0"/>
          <a:chOff x="0" y="0"/>
          <a:chExt cx="0" cy="0"/>
        </a:xfrm>
      </p:grpSpPr>
      <p:pic>
        <p:nvPicPr>
          <p:cNvPr id="8" name="CGC logo white.png" descr="CGC logo white.png">
            <a:extLst>
              <a:ext uri="{FF2B5EF4-FFF2-40B4-BE49-F238E27FC236}">
                <a16:creationId xmlns:a16="http://schemas.microsoft.com/office/drawing/2014/main" id="{3BEA06A2-11BA-4D5A-FFAE-76B5B1DB2A44}"/>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285750" y="285750"/>
            <a:ext cx="1152091" cy="199818"/>
          </a:xfrm>
          <a:prstGeom prst="rect">
            <a:avLst/>
          </a:prstGeom>
          <a:ln w="12700">
            <a:miter lim="400000"/>
          </a:ln>
        </p:spPr>
      </p:pic>
      <p:pic>
        <p:nvPicPr>
          <p:cNvPr id="3" name="Rectangle 352-2.svg" descr="Rectangle 352-2.svg">
            <a:extLst>
              <a:ext uri="{FF2B5EF4-FFF2-40B4-BE49-F238E27FC236}">
                <a16:creationId xmlns:a16="http://schemas.microsoft.com/office/drawing/2014/main" id="{79DE09A6-017E-FB00-F595-E3E37A9C53F3}"/>
              </a:ext>
            </a:extLst>
          </p:cNvPr>
          <p:cNvPicPr>
            <a:picLocks noChangeAspect="1"/>
          </p:cNvPicPr>
          <p:nvPr userDrawn="1"/>
        </p:nvPicPr>
        <p:blipFill>
          <a:blip r:embed="rId3" cstate="hqprint">
            <a:extLst>
              <a:ext uri="{28A0092B-C50C-407E-A947-70E740481C1C}">
                <a14:useLocalDpi xmlns:a14="http://schemas.microsoft.com/office/drawing/2010/main"/>
              </a:ext>
            </a:extLst>
          </a:blip>
          <a:srcRect/>
          <a:stretch>
            <a:fillRect/>
          </a:stretch>
        </p:blipFill>
        <p:spPr>
          <a:xfrm>
            <a:off x="898810" y="-1"/>
            <a:ext cx="7346380" cy="5143501"/>
          </a:xfrm>
          <a:prstGeom prst="rect">
            <a:avLst/>
          </a:prstGeom>
          <a:ln w="12700">
            <a:miter lim="400000"/>
          </a:ln>
        </p:spPr>
      </p:pic>
    </p:spTree>
    <p:extLst>
      <p:ext uri="{BB962C8B-B14F-4D97-AF65-F5344CB8AC3E}">
        <p14:creationId xmlns:p14="http://schemas.microsoft.com/office/powerpoint/2010/main" val="4225029635"/>
      </p:ext>
    </p:extLst>
  </p:cSld>
  <p:clrMapOvr>
    <a:masterClrMapping/>
  </p:clrMapOvr>
  <p:transition spd="med"/>
</p:sldLayout>
</file>

<file path=ppt/slideLayouts/slideLayout171.xml><?xml version="1.0" encoding="utf-8"?>
<p:sldLayout xmlns:a="http://schemas.openxmlformats.org/drawingml/2006/main" xmlns:r="http://schemas.openxmlformats.org/officeDocument/2006/relationships" xmlns:p="http://schemas.openxmlformats.org/presentationml/2006/main" showMasterSp="0" preserve="1" userDrawn="1">
  <p:cSld name="Divider 4">
    <p:bg>
      <p:bgPr>
        <a:solidFill>
          <a:srgbClr val="730B39"/>
        </a:solidFill>
        <a:effectLst/>
      </p:bgPr>
    </p:bg>
    <p:spTree>
      <p:nvGrpSpPr>
        <p:cNvPr id="1" name=""/>
        <p:cNvGrpSpPr/>
        <p:nvPr/>
      </p:nvGrpSpPr>
      <p:grpSpPr>
        <a:xfrm>
          <a:off x="0" y="0"/>
          <a:ext cx="0" cy="0"/>
          <a:chOff x="0" y="0"/>
          <a:chExt cx="0" cy="0"/>
        </a:xfrm>
      </p:grpSpPr>
      <p:pic>
        <p:nvPicPr>
          <p:cNvPr id="8" name="CGC logo white.png" descr="CGC logo white.png">
            <a:extLst>
              <a:ext uri="{FF2B5EF4-FFF2-40B4-BE49-F238E27FC236}">
                <a16:creationId xmlns:a16="http://schemas.microsoft.com/office/drawing/2014/main" id="{3BEA06A2-11BA-4D5A-FFAE-76B5B1DB2A44}"/>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285750" y="285750"/>
            <a:ext cx="1152091" cy="199818"/>
          </a:xfrm>
          <a:prstGeom prst="rect">
            <a:avLst/>
          </a:prstGeom>
          <a:ln w="12700">
            <a:miter lim="400000"/>
          </a:ln>
        </p:spPr>
      </p:pic>
      <p:pic>
        <p:nvPicPr>
          <p:cNvPr id="2" name="Rectangle 355-3.svg" descr="Rectangle 355-3.svg">
            <a:extLst>
              <a:ext uri="{FF2B5EF4-FFF2-40B4-BE49-F238E27FC236}">
                <a16:creationId xmlns:a16="http://schemas.microsoft.com/office/drawing/2014/main" id="{1DFC7C83-1F51-228B-353D-02A8F1C3F363}"/>
              </a:ext>
            </a:extLst>
          </p:cNvPr>
          <p:cNvPicPr>
            <a:picLocks noChangeAspect="1"/>
          </p:cNvPicPr>
          <p:nvPr userDrawn="1"/>
        </p:nvPicPr>
        <p:blipFill>
          <a:blip r:embed="rId3" cstate="hqprint">
            <a:extLst>
              <a:ext uri="{28A0092B-C50C-407E-A947-70E740481C1C}">
                <a14:useLocalDpi xmlns:a14="http://schemas.microsoft.com/office/drawing/2010/main"/>
              </a:ext>
            </a:extLst>
          </a:blip>
          <a:srcRect/>
          <a:stretch>
            <a:fillRect/>
          </a:stretch>
        </p:blipFill>
        <p:spPr>
          <a:xfrm>
            <a:off x="758858" y="0"/>
            <a:ext cx="7626284" cy="5143500"/>
          </a:xfrm>
          <a:prstGeom prst="rect">
            <a:avLst/>
          </a:prstGeom>
          <a:ln w="12700">
            <a:miter lim="400000"/>
          </a:ln>
        </p:spPr>
      </p:pic>
    </p:spTree>
    <p:extLst>
      <p:ext uri="{BB962C8B-B14F-4D97-AF65-F5344CB8AC3E}">
        <p14:creationId xmlns:p14="http://schemas.microsoft.com/office/powerpoint/2010/main" val="1945952707"/>
      </p:ext>
    </p:extLst>
  </p:cSld>
  <p:clrMapOvr>
    <a:masterClrMapping/>
  </p:clrMapOvr>
  <p:transition spd="med"/>
</p:sldLayout>
</file>

<file path=ppt/slideLayouts/slideLayout172.xml><?xml version="1.0" encoding="utf-8"?>
<p:sldLayout xmlns:a="http://schemas.openxmlformats.org/drawingml/2006/main" xmlns:r="http://schemas.openxmlformats.org/officeDocument/2006/relationships" xmlns:p="http://schemas.openxmlformats.org/presentationml/2006/main" showMasterSp="0" preserve="1" userDrawn="1">
  <p:cSld name="Divider 5">
    <p:bg>
      <p:bgPr>
        <a:solidFill>
          <a:srgbClr val="0F2240"/>
        </a:solidFill>
        <a:effectLst/>
      </p:bgPr>
    </p:bg>
    <p:spTree>
      <p:nvGrpSpPr>
        <p:cNvPr id="1" name=""/>
        <p:cNvGrpSpPr/>
        <p:nvPr/>
      </p:nvGrpSpPr>
      <p:grpSpPr>
        <a:xfrm>
          <a:off x="0" y="0"/>
          <a:ext cx="0" cy="0"/>
          <a:chOff x="0" y="0"/>
          <a:chExt cx="0" cy="0"/>
        </a:xfrm>
      </p:grpSpPr>
      <p:sp>
        <p:nvSpPr>
          <p:cNvPr id="58" name="Slide Number"/>
          <p:cNvSpPr txBox="1">
            <a:spLocks noGrp="1"/>
          </p:cNvSpPr>
          <p:nvPr>
            <p:ph type="sldNum" sz="quarter" idx="2"/>
          </p:nvPr>
        </p:nvSpPr>
        <p:spPr>
          <a:prstGeom prst="rect">
            <a:avLst/>
          </a:prstGeom>
        </p:spPr>
        <p:txBody>
          <a:bodyPr/>
          <a:lstStyle/>
          <a:p>
            <a:fld id="{86CB4B4D-7CA3-9044-876B-883B54F8677D}" type="slidenum">
              <a:t>‹#›</a:t>
            </a:fld>
            <a:endParaRPr/>
          </a:p>
        </p:txBody>
      </p:sp>
      <p:pic>
        <p:nvPicPr>
          <p:cNvPr id="8" name="CGC logo white.png" descr="CGC logo white.png">
            <a:extLst>
              <a:ext uri="{FF2B5EF4-FFF2-40B4-BE49-F238E27FC236}">
                <a16:creationId xmlns:a16="http://schemas.microsoft.com/office/drawing/2014/main" id="{3BEA06A2-11BA-4D5A-FFAE-76B5B1DB2A44}"/>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285750" y="285750"/>
            <a:ext cx="1152091" cy="199818"/>
          </a:xfrm>
          <a:prstGeom prst="rect">
            <a:avLst/>
          </a:prstGeom>
          <a:ln w="12700">
            <a:miter lim="400000"/>
          </a:ln>
        </p:spPr>
      </p:pic>
      <p:pic>
        <p:nvPicPr>
          <p:cNvPr id="3" name="Ellipse 2-3.svg" descr="Ellipse 2-3.svg">
            <a:extLst>
              <a:ext uri="{FF2B5EF4-FFF2-40B4-BE49-F238E27FC236}">
                <a16:creationId xmlns:a16="http://schemas.microsoft.com/office/drawing/2014/main" id="{6CE3AE40-2016-A2D2-2B91-9074A433B74A}"/>
              </a:ext>
            </a:extLst>
          </p:cNvPr>
          <p:cNvPicPr>
            <a:picLocks noChangeAspect="1"/>
          </p:cNvPicPr>
          <p:nvPr userDrawn="1"/>
        </p:nvPicPr>
        <p:blipFill>
          <a:blip r:embed="rId3" cstate="hqprint">
            <a:extLst>
              <a:ext uri="{28A0092B-C50C-407E-A947-70E740481C1C}">
                <a14:useLocalDpi xmlns:a14="http://schemas.microsoft.com/office/drawing/2010/main"/>
              </a:ext>
            </a:extLst>
          </a:blip>
          <a:srcRect/>
          <a:stretch>
            <a:fillRect/>
          </a:stretch>
        </p:blipFill>
        <p:spPr>
          <a:xfrm>
            <a:off x="0" y="917959"/>
            <a:ext cx="9144000" cy="4225541"/>
          </a:xfrm>
          <a:prstGeom prst="rect">
            <a:avLst/>
          </a:prstGeom>
          <a:ln w="12700">
            <a:miter lim="400000"/>
          </a:ln>
        </p:spPr>
      </p:pic>
    </p:spTree>
    <p:extLst>
      <p:ext uri="{BB962C8B-B14F-4D97-AF65-F5344CB8AC3E}">
        <p14:creationId xmlns:p14="http://schemas.microsoft.com/office/powerpoint/2010/main" val="3576485511"/>
      </p:ext>
    </p:extLst>
  </p:cSld>
  <p:clrMapOvr>
    <a:masterClrMapping/>
  </p:clrMapOvr>
  <p:transition spd="med"/>
</p:sldLayout>
</file>

<file path=ppt/slideLayouts/slideLayout173.xml><?xml version="1.0" encoding="utf-8"?>
<p:sldLayout xmlns:a="http://schemas.openxmlformats.org/drawingml/2006/main" xmlns:r="http://schemas.openxmlformats.org/officeDocument/2006/relationships" xmlns:p="http://schemas.openxmlformats.org/presentationml/2006/main" showMasterSp="0" preserve="1" userDrawn="1">
  <p:cSld name="text left + image right">
    <p:bg>
      <p:bgPr>
        <a:solidFill>
          <a:srgbClr val="FDFAF2"/>
        </a:solidFill>
        <a:effectLst/>
      </p:bgPr>
    </p:bg>
    <p:spTree>
      <p:nvGrpSpPr>
        <p:cNvPr id="1" name=""/>
        <p:cNvGrpSpPr/>
        <p:nvPr/>
      </p:nvGrpSpPr>
      <p:grpSpPr>
        <a:xfrm>
          <a:off x="0" y="0"/>
          <a:ext cx="0" cy="0"/>
          <a:chOff x="0" y="0"/>
          <a:chExt cx="0" cy="0"/>
        </a:xfrm>
      </p:grpSpPr>
      <p:pic>
        <p:nvPicPr>
          <p:cNvPr id="65" name="CGC logo.png" descr="CGC logo.png"/>
          <p:cNvPicPr>
            <a:picLocks noChangeAspect="1"/>
          </p:cNvPicPr>
          <p:nvPr/>
        </p:nvPicPr>
        <p:blipFill>
          <a:blip r:embed="rId2" cstate="hqprint">
            <a:extLst>
              <a:ext uri="{28A0092B-C50C-407E-A947-70E740481C1C}">
                <a14:useLocalDpi xmlns:a14="http://schemas.microsoft.com/office/drawing/2010/main"/>
              </a:ext>
            </a:extLst>
          </a:blip>
          <a:stretch>
            <a:fillRect/>
          </a:stretch>
        </p:blipFill>
        <p:spPr>
          <a:xfrm>
            <a:off x="285750" y="285750"/>
            <a:ext cx="1152525" cy="199894"/>
          </a:xfrm>
          <a:prstGeom prst="rect">
            <a:avLst/>
          </a:prstGeom>
          <a:ln w="12700">
            <a:miter lim="400000"/>
          </a:ln>
        </p:spPr>
      </p:pic>
      <p:sp>
        <p:nvSpPr>
          <p:cNvPr id="66" name="Slide Number"/>
          <p:cNvSpPr txBox="1">
            <a:spLocks noGrp="1"/>
          </p:cNvSpPr>
          <p:nvPr>
            <p:ph type="sldNum" sz="quarter" idx="2"/>
          </p:nvPr>
        </p:nvSpPr>
        <p:spPr>
          <a:prstGeom prst="rect">
            <a:avLst/>
          </a:prstGeom>
        </p:spPr>
        <p:txBody>
          <a:bodyPr/>
          <a:lstStyle>
            <a:lvl1pPr>
              <a:defRPr>
                <a:solidFill>
                  <a:schemeClr val="tx1"/>
                </a:solidFill>
              </a:defRPr>
            </a:lvl1pPr>
          </a:lstStyle>
          <a:p>
            <a:fld id="{86CB4B4D-7CA3-9044-876B-883B54F8677D}" type="slidenum">
              <a:rPr lang="en-GB" smtClean="0"/>
              <a:pPr/>
              <a:t>‹#›</a:t>
            </a:fld>
            <a:endParaRPr lang="en-GB"/>
          </a:p>
        </p:txBody>
      </p:sp>
      <p:sp>
        <p:nvSpPr>
          <p:cNvPr id="7" name="Text Placeholder 14">
            <a:extLst>
              <a:ext uri="{FF2B5EF4-FFF2-40B4-BE49-F238E27FC236}">
                <a16:creationId xmlns:a16="http://schemas.microsoft.com/office/drawing/2014/main" id="{2D53EDEB-3EB4-CF5B-E7BB-083C7EA7F0B2}"/>
              </a:ext>
            </a:extLst>
          </p:cNvPr>
          <p:cNvSpPr>
            <a:spLocks noGrp="1"/>
          </p:cNvSpPr>
          <p:nvPr>
            <p:ph type="body" sz="quarter" idx="23" hasCustomPrompt="1"/>
          </p:nvPr>
        </p:nvSpPr>
        <p:spPr>
          <a:xfrm>
            <a:off x="681950" y="1706082"/>
            <a:ext cx="3479800" cy="700680"/>
          </a:xfrm>
        </p:spPr>
        <p:txBody>
          <a:bodyPr lIns="0" tIns="0" rIns="0" bIns="0" anchor="b">
            <a:noAutofit/>
          </a:bodyPr>
          <a:lstStyle>
            <a:lvl1pPr marL="0" indent="0">
              <a:lnSpc>
                <a:spcPct val="90000"/>
              </a:lnSpc>
              <a:spcBef>
                <a:spcPts val="600"/>
              </a:spcBef>
              <a:buNone/>
              <a:defRPr sz="2300">
                <a:solidFill>
                  <a:schemeClr val="tx1"/>
                </a:solidFill>
              </a:defRPr>
            </a:lvl1pPr>
          </a:lstStyle>
          <a:p>
            <a:pPr lvl="0"/>
            <a:r>
              <a:rPr lang="en-US"/>
              <a:t>text</a:t>
            </a:r>
          </a:p>
        </p:txBody>
      </p:sp>
      <p:sp>
        <p:nvSpPr>
          <p:cNvPr id="8" name="Text Placeholder 14">
            <a:extLst>
              <a:ext uri="{FF2B5EF4-FFF2-40B4-BE49-F238E27FC236}">
                <a16:creationId xmlns:a16="http://schemas.microsoft.com/office/drawing/2014/main" id="{B29DC10B-64B8-2FA4-6D5F-C8DF0B39C78E}"/>
              </a:ext>
            </a:extLst>
          </p:cNvPr>
          <p:cNvSpPr>
            <a:spLocks noGrp="1"/>
          </p:cNvSpPr>
          <p:nvPr>
            <p:ph type="body" sz="quarter" idx="24" hasCustomPrompt="1"/>
          </p:nvPr>
        </p:nvSpPr>
        <p:spPr>
          <a:xfrm>
            <a:off x="681949" y="2501918"/>
            <a:ext cx="3479801" cy="1125282"/>
          </a:xfrm>
        </p:spPr>
        <p:txBody>
          <a:bodyPr lIns="0" tIns="0" rIns="0" bIns="0" anchor="t">
            <a:noAutofit/>
          </a:bodyPr>
          <a:lstStyle>
            <a:lvl1pPr marL="0" indent="0">
              <a:lnSpc>
                <a:spcPct val="120000"/>
              </a:lnSpc>
              <a:spcBef>
                <a:spcPts val="600"/>
              </a:spcBef>
              <a:buNone/>
              <a:defRPr sz="900">
                <a:solidFill>
                  <a:schemeClr val="tx1"/>
                </a:solidFill>
              </a:defRPr>
            </a:lvl1pPr>
          </a:lstStyle>
          <a:p>
            <a:pPr lvl="0"/>
            <a:r>
              <a:rPr lang="en-US"/>
              <a:t>text</a:t>
            </a:r>
          </a:p>
        </p:txBody>
      </p:sp>
      <p:sp>
        <p:nvSpPr>
          <p:cNvPr id="4" name="Picture Placeholder 2">
            <a:extLst>
              <a:ext uri="{FF2B5EF4-FFF2-40B4-BE49-F238E27FC236}">
                <a16:creationId xmlns:a16="http://schemas.microsoft.com/office/drawing/2014/main" id="{42C7E378-69E6-B6BB-2DA7-9E51A39524CF}"/>
              </a:ext>
            </a:extLst>
          </p:cNvPr>
          <p:cNvSpPr>
            <a:spLocks noGrp="1"/>
          </p:cNvSpPr>
          <p:nvPr>
            <p:ph type="pic" sz="quarter" idx="25"/>
          </p:nvPr>
        </p:nvSpPr>
        <p:spPr>
          <a:xfrm>
            <a:off x="5590133" y="1249932"/>
            <a:ext cx="2096542" cy="2644206"/>
          </a:xfrm>
        </p:spPr>
        <p:txBody>
          <a:bodyPr/>
          <a:lstStyle/>
          <a:p>
            <a:endParaRPr lang="en-US"/>
          </a:p>
        </p:txBody>
      </p:sp>
    </p:spTree>
    <p:extLst>
      <p:ext uri="{BB962C8B-B14F-4D97-AF65-F5344CB8AC3E}">
        <p14:creationId xmlns:p14="http://schemas.microsoft.com/office/powerpoint/2010/main" val="3356653882"/>
      </p:ext>
    </p:extLst>
  </p:cSld>
  <p:clrMapOvr>
    <a:masterClrMapping/>
  </p:clrMapOvr>
  <p:transition spd="med"/>
</p:sldLayout>
</file>

<file path=ppt/slideLayouts/slideLayout174.xml><?xml version="1.0" encoding="utf-8"?>
<p:sldLayout xmlns:a="http://schemas.openxmlformats.org/drawingml/2006/main" xmlns:r="http://schemas.openxmlformats.org/officeDocument/2006/relationships" xmlns:p="http://schemas.openxmlformats.org/presentationml/2006/main" showMasterSp="0" preserve="1" userDrawn="1">
  <p:cSld name="text left + image on yellow shape right">
    <p:bg>
      <p:bgPr>
        <a:solidFill>
          <a:srgbClr val="FDFAF2"/>
        </a:solidFill>
        <a:effectLst/>
      </p:bgPr>
    </p:bg>
    <p:spTree>
      <p:nvGrpSpPr>
        <p:cNvPr id="1" name=""/>
        <p:cNvGrpSpPr/>
        <p:nvPr/>
      </p:nvGrpSpPr>
      <p:grpSpPr>
        <a:xfrm>
          <a:off x="0" y="0"/>
          <a:ext cx="0" cy="0"/>
          <a:chOff x="0" y="0"/>
          <a:chExt cx="0" cy="0"/>
        </a:xfrm>
      </p:grpSpPr>
      <p:pic>
        <p:nvPicPr>
          <p:cNvPr id="65" name="CGC logo.png" descr="CGC logo.png"/>
          <p:cNvPicPr>
            <a:picLocks noChangeAspect="1"/>
          </p:cNvPicPr>
          <p:nvPr/>
        </p:nvPicPr>
        <p:blipFill>
          <a:blip r:embed="rId2" cstate="hqprint">
            <a:extLst>
              <a:ext uri="{28A0092B-C50C-407E-A947-70E740481C1C}">
                <a14:useLocalDpi xmlns:a14="http://schemas.microsoft.com/office/drawing/2010/main"/>
              </a:ext>
            </a:extLst>
          </a:blip>
          <a:stretch>
            <a:fillRect/>
          </a:stretch>
        </p:blipFill>
        <p:spPr>
          <a:xfrm>
            <a:off x="285750" y="285750"/>
            <a:ext cx="1152525" cy="199894"/>
          </a:xfrm>
          <a:prstGeom prst="rect">
            <a:avLst/>
          </a:prstGeom>
          <a:ln w="12700">
            <a:miter lim="400000"/>
          </a:ln>
        </p:spPr>
      </p:pic>
      <p:sp>
        <p:nvSpPr>
          <p:cNvPr id="66" name="Slide Number"/>
          <p:cNvSpPr txBox="1">
            <a:spLocks noGrp="1"/>
          </p:cNvSpPr>
          <p:nvPr>
            <p:ph type="sldNum" sz="quarter" idx="2"/>
          </p:nvPr>
        </p:nvSpPr>
        <p:spPr>
          <a:prstGeom prst="rect">
            <a:avLst/>
          </a:prstGeom>
        </p:spPr>
        <p:txBody>
          <a:bodyPr/>
          <a:lstStyle>
            <a:lvl1pPr>
              <a:defRPr>
                <a:solidFill>
                  <a:schemeClr val="tx1"/>
                </a:solidFill>
              </a:defRPr>
            </a:lvl1pPr>
          </a:lstStyle>
          <a:p>
            <a:fld id="{86CB4B4D-7CA3-9044-876B-883B54F8677D}" type="slidenum">
              <a:rPr lang="en-GB" smtClean="0"/>
              <a:pPr/>
              <a:t>‹#›</a:t>
            </a:fld>
            <a:endParaRPr lang="en-GB"/>
          </a:p>
        </p:txBody>
      </p:sp>
      <p:grpSp>
        <p:nvGrpSpPr>
          <p:cNvPr id="6" name="Group">
            <a:extLst>
              <a:ext uri="{FF2B5EF4-FFF2-40B4-BE49-F238E27FC236}">
                <a16:creationId xmlns:a16="http://schemas.microsoft.com/office/drawing/2014/main" id="{B48A7C2C-C5BB-46E8-77C7-543C1B0EB866}"/>
              </a:ext>
            </a:extLst>
          </p:cNvPr>
          <p:cNvGrpSpPr/>
          <p:nvPr userDrawn="1"/>
        </p:nvGrpSpPr>
        <p:grpSpPr>
          <a:xfrm>
            <a:off x="5477999" y="2157127"/>
            <a:ext cx="3184615" cy="2342301"/>
            <a:chOff x="0" y="0"/>
            <a:chExt cx="6268502" cy="4610516"/>
          </a:xfrm>
        </p:grpSpPr>
        <p:sp>
          <p:nvSpPr>
            <p:cNvPr id="9" name="Oval">
              <a:extLst>
                <a:ext uri="{FF2B5EF4-FFF2-40B4-BE49-F238E27FC236}">
                  <a16:creationId xmlns:a16="http://schemas.microsoft.com/office/drawing/2014/main" id="{7A5CDB67-6845-E979-9FD9-C40FFC2567AA}"/>
                </a:ext>
              </a:extLst>
            </p:cNvPr>
            <p:cNvSpPr/>
            <p:nvPr/>
          </p:nvSpPr>
          <p:spPr>
            <a:xfrm>
              <a:off x="2301727" y="-1"/>
              <a:ext cx="3966776" cy="4610518"/>
            </a:xfrm>
            <a:prstGeom prst="ellipse">
              <a:avLst/>
            </a:prstGeom>
            <a:solidFill>
              <a:srgbClr val="E7E69F"/>
            </a:solidFill>
            <a:ln w="12700" cap="flat">
              <a:noFill/>
              <a:miter lim="400000"/>
            </a:ln>
            <a:effectLst/>
          </p:spPr>
          <p:txBody>
            <a:bodyPr wrap="square" lIns="19050" tIns="19050" rIns="19050" bIns="19050" numCol="1" anchor="ctr">
              <a:noAutofit/>
            </a:bodyPr>
            <a:lstStyle/>
            <a:p>
              <a:pPr algn="ctr" defTabSz="309563">
                <a:lnSpc>
                  <a:spcPct val="120000"/>
                </a:lnSpc>
                <a:spcBef>
                  <a:spcPts val="0"/>
                </a:spcBef>
                <a:defRPr cap="all">
                  <a:solidFill>
                    <a:srgbClr val="FFFFFF"/>
                  </a:solidFill>
                  <a:latin typeface="Proxima Nova Extrabold"/>
                  <a:ea typeface="Proxima Nova Extrabold"/>
                  <a:cs typeface="Proxima Nova Extrabold"/>
                  <a:sym typeface="Proxima Nova Extrabold"/>
                </a:defRPr>
              </a:pPr>
              <a:endParaRPr sz="422"/>
            </a:p>
          </p:txBody>
        </p:sp>
        <p:sp>
          <p:nvSpPr>
            <p:cNvPr id="11" name="Rectangle">
              <a:extLst>
                <a:ext uri="{FF2B5EF4-FFF2-40B4-BE49-F238E27FC236}">
                  <a16:creationId xmlns:a16="http://schemas.microsoft.com/office/drawing/2014/main" id="{F5DF4BC9-7BDD-5BB2-C91A-B791AF45CA4B}"/>
                </a:ext>
              </a:extLst>
            </p:cNvPr>
            <p:cNvSpPr/>
            <p:nvPr/>
          </p:nvSpPr>
          <p:spPr>
            <a:xfrm>
              <a:off x="0" y="0"/>
              <a:ext cx="4362489" cy="4610517"/>
            </a:xfrm>
            <a:prstGeom prst="rect">
              <a:avLst/>
            </a:prstGeom>
            <a:solidFill>
              <a:srgbClr val="E7E69F"/>
            </a:solidFill>
            <a:ln w="12700" cap="flat">
              <a:noFill/>
              <a:miter lim="400000"/>
            </a:ln>
            <a:effectLst/>
          </p:spPr>
          <p:txBody>
            <a:bodyPr wrap="square" lIns="19050" tIns="19050" rIns="19050" bIns="19050" numCol="1" anchor="ctr">
              <a:noAutofit/>
            </a:bodyPr>
            <a:lstStyle/>
            <a:p>
              <a:pPr algn="ctr" defTabSz="309563">
                <a:lnSpc>
                  <a:spcPct val="120000"/>
                </a:lnSpc>
                <a:spcBef>
                  <a:spcPts val="0"/>
                </a:spcBef>
                <a:defRPr cap="all">
                  <a:solidFill>
                    <a:srgbClr val="FFFFFF"/>
                  </a:solidFill>
                  <a:latin typeface="Proxima Nova Extrabold"/>
                  <a:ea typeface="Proxima Nova Extrabold"/>
                  <a:cs typeface="Proxima Nova Extrabold"/>
                  <a:sym typeface="Proxima Nova Extrabold"/>
                </a:defRPr>
              </a:pPr>
              <a:endParaRPr sz="422"/>
            </a:p>
          </p:txBody>
        </p:sp>
      </p:grpSp>
      <p:sp>
        <p:nvSpPr>
          <p:cNvPr id="3" name="Picture Placeholder 3">
            <a:extLst>
              <a:ext uri="{FF2B5EF4-FFF2-40B4-BE49-F238E27FC236}">
                <a16:creationId xmlns:a16="http://schemas.microsoft.com/office/drawing/2014/main" id="{30F159FC-A9FC-742E-320C-B40636BE8578}"/>
              </a:ext>
            </a:extLst>
          </p:cNvPr>
          <p:cNvSpPr>
            <a:spLocks noGrp="1"/>
          </p:cNvSpPr>
          <p:nvPr>
            <p:ph type="pic" sz="quarter" idx="15"/>
          </p:nvPr>
        </p:nvSpPr>
        <p:spPr>
          <a:xfrm>
            <a:off x="5225030" y="916464"/>
            <a:ext cx="2485847" cy="3267755"/>
          </a:xfrm>
        </p:spPr>
        <p:txBody>
          <a:bodyPr/>
          <a:lstStyle/>
          <a:p>
            <a:endParaRPr lang="en-US"/>
          </a:p>
        </p:txBody>
      </p:sp>
      <p:sp>
        <p:nvSpPr>
          <p:cNvPr id="4" name="Text Placeholder 14">
            <a:extLst>
              <a:ext uri="{FF2B5EF4-FFF2-40B4-BE49-F238E27FC236}">
                <a16:creationId xmlns:a16="http://schemas.microsoft.com/office/drawing/2014/main" id="{5D298AB4-6382-6351-94B0-48D666B8E4C3}"/>
              </a:ext>
            </a:extLst>
          </p:cNvPr>
          <p:cNvSpPr>
            <a:spLocks noGrp="1"/>
          </p:cNvSpPr>
          <p:nvPr>
            <p:ph type="body" sz="quarter" idx="23" hasCustomPrompt="1"/>
          </p:nvPr>
        </p:nvSpPr>
        <p:spPr>
          <a:xfrm>
            <a:off x="681950" y="1706082"/>
            <a:ext cx="3479800" cy="700680"/>
          </a:xfrm>
        </p:spPr>
        <p:txBody>
          <a:bodyPr lIns="0" tIns="0" rIns="0" bIns="0" anchor="b">
            <a:noAutofit/>
          </a:bodyPr>
          <a:lstStyle>
            <a:lvl1pPr marL="0" indent="0">
              <a:lnSpc>
                <a:spcPct val="90000"/>
              </a:lnSpc>
              <a:spcBef>
                <a:spcPts val="600"/>
              </a:spcBef>
              <a:buNone/>
              <a:defRPr sz="2300">
                <a:solidFill>
                  <a:schemeClr val="tx1"/>
                </a:solidFill>
              </a:defRPr>
            </a:lvl1pPr>
          </a:lstStyle>
          <a:p>
            <a:pPr lvl="0"/>
            <a:r>
              <a:rPr lang="en-US"/>
              <a:t>text</a:t>
            </a:r>
          </a:p>
        </p:txBody>
      </p:sp>
      <p:sp>
        <p:nvSpPr>
          <p:cNvPr id="5" name="Text Placeholder 14">
            <a:extLst>
              <a:ext uri="{FF2B5EF4-FFF2-40B4-BE49-F238E27FC236}">
                <a16:creationId xmlns:a16="http://schemas.microsoft.com/office/drawing/2014/main" id="{5D22C491-53AF-84B7-17BD-A5842EE4FAC2}"/>
              </a:ext>
            </a:extLst>
          </p:cNvPr>
          <p:cNvSpPr>
            <a:spLocks noGrp="1"/>
          </p:cNvSpPr>
          <p:nvPr>
            <p:ph type="body" sz="quarter" idx="24" hasCustomPrompt="1"/>
          </p:nvPr>
        </p:nvSpPr>
        <p:spPr>
          <a:xfrm>
            <a:off x="681949" y="2501918"/>
            <a:ext cx="3479801" cy="1125282"/>
          </a:xfrm>
        </p:spPr>
        <p:txBody>
          <a:bodyPr lIns="0" tIns="0" rIns="0" bIns="0" anchor="t">
            <a:noAutofit/>
          </a:bodyPr>
          <a:lstStyle>
            <a:lvl1pPr marL="0" indent="0">
              <a:lnSpc>
                <a:spcPct val="120000"/>
              </a:lnSpc>
              <a:spcBef>
                <a:spcPts val="600"/>
              </a:spcBef>
              <a:buNone/>
              <a:defRPr sz="900">
                <a:solidFill>
                  <a:schemeClr val="tx1"/>
                </a:solidFill>
              </a:defRPr>
            </a:lvl1pPr>
          </a:lstStyle>
          <a:p>
            <a:pPr lvl="0"/>
            <a:r>
              <a:rPr lang="en-US"/>
              <a:t>text</a:t>
            </a:r>
          </a:p>
        </p:txBody>
      </p:sp>
    </p:spTree>
    <p:extLst>
      <p:ext uri="{BB962C8B-B14F-4D97-AF65-F5344CB8AC3E}">
        <p14:creationId xmlns:p14="http://schemas.microsoft.com/office/powerpoint/2010/main" val="1413744011"/>
      </p:ext>
    </p:extLst>
  </p:cSld>
  <p:clrMapOvr>
    <a:masterClrMapping/>
  </p:clrMapOvr>
  <p:transition spd="med"/>
</p:sldLayout>
</file>

<file path=ppt/slideLayouts/slideLayout175.xml><?xml version="1.0" encoding="utf-8"?>
<p:sldLayout xmlns:a="http://schemas.openxmlformats.org/drawingml/2006/main" xmlns:r="http://schemas.openxmlformats.org/officeDocument/2006/relationships" xmlns:p="http://schemas.openxmlformats.org/presentationml/2006/main" showMasterSp="0" preserve="1" userDrawn="1">
  <p:cSld name="text left, full image right - dark blue">
    <p:bg>
      <p:bgPr>
        <a:solidFill>
          <a:srgbClr val="0F2240"/>
        </a:solidFill>
        <a:effectLst/>
      </p:bgPr>
    </p:bg>
    <p:spTree>
      <p:nvGrpSpPr>
        <p:cNvPr id="1" name=""/>
        <p:cNvGrpSpPr/>
        <p:nvPr/>
      </p:nvGrpSpPr>
      <p:grpSpPr>
        <a:xfrm>
          <a:off x="0" y="0"/>
          <a:ext cx="0" cy="0"/>
          <a:chOff x="0" y="0"/>
          <a:chExt cx="0" cy="0"/>
        </a:xfrm>
      </p:grpSpPr>
      <p:sp>
        <p:nvSpPr>
          <p:cNvPr id="66" name="Slide Number"/>
          <p:cNvSpPr txBox="1">
            <a:spLocks noGrp="1"/>
          </p:cNvSpPr>
          <p:nvPr>
            <p:ph type="sldNum" sz="quarter" idx="2"/>
          </p:nvPr>
        </p:nvSpPr>
        <p:spPr>
          <a:prstGeom prst="rect">
            <a:avLst/>
          </a:prstGeom>
        </p:spPr>
        <p:txBody>
          <a:bodyPr/>
          <a:lstStyle/>
          <a:p>
            <a:fld id="{86CB4B4D-7CA3-9044-876B-883B54F8677D}" type="slidenum">
              <a:t>‹#›</a:t>
            </a:fld>
            <a:endParaRPr/>
          </a:p>
        </p:txBody>
      </p:sp>
      <p:pic>
        <p:nvPicPr>
          <p:cNvPr id="2" name="image6.jpeg" descr="image6.jpeg">
            <a:extLst>
              <a:ext uri="{FF2B5EF4-FFF2-40B4-BE49-F238E27FC236}">
                <a16:creationId xmlns:a16="http://schemas.microsoft.com/office/drawing/2014/main" id="{F70AB0A8-4ABF-C0D0-1CAE-1493E853AF40}"/>
              </a:ext>
            </a:extLst>
          </p:cNvPr>
          <p:cNvPicPr>
            <a:picLocks noChangeAspect="1"/>
          </p:cNvPicPr>
          <p:nvPr userDrawn="1"/>
        </p:nvPicPr>
        <p:blipFill>
          <a:blip r:embed="rId2" cstate="hqprint">
            <a:extLst>
              <a:ext uri="{28A0092B-C50C-407E-A947-70E740481C1C}">
                <a14:useLocalDpi xmlns:a14="http://schemas.microsoft.com/office/drawing/2010/main"/>
              </a:ext>
            </a:extLst>
          </a:blip>
          <a:srcRect/>
          <a:stretch>
            <a:fillRect/>
          </a:stretch>
        </p:blipFill>
        <p:spPr>
          <a:xfrm>
            <a:off x="4168934" y="-447"/>
            <a:ext cx="4989240" cy="5144381"/>
          </a:xfrm>
          <a:prstGeom prst="rect">
            <a:avLst/>
          </a:prstGeom>
          <a:ln w="12700">
            <a:miter lim="400000"/>
          </a:ln>
        </p:spPr>
      </p:pic>
      <p:pic>
        <p:nvPicPr>
          <p:cNvPr id="4" name="CGC logo white.png" descr="CGC logo white.png">
            <a:extLst>
              <a:ext uri="{FF2B5EF4-FFF2-40B4-BE49-F238E27FC236}">
                <a16:creationId xmlns:a16="http://schemas.microsoft.com/office/drawing/2014/main" id="{1AFAFEE2-5253-317A-BE2B-7A3DFED7B941}"/>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285750" y="285750"/>
            <a:ext cx="1152091" cy="199818"/>
          </a:xfrm>
          <a:prstGeom prst="rect">
            <a:avLst/>
          </a:prstGeom>
          <a:ln w="12700">
            <a:miter lim="400000"/>
          </a:ln>
        </p:spPr>
      </p:pic>
      <p:sp>
        <p:nvSpPr>
          <p:cNvPr id="5" name="Text Placeholder 14">
            <a:extLst>
              <a:ext uri="{FF2B5EF4-FFF2-40B4-BE49-F238E27FC236}">
                <a16:creationId xmlns:a16="http://schemas.microsoft.com/office/drawing/2014/main" id="{5E2DD4A9-F0BB-306A-B08E-781F19CF30CC}"/>
              </a:ext>
            </a:extLst>
          </p:cNvPr>
          <p:cNvSpPr>
            <a:spLocks noGrp="1"/>
          </p:cNvSpPr>
          <p:nvPr>
            <p:ph type="body" sz="quarter" idx="23" hasCustomPrompt="1"/>
          </p:nvPr>
        </p:nvSpPr>
        <p:spPr>
          <a:xfrm>
            <a:off x="906440" y="964642"/>
            <a:ext cx="2389419" cy="1546813"/>
          </a:xfrm>
        </p:spPr>
        <p:txBody>
          <a:bodyPr lIns="0" tIns="0" rIns="0" bIns="0" anchor="b">
            <a:noAutofit/>
          </a:bodyPr>
          <a:lstStyle>
            <a:lvl1pPr marL="0" indent="0">
              <a:lnSpc>
                <a:spcPct val="90000"/>
              </a:lnSpc>
              <a:spcBef>
                <a:spcPts val="600"/>
              </a:spcBef>
              <a:buNone/>
              <a:defRPr sz="2300">
                <a:solidFill>
                  <a:schemeClr val="bg1"/>
                </a:solidFill>
              </a:defRPr>
            </a:lvl1pPr>
          </a:lstStyle>
          <a:p>
            <a:pPr lvl="0"/>
            <a:r>
              <a:rPr lang="en-US"/>
              <a:t>text</a:t>
            </a:r>
          </a:p>
        </p:txBody>
      </p:sp>
      <p:sp>
        <p:nvSpPr>
          <p:cNvPr id="10" name="Text Placeholder 14">
            <a:extLst>
              <a:ext uri="{FF2B5EF4-FFF2-40B4-BE49-F238E27FC236}">
                <a16:creationId xmlns:a16="http://schemas.microsoft.com/office/drawing/2014/main" id="{62AF82C4-18BB-C675-E7BD-EF80A83EB39F}"/>
              </a:ext>
            </a:extLst>
          </p:cNvPr>
          <p:cNvSpPr>
            <a:spLocks noGrp="1"/>
          </p:cNvSpPr>
          <p:nvPr>
            <p:ph type="body" sz="quarter" idx="24" hasCustomPrompt="1"/>
          </p:nvPr>
        </p:nvSpPr>
        <p:spPr>
          <a:xfrm>
            <a:off x="906440" y="2786774"/>
            <a:ext cx="2389419" cy="1700607"/>
          </a:xfrm>
        </p:spPr>
        <p:txBody>
          <a:bodyPr lIns="0" tIns="0" rIns="0" bIns="0" anchor="t">
            <a:noAutofit/>
          </a:bodyPr>
          <a:lstStyle>
            <a:lvl1pPr marL="0" indent="0">
              <a:lnSpc>
                <a:spcPct val="120000"/>
              </a:lnSpc>
              <a:spcBef>
                <a:spcPts val="600"/>
              </a:spcBef>
              <a:buNone/>
              <a:defRPr sz="900">
                <a:solidFill>
                  <a:schemeClr val="bg1"/>
                </a:solidFill>
              </a:defRPr>
            </a:lvl1pPr>
          </a:lstStyle>
          <a:p>
            <a:pPr lvl="0"/>
            <a:r>
              <a:rPr lang="en-US"/>
              <a:t>text</a:t>
            </a:r>
          </a:p>
        </p:txBody>
      </p:sp>
    </p:spTree>
    <p:extLst>
      <p:ext uri="{BB962C8B-B14F-4D97-AF65-F5344CB8AC3E}">
        <p14:creationId xmlns:p14="http://schemas.microsoft.com/office/powerpoint/2010/main" val="695002642"/>
      </p:ext>
    </p:extLst>
  </p:cSld>
  <p:clrMapOvr>
    <a:masterClrMapping/>
  </p:clrMapOvr>
  <p:transition spd="med"/>
</p:sldLayout>
</file>

<file path=ppt/slideLayouts/slideLayout176.xml><?xml version="1.0" encoding="utf-8"?>
<p:sldLayout xmlns:a="http://schemas.openxmlformats.org/drawingml/2006/main" xmlns:r="http://schemas.openxmlformats.org/officeDocument/2006/relationships" xmlns:p="http://schemas.openxmlformats.org/presentationml/2006/main" showMasterSp="0" preserve="1" userDrawn="1">
  <p:cSld name="title, numbered list left + image over shape right - light">
    <p:bg>
      <p:bgPr>
        <a:solidFill>
          <a:srgbClr val="FDFAF2"/>
        </a:solidFill>
        <a:effectLst/>
      </p:bgPr>
    </p:bg>
    <p:spTree>
      <p:nvGrpSpPr>
        <p:cNvPr id="1" name=""/>
        <p:cNvGrpSpPr/>
        <p:nvPr/>
      </p:nvGrpSpPr>
      <p:grpSpPr>
        <a:xfrm>
          <a:off x="0" y="0"/>
          <a:ext cx="0" cy="0"/>
          <a:chOff x="0" y="0"/>
          <a:chExt cx="0" cy="0"/>
        </a:xfrm>
      </p:grpSpPr>
      <p:pic>
        <p:nvPicPr>
          <p:cNvPr id="65" name="CGC logo.png" descr="CGC logo.png"/>
          <p:cNvPicPr>
            <a:picLocks noChangeAspect="1"/>
          </p:cNvPicPr>
          <p:nvPr/>
        </p:nvPicPr>
        <p:blipFill>
          <a:blip r:embed="rId2" cstate="hqprint">
            <a:extLst>
              <a:ext uri="{28A0092B-C50C-407E-A947-70E740481C1C}">
                <a14:useLocalDpi xmlns:a14="http://schemas.microsoft.com/office/drawing/2010/main"/>
              </a:ext>
            </a:extLst>
          </a:blip>
          <a:stretch>
            <a:fillRect/>
          </a:stretch>
        </p:blipFill>
        <p:spPr>
          <a:xfrm>
            <a:off x="285750" y="285750"/>
            <a:ext cx="1152525" cy="199894"/>
          </a:xfrm>
          <a:prstGeom prst="rect">
            <a:avLst/>
          </a:prstGeom>
          <a:ln w="12700">
            <a:miter lim="400000"/>
          </a:ln>
        </p:spPr>
      </p:pic>
      <p:sp>
        <p:nvSpPr>
          <p:cNvPr id="66" name="Slide Number"/>
          <p:cNvSpPr txBox="1">
            <a:spLocks noGrp="1"/>
          </p:cNvSpPr>
          <p:nvPr>
            <p:ph type="sldNum" sz="quarter" idx="2"/>
          </p:nvPr>
        </p:nvSpPr>
        <p:spPr>
          <a:prstGeom prst="rect">
            <a:avLst/>
          </a:prstGeom>
        </p:spPr>
        <p:txBody>
          <a:bodyPr/>
          <a:lstStyle>
            <a:lvl1pPr>
              <a:defRPr>
                <a:solidFill>
                  <a:schemeClr val="tx1"/>
                </a:solidFill>
              </a:defRPr>
            </a:lvl1pPr>
          </a:lstStyle>
          <a:p>
            <a:fld id="{86CB4B4D-7CA3-9044-876B-883B54F8677D}" type="slidenum">
              <a:rPr lang="en-GB" smtClean="0"/>
              <a:pPr/>
              <a:t>‹#›</a:t>
            </a:fld>
            <a:endParaRPr lang="en-GB"/>
          </a:p>
        </p:txBody>
      </p:sp>
      <p:sp>
        <p:nvSpPr>
          <p:cNvPr id="8" name="Text Placeholder 14">
            <a:extLst>
              <a:ext uri="{FF2B5EF4-FFF2-40B4-BE49-F238E27FC236}">
                <a16:creationId xmlns:a16="http://schemas.microsoft.com/office/drawing/2014/main" id="{B29DC10B-64B8-2FA4-6D5F-C8DF0B39C78E}"/>
              </a:ext>
            </a:extLst>
          </p:cNvPr>
          <p:cNvSpPr>
            <a:spLocks noGrp="1"/>
          </p:cNvSpPr>
          <p:nvPr>
            <p:ph type="body" sz="quarter" idx="24" hasCustomPrompt="1"/>
          </p:nvPr>
        </p:nvSpPr>
        <p:spPr>
          <a:xfrm>
            <a:off x="682373" y="2106269"/>
            <a:ext cx="2859619" cy="2485828"/>
          </a:xfrm>
        </p:spPr>
        <p:txBody>
          <a:bodyPr lIns="0" tIns="0" rIns="0" bIns="0" anchor="t">
            <a:noAutofit/>
          </a:bodyPr>
          <a:lstStyle>
            <a:lvl1pPr marL="228600" indent="-228600">
              <a:lnSpc>
                <a:spcPct val="130000"/>
              </a:lnSpc>
              <a:spcBef>
                <a:spcPts val="600"/>
              </a:spcBef>
              <a:buClr>
                <a:srgbClr val="0F2240"/>
              </a:buClr>
              <a:buSzPct val="100000"/>
              <a:buFont typeface="+mj-lt"/>
              <a:buAutoNum type="arabicPeriod"/>
              <a:defRPr sz="900">
                <a:solidFill>
                  <a:schemeClr val="tx1"/>
                </a:solidFill>
              </a:defRPr>
            </a:lvl1pPr>
          </a:lstStyle>
          <a:p>
            <a:pPr lvl="0"/>
            <a:r>
              <a:rPr lang="en-US"/>
              <a:t>Text</a:t>
            </a:r>
          </a:p>
        </p:txBody>
      </p:sp>
      <p:grpSp>
        <p:nvGrpSpPr>
          <p:cNvPr id="2" name="Group">
            <a:extLst>
              <a:ext uri="{FF2B5EF4-FFF2-40B4-BE49-F238E27FC236}">
                <a16:creationId xmlns:a16="http://schemas.microsoft.com/office/drawing/2014/main" id="{8059C15D-22A5-537C-3859-416EACDF8E81}"/>
              </a:ext>
            </a:extLst>
          </p:cNvPr>
          <p:cNvGrpSpPr/>
          <p:nvPr userDrawn="1"/>
        </p:nvGrpSpPr>
        <p:grpSpPr>
          <a:xfrm>
            <a:off x="5477999" y="2157128"/>
            <a:ext cx="2350689" cy="1728944"/>
            <a:chOff x="0" y="0"/>
            <a:chExt cx="6268502" cy="4610516"/>
          </a:xfrm>
        </p:grpSpPr>
        <p:sp>
          <p:nvSpPr>
            <p:cNvPr id="3" name="Oval">
              <a:extLst>
                <a:ext uri="{FF2B5EF4-FFF2-40B4-BE49-F238E27FC236}">
                  <a16:creationId xmlns:a16="http://schemas.microsoft.com/office/drawing/2014/main" id="{B05EAF7A-8138-7A57-21E2-D56D8287317A}"/>
                </a:ext>
              </a:extLst>
            </p:cNvPr>
            <p:cNvSpPr/>
            <p:nvPr/>
          </p:nvSpPr>
          <p:spPr>
            <a:xfrm>
              <a:off x="2301727" y="-1"/>
              <a:ext cx="3966776" cy="4610518"/>
            </a:xfrm>
            <a:prstGeom prst="ellipse">
              <a:avLst/>
            </a:prstGeom>
            <a:solidFill>
              <a:srgbClr val="E7E69F"/>
            </a:solidFill>
            <a:ln w="12700" cap="flat">
              <a:noFill/>
              <a:miter lim="400000"/>
            </a:ln>
            <a:effectLst/>
          </p:spPr>
          <p:txBody>
            <a:bodyPr wrap="square" lIns="19050" tIns="19050" rIns="19050" bIns="19050" numCol="1" anchor="ctr">
              <a:noAutofit/>
            </a:bodyPr>
            <a:lstStyle/>
            <a:p>
              <a:pPr algn="ctr" defTabSz="309563">
                <a:lnSpc>
                  <a:spcPct val="120000"/>
                </a:lnSpc>
                <a:spcBef>
                  <a:spcPts val="0"/>
                </a:spcBef>
                <a:defRPr cap="all">
                  <a:solidFill>
                    <a:srgbClr val="FFFFFF"/>
                  </a:solidFill>
                  <a:latin typeface="Proxima Nova Extrabold"/>
                  <a:ea typeface="Proxima Nova Extrabold"/>
                  <a:cs typeface="Proxima Nova Extrabold"/>
                  <a:sym typeface="Proxima Nova Extrabold"/>
                </a:defRPr>
              </a:pPr>
              <a:endParaRPr sz="422"/>
            </a:p>
          </p:txBody>
        </p:sp>
        <p:sp>
          <p:nvSpPr>
            <p:cNvPr id="4" name="Rectangle">
              <a:extLst>
                <a:ext uri="{FF2B5EF4-FFF2-40B4-BE49-F238E27FC236}">
                  <a16:creationId xmlns:a16="http://schemas.microsoft.com/office/drawing/2014/main" id="{B2C854AB-DE0C-2C69-BB32-051DCDB26982}"/>
                </a:ext>
              </a:extLst>
            </p:cNvPr>
            <p:cNvSpPr/>
            <p:nvPr/>
          </p:nvSpPr>
          <p:spPr>
            <a:xfrm>
              <a:off x="0" y="0"/>
              <a:ext cx="4362489" cy="4610517"/>
            </a:xfrm>
            <a:prstGeom prst="rect">
              <a:avLst/>
            </a:prstGeom>
            <a:solidFill>
              <a:srgbClr val="E7E69F"/>
            </a:solidFill>
            <a:ln w="12700" cap="flat">
              <a:noFill/>
              <a:miter lim="400000"/>
            </a:ln>
            <a:effectLst/>
          </p:spPr>
          <p:txBody>
            <a:bodyPr wrap="square" lIns="19050" tIns="19050" rIns="19050" bIns="19050" numCol="1" anchor="ctr">
              <a:noAutofit/>
            </a:bodyPr>
            <a:lstStyle/>
            <a:p>
              <a:pPr algn="ctr" defTabSz="309563">
                <a:lnSpc>
                  <a:spcPct val="120000"/>
                </a:lnSpc>
                <a:spcBef>
                  <a:spcPts val="0"/>
                </a:spcBef>
                <a:defRPr cap="all">
                  <a:solidFill>
                    <a:srgbClr val="FFFFFF"/>
                  </a:solidFill>
                  <a:latin typeface="Proxima Nova Extrabold"/>
                  <a:ea typeface="Proxima Nova Extrabold"/>
                  <a:cs typeface="Proxima Nova Extrabold"/>
                  <a:sym typeface="Proxima Nova Extrabold"/>
                </a:defRPr>
              </a:pPr>
              <a:endParaRPr sz="422"/>
            </a:p>
          </p:txBody>
        </p:sp>
      </p:grpSp>
      <p:sp>
        <p:nvSpPr>
          <p:cNvPr id="16" name="Text Placeholder 6">
            <a:extLst>
              <a:ext uri="{FF2B5EF4-FFF2-40B4-BE49-F238E27FC236}">
                <a16:creationId xmlns:a16="http://schemas.microsoft.com/office/drawing/2014/main" id="{B4A8DE5E-EA71-D55D-4C6E-88E1312C3F1C}"/>
              </a:ext>
            </a:extLst>
          </p:cNvPr>
          <p:cNvSpPr>
            <a:spLocks noGrp="1"/>
          </p:cNvSpPr>
          <p:nvPr>
            <p:ph type="body" sz="quarter" idx="22" hasCustomPrompt="1"/>
          </p:nvPr>
        </p:nvSpPr>
        <p:spPr>
          <a:xfrm>
            <a:off x="672325" y="859917"/>
            <a:ext cx="2859619" cy="1021767"/>
          </a:xfrm>
          <a:prstGeom prst="rect">
            <a:avLst/>
          </a:prstGeom>
        </p:spPr>
        <p:txBody>
          <a:bodyPr lIns="0" tIns="0" rIns="0" bIns="0" anchor="b">
            <a:noAutofit/>
          </a:bodyPr>
          <a:lstStyle>
            <a:lvl1pPr marL="0" indent="0">
              <a:lnSpc>
                <a:spcPct val="70000"/>
              </a:lnSpc>
              <a:buNone/>
              <a:defRPr sz="3000">
                <a:solidFill>
                  <a:schemeClr val="tx1"/>
                </a:solidFill>
                <a:latin typeface="+mj-lt"/>
              </a:defRPr>
            </a:lvl1pPr>
          </a:lstStyle>
          <a:p>
            <a:pPr lvl="0"/>
            <a:r>
              <a:rPr lang="en-US"/>
              <a:t>TITLE</a:t>
            </a:r>
          </a:p>
        </p:txBody>
      </p:sp>
      <p:sp>
        <p:nvSpPr>
          <p:cNvPr id="9" name="Picture Placeholder 2">
            <a:extLst>
              <a:ext uri="{FF2B5EF4-FFF2-40B4-BE49-F238E27FC236}">
                <a16:creationId xmlns:a16="http://schemas.microsoft.com/office/drawing/2014/main" id="{8DA9CE4B-DEA9-E277-E376-38ECAFFD9B8D}"/>
              </a:ext>
            </a:extLst>
          </p:cNvPr>
          <p:cNvSpPr>
            <a:spLocks noGrp="1"/>
          </p:cNvSpPr>
          <p:nvPr>
            <p:ph type="pic" sz="quarter" idx="25"/>
          </p:nvPr>
        </p:nvSpPr>
        <p:spPr>
          <a:xfrm>
            <a:off x="5063090" y="1257427"/>
            <a:ext cx="1844599" cy="2412058"/>
          </a:xfrm>
        </p:spPr>
        <p:txBody>
          <a:bodyPr/>
          <a:lstStyle/>
          <a:p>
            <a:endParaRPr lang="en-US"/>
          </a:p>
        </p:txBody>
      </p:sp>
    </p:spTree>
    <p:extLst>
      <p:ext uri="{BB962C8B-B14F-4D97-AF65-F5344CB8AC3E}">
        <p14:creationId xmlns:p14="http://schemas.microsoft.com/office/powerpoint/2010/main" val="3500784106"/>
      </p:ext>
    </p:extLst>
  </p:cSld>
  <p:clrMapOvr>
    <a:masterClrMapping/>
  </p:clrMapOvr>
  <p:transition spd="med"/>
</p:sldLayout>
</file>

<file path=ppt/slideLayouts/slideLayout177.xml><?xml version="1.0" encoding="utf-8"?>
<p:sldLayout xmlns:a="http://schemas.openxmlformats.org/drawingml/2006/main" xmlns:r="http://schemas.openxmlformats.org/officeDocument/2006/relationships" xmlns:p="http://schemas.openxmlformats.org/presentationml/2006/main" showMasterSp="0" preserve="1" userDrawn="1">
  <p:cSld name="title, numbered list left + image over shape right - dark">
    <p:bg>
      <p:bgPr>
        <a:solidFill>
          <a:srgbClr val="0F2240"/>
        </a:solidFill>
        <a:effectLst/>
      </p:bgPr>
    </p:bg>
    <p:spTree>
      <p:nvGrpSpPr>
        <p:cNvPr id="1" name=""/>
        <p:cNvGrpSpPr/>
        <p:nvPr/>
      </p:nvGrpSpPr>
      <p:grpSpPr>
        <a:xfrm>
          <a:off x="0" y="0"/>
          <a:ext cx="0" cy="0"/>
          <a:chOff x="0" y="0"/>
          <a:chExt cx="0" cy="0"/>
        </a:xfrm>
      </p:grpSpPr>
      <p:sp>
        <p:nvSpPr>
          <p:cNvPr id="66" name="Slide Number"/>
          <p:cNvSpPr txBox="1">
            <a:spLocks noGrp="1"/>
          </p:cNvSpPr>
          <p:nvPr>
            <p:ph type="sldNum" sz="quarter" idx="2"/>
          </p:nvPr>
        </p:nvSpPr>
        <p:spPr>
          <a:prstGeom prst="rect">
            <a:avLst/>
          </a:prstGeom>
        </p:spPr>
        <p:txBody>
          <a:bodyPr/>
          <a:lstStyle>
            <a:lvl1pPr>
              <a:defRPr>
                <a:solidFill>
                  <a:schemeClr val="bg1"/>
                </a:solidFill>
              </a:defRPr>
            </a:lvl1pPr>
          </a:lstStyle>
          <a:p>
            <a:fld id="{86CB4B4D-7CA3-9044-876B-883B54F8677D}" type="slidenum">
              <a:rPr lang="en-GB" smtClean="0"/>
              <a:pPr/>
              <a:t>‹#›</a:t>
            </a:fld>
            <a:endParaRPr lang="en-GB"/>
          </a:p>
        </p:txBody>
      </p:sp>
      <p:pic>
        <p:nvPicPr>
          <p:cNvPr id="5" name="Rectangle burgundy.svg" descr="Rectangle burgundy.svg">
            <a:extLst>
              <a:ext uri="{FF2B5EF4-FFF2-40B4-BE49-F238E27FC236}">
                <a16:creationId xmlns:a16="http://schemas.microsoft.com/office/drawing/2014/main" id="{844A400C-9A83-8AA4-CFCA-DE9794DB8174}"/>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5101466" y="952500"/>
            <a:ext cx="3024188" cy="3238500"/>
          </a:xfrm>
          <a:prstGeom prst="rect">
            <a:avLst/>
          </a:prstGeom>
          <a:ln w="12700">
            <a:miter lim="400000"/>
          </a:ln>
        </p:spPr>
      </p:pic>
      <p:pic>
        <p:nvPicPr>
          <p:cNvPr id="10" name="CGC logo white.png" descr="CGC logo white.png">
            <a:extLst>
              <a:ext uri="{FF2B5EF4-FFF2-40B4-BE49-F238E27FC236}">
                <a16:creationId xmlns:a16="http://schemas.microsoft.com/office/drawing/2014/main" id="{72298F98-B4C8-43FE-3BF1-7CECBDFE3880}"/>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285750" y="285750"/>
            <a:ext cx="1152091" cy="199818"/>
          </a:xfrm>
          <a:prstGeom prst="rect">
            <a:avLst/>
          </a:prstGeom>
          <a:ln w="12700">
            <a:miter lim="400000"/>
          </a:ln>
        </p:spPr>
      </p:pic>
      <p:sp>
        <p:nvSpPr>
          <p:cNvPr id="3" name="Picture Placeholder 3">
            <a:extLst>
              <a:ext uri="{FF2B5EF4-FFF2-40B4-BE49-F238E27FC236}">
                <a16:creationId xmlns:a16="http://schemas.microsoft.com/office/drawing/2014/main" id="{42671B41-535D-F109-9D02-787902652E56}"/>
              </a:ext>
            </a:extLst>
          </p:cNvPr>
          <p:cNvSpPr>
            <a:spLocks noGrp="1"/>
          </p:cNvSpPr>
          <p:nvPr>
            <p:ph type="pic" sz="quarter" idx="15"/>
          </p:nvPr>
        </p:nvSpPr>
        <p:spPr>
          <a:xfrm>
            <a:off x="5053042" y="1365721"/>
            <a:ext cx="1844599" cy="2412058"/>
          </a:xfrm>
        </p:spPr>
        <p:txBody>
          <a:bodyPr/>
          <a:lstStyle/>
          <a:p>
            <a:endParaRPr lang="en-US"/>
          </a:p>
        </p:txBody>
      </p:sp>
      <p:sp>
        <p:nvSpPr>
          <p:cNvPr id="4" name="Text Placeholder 14">
            <a:extLst>
              <a:ext uri="{FF2B5EF4-FFF2-40B4-BE49-F238E27FC236}">
                <a16:creationId xmlns:a16="http://schemas.microsoft.com/office/drawing/2014/main" id="{92269894-93A5-2D1B-8294-D85DA45F1BCF}"/>
              </a:ext>
            </a:extLst>
          </p:cNvPr>
          <p:cNvSpPr>
            <a:spLocks noGrp="1"/>
          </p:cNvSpPr>
          <p:nvPr>
            <p:ph type="body" sz="quarter" idx="25" hasCustomPrompt="1"/>
          </p:nvPr>
        </p:nvSpPr>
        <p:spPr>
          <a:xfrm>
            <a:off x="682373" y="2106269"/>
            <a:ext cx="2859619" cy="2485828"/>
          </a:xfrm>
        </p:spPr>
        <p:txBody>
          <a:bodyPr lIns="0" tIns="0" rIns="0" bIns="0" anchor="t">
            <a:noAutofit/>
          </a:bodyPr>
          <a:lstStyle>
            <a:lvl1pPr marL="228600" indent="-228600">
              <a:lnSpc>
                <a:spcPct val="130000"/>
              </a:lnSpc>
              <a:spcBef>
                <a:spcPts val="600"/>
              </a:spcBef>
              <a:buClr>
                <a:srgbClr val="FFFFFF"/>
              </a:buClr>
              <a:buSzPct val="100000"/>
              <a:buFont typeface="+mj-lt"/>
              <a:buAutoNum type="arabicPeriod"/>
              <a:defRPr sz="900">
                <a:solidFill>
                  <a:schemeClr val="bg1"/>
                </a:solidFill>
              </a:defRPr>
            </a:lvl1pPr>
          </a:lstStyle>
          <a:p>
            <a:pPr lvl="0"/>
            <a:r>
              <a:rPr lang="en-US"/>
              <a:t>Text</a:t>
            </a:r>
          </a:p>
        </p:txBody>
      </p:sp>
      <p:sp>
        <p:nvSpPr>
          <p:cNvPr id="6" name="Text Placeholder 6">
            <a:extLst>
              <a:ext uri="{FF2B5EF4-FFF2-40B4-BE49-F238E27FC236}">
                <a16:creationId xmlns:a16="http://schemas.microsoft.com/office/drawing/2014/main" id="{95D25687-1F32-EC65-4B18-1265C0496D66}"/>
              </a:ext>
            </a:extLst>
          </p:cNvPr>
          <p:cNvSpPr>
            <a:spLocks noGrp="1"/>
          </p:cNvSpPr>
          <p:nvPr>
            <p:ph type="body" sz="quarter" idx="26" hasCustomPrompt="1"/>
          </p:nvPr>
        </p:nvSpPr>
        <p:spPr>
          <a:xfrm>
            <a:off x="672325" y="859917"/>
            <a:ext cx="2859619" cy="1021767"/>
          </a:xfrm>
          <a:prstGeom prst="rect">
            <a:avLst/>
          </a:prstGeom>
        </p:spPr>
        <p:txBody>
          <a:bodyPr lIns="0" tIns="0" rIns="0" bIns="0" anchor="b">
            <a:noAutofit/>
          </a:bodyPr>
          <a:lstStyle>
            <a:lvl1pPr marL="0" indent="0">
              <a:lnSpc>
                <a:spcPct val="70000"/>
              </a:lnSpc>
              <a:buNone/>
              <a:defRPr sz="3000">
                <a:solidFill>
                  <a:schemeClr val="bg1"/>
                </a:solidFill>
                <a:latin typeface="+mj-lt"/>
              </a:defRPr>
            </a:lvl1pPr>
          </a:lstStyle>
          <a:p>
            <a:pPr lvl="0"/>
            <a:r>
              <a:rPr lang="en-US"/>
              <a:t>TITLE</a:t>
            </a:r>
          </a:p>
        </p:txBody>
      </p:sp>
    </p:spTree>
    <p:extLst>
      <p:ext uri="{BB962C8B-B14F-4D97-AF65-F5344CB8AC3E}">
        <p14:creationId xmlns:p14="http://schemas.microsoft.com/office/powerpoint/2010/main" val="4187758550"/>
      </p:ext>
    </p:extLst>
  </p:cSld>
  <p:clrMapOvr>
    <a:masterClrMapping/>
  </p:clrMapOvr>
  <p:transition spd="med"/>
</p:sldLayout>
</file>

<file path=ppt/slideLayouts/slideLayout178.xml><?xml version="1.0" encoding="utf-8"?>
<p:sldLayout xmlns:a="http://schemas.openxmlformats.org/drawingml/2006/main" xmlns:r="http://schemas.openxmlformats.org/officeDocument/2006/relationships" xmlns:p="http://schemas.openxmlformats.org/presentationml/2006/main" showMasterSp="0" preserve="1" userDrawn="1">
  <p:cSld name="team 1">
    <p:bg>
      <p:bgPr>
        <a:solidFill>
          <a:srgbClr val="0F2240"/>
        </a:solidFill>
        <a:effectLst/>
      </p:bgPr>
    </p:bg>
    <p:spTree>
      <p:nvGrpSpPr>
        <p:cNvPr id="1" name=""/>
        <p:cNvGrpSpPr/>
        <p:nvPr/>
      </p:nvGrpSpPr>
      <p:grpSpPr>
        <a:xfrm>
          <a:off x="0" y="0"/>
          <a:ext cx="0" cy="0"/>
          <a:chOff x="0" y="0"/>
          <a:chExt cx="0" cy="0"/>
        </a:xfrm>
      </p:grpSpPr>
      <p:sp>
        <p:nvSpPr>
          <p:cNvPr id="66" name="Slide Number"/>
          <p:cNvSpPr txBox="1">
            <a:spLocks noGrp="1"/>
          </p:cNvSpPr>
          <p:nvPr>
            <p:ph type="sldNum" sz="quarter" idx="2"/>
          </p:nvPr>
        </p:nvSpPr>
        <p:spPr>
          <a:prstGeom prst="rect">
            <a:avLst/>
          </a:prstGeom>
        </p:spPr>
        <p:txBody>
          <a:bodyPr/>
          <a:lstStyle>
            <a:lvl1pPr>
              <a:defRPr>
                <a:solidFill>
                  <a:schemeClr val="bg1"/>
                </a:solidFill>
              </a:defRPr>
            </a:lvl1pPr>
          </a:lstStyle>
          <a:p>
            <a:fld id="{86CB4B4D-7CA3-9044-876B-883B54F8677D}" type="slidenum">
              <a:rPr lang="en-GB" smtClean="0"/>
              <a:pPr/>
              <a:t>‹#›</a:t>
            </a:fld>
            <a:endParaRPr lang="en-GB"/>
          </a:p>
        </p:txBody>
      </p:sp>
      <p:pic>
        <p:nvPicPr>
          <p:cNvPr id="10" name="CGC logo white.png" descr="CGC logo white.png">
            <a:extLst>
              <a:ext uri="{FF2B5EF4-FFF2-40B4-BE49-F238E27FC236}">
                <a16:creationId xmlns:a16="http://schemas.microsoft.com/office/drawing/2014/main" id="{72298F98-B4C8-43FE-3BF1-7CECBDFE3880}"/>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285750" y="285750"/>
            <a:ext cx="1152091" cy="199818"/>
          </a:xfrm>
          <a:prstGeom prst="rect">
            <a:avLst/>
          </a:prstGeom>
          <a:ln w="12700">
            <a:miter lim="400000"/>
          </a:ln>
        </p:spPr>
      </p:pic>
      <p:sp>
        <p:nvSpPr>
          <p:cNvPr id="23" name="Text Placeholder 6">
            <a:extLst>
              <a:ext uri="{FF2B5EF4-FFF2-40B4-BE49-F238E27FC236}">
                <a16:creationId xmlns:a16="http://schemas.microsoft.com/office/drawing/2014/main" id="{D53B23B1-E16E-83D6-D97B-C9EB01F1BC74}"/>
              </a:ext>
            </a:extLst>
          </p:cNvPr>
          <p:cNvSpPr>
            <a:spLocks noGrp="1"/>
          </p:cNvSpPr>
          <p:nvPr>
            <p:ph type="body" sz="quarter" idx="22" hasCustomPrompt="1"/>
          </p:nvPr>
        </p:nvSpPr>
        <p:spPr>
          <a:xfrm>
            <a:off x="683288" y="793696"/>
            <a:ext cx="3731638" cy="762933"/>
          </a:xfrm>
          <a:prstGeom prst="rect">
            <a:avLst/>
          </a:prstGeom>
        </p:spPr>
        <p:txBody>
          <a:bodyPr lIns="0" tIns="0" rIns="0" bIns="0" anchor="b">
            <a:noAutofit/>
          </a:bodyPr>
          <a:lstStyle>
            <a:lvl1pPr marL="0" indent="0">
              <a:lnSpc>
                <a:spcPct val="70000"/>
              </a:lnSpc>
              <a:buNone/>
              <a:defRPr sz="3000">
                <a:solidFill>
                  <a:schemeClr val="bg1"/>
                </a:solidFill>
                <a:latin typeface="+mj-lt"/>
              </a:defRPr>
            </a:lvl1pPr>
          </a:lstStyle>
          <a:p>
            <a:pPr lvl="0"/>
            <a:r>
              <a:rPr lang="en-US"/>
              <a:t>TITLE</a:t>
            </a:r>
          </a:p>
        </p:txBody>
      </p:sp>
      <p:sp>
        <p:nvSpPr>
          <p:cNvPr id="24" name="Text Placeholder 6">
            <a:extLst>
              <a:ext uri="{FF2B5EF4-FFF2-40B4-BE49-F238E27FC236}">
                <a16:creationId xmlns:a16="http://schemas.microsoft.com/office/drawing/2014/main" id="{0CA2449B-9DC1-5550-A315-3ED3A0C79991}"/>
              </a:ext>
            </a:extLst>
          </p:cNvPr>
          <p:cNvSpPr>
            <a:spLocks noGrp="1"/>
          </p:cNvSpPr>
          <p:nvPr>
            <p:ph type="body" sz="quarter" idx="23" hasCustomPrompt="1"/>
          </p:nvPr>
        </p:nvSpPr>
        <p:spPr>
          <a:xfrm>
            <a:off x="683288" y="1864757"/>
            <a:ext cx="1399666" cy="249532"/>
          </a:xfrm>
          <a:prstGeom prst="rect">
            <a:avLst/>
          </a:prstGeom>
        </p:spPr>
        <p:txBody>
          <a:bodyPr lIns="0" tIns="0" rIns="0" bIns="0" anchor="b">
            <a:noAutofit/>
          </a:bodyPr>
          <a:lstStyle>
            <a:lvl1pPr marL="0" indent="0">
              <a:lnSpc>
                <a:spcPct val="70000"/>
              </a:lnSpc>
              <a:buNone/>
              <a:defRPr sz="900">
                <a:solidFill>
                  <a:schemeClr val="bg1"/>
                </a:solidFill>
                <a:latin typeface="+mj-lt"/>
              </a:defRPr>
            </a:lvl1pPr>
          </a:lstStyle>
          <a:p>
            <a:pPr lvl="0"/>
            <a:r>
              <a:rPr lang="en-US"/>
              <a:t>TITLE</a:t>
            </a:r>
          </a:p>
        </p:txBody>
      </p:sp>
      <p:sp>
        <p:nvSpPr>
          <p:cNvPr id="25" name="Text Placeholder 6">
            <a:extLst>
              <a:ext uri="{FF2B5EF4-FFF2-40B4-BE49-F238E27FC236}">
                <a16:creationId xmlns:a16="http://schemas.microsoft.com/office/drawing/2014/main" id="{BCA2DD0A-0402-F729-8458-69B09650F70B}"/>
              </a:ext>
            </a:extLst>
          </p:cNvPr>
          <p:cNvSpPr>
            <a:spLocks noGrp="1"/>
          </p:cNvSpPr>
          <p:nvPr>
            <p:ph type="body" sz="quarter" idx="24" hasCustomPrompt="1"/>
          </p:nvPr>
        </p:nvSpPr>
        <p:spPr>
          <a:xfrm>
            <a:off x="2693391" y="1864757"/>
            <a:ext cx="1399666" cy="249532"/>
          </a:xfrm>
          <a:prstGeom prst="rect">
            <a:avLst/>
          </a:prstGeom>
        </p:spPr>
        <p:txBody>
          <a:bodyPr lIns="0" tIns="0" rIns="0" bIns="0" anchor="b">
            <a:noAutofit/>
          </a:bodyPr>
          <a:lstStyle>
            <a:lvl1pPr marL="0" indent="0">
              <a:lnSpc>
                <a:spcPct val="70000"/>
              </a:lnSpc>
              <a:buNone/>
              <a:defRPr sz="900">
                <a:solidFill>
                  <a:schemeClr val="bg1"/>
                </a:solidFill>
                <a:latin typeface="+mj-lt"/>
              </a:defRPr>
            </a:lvl1pPr>
          </a:lstStyle>
          <a:p>
            <a:pPr lvl="0"/>
            <a:r>
              <a:rPr lang="en-US"/>
              <a:t>TITLE</a:t>
            </a:r>
          </a:p>
        </p:txBody>
      </p:sp>
      <p:sp>
        <p:nvSpPr>
          <p:cNvPr id="26" name="Text Placeholder 6">
            <a:extLst>
              <a:ext uri="{FF2B5EF4-FFF2-40B4-BE49-F238E27FC236}">
                <a16:creationId xmlns:a16="http://schemas.microsoft.com/office/drawing/2014/main" id="{327FE00C-44FF-5C00-7799-9102890BB5A4}"/>
              </a:ext>
            </a:extLst>
          </p:cNvPr>
          <p:cNvSpPr>
            <a:spLocks noGrp="1"/>
          </p:cNvSpPr>
          <p:nvPr>
            <p:ph type="body" sz="quarter" idx="25" hasCustomPrompt="1"/>
          </p:nvPr>
        </p:nvSpPr>
        <p:spPr>
          <a:xfrm>
            <a:off x="4703496" y="1864757"/>
            <a:ext cx="1399666" cy="249532"/>
          </a:xfrm>
          <a:prstGeom prst="rect">
            <a:avLst/>
          </a:prstGeom>
        </p:spPr>
        <p:txBody>
          <a:bodyPr lIns="0" tIns="0" rIns="0" bIns="0" anchor="b">
            <a:noAutofit/>
          </a:bodyPr>
          <a:lstStyle>
            <a:lvl1pPr marL="0" indent="0">
              <a:lnSpc>
                <a:spcPct val="70000"/>
              </a:lnSpc>
              <a:buNone/>
              <a:defRPr sz="900">
                <a:solidFill>
                  <a:schemeClr val="bg1"/>
                </a:solidFill>
                <a:latin typeface="+mj-lt"/>
              </a:defRPr>
            </a:lvl1pPr>
          </a:lstStyle>
          <a:p>
            <a:pPr lvl="0"/>
            <a:r>
              <a:rPr lang="en-US"/>
              <a:t>TITLE</a:t>
            </a:r>
          </a:p>
        </p:txBody>
      </p:sp>
      <p:sp>
        <p:nvSpPr>
          <p:cNvPr id="27" name="Text Placeholder 6">
            <a:extLst>
              <a:ext uri="{FF2B5EF4-FFF2-40B4-BE49-F238E27FC236}">
                <a16:creationId xmlns:a16="http://schemas.microsoft.com/office/drawing/2014/main" id="{EB3FF2B9-8BB2-0653-BB23-8382C9FA00D6}"/>
              </a:ext>
            </a:extLst>
          </p:cNvPr>
          <p:cNvSpPr>
            <a:spLocks noGrp="1"/>
          </p:cNvSpPr>
          <p:nvPr>
            <p:ph type="body" sz="quarter" idx="26" hasCustomPrompt="1"/>
          </p:nvPr>
        </p:nvSpPr>
        <p:spPr>
          <a:xfrm>
            <a:off x="683288" y="3914142"/>
            <a:ext cx="1399666" cy="249532"/>
          </a:xfrm>
          <a:prstGeom prst="rect">
            <a:avLst/>
          </a:prstGeom>
        </p:spPr>
        <p:txBody>
          <a:bodyPr lIns="0" tIns="0" rIns="0" bIns="0" anchor="b">
            <a:noAutofit/>
          </a:bodyPr>
          <a:lstStyle>
            <a:lvl1pPr marL="0" indent="0">
              <a:lnSpc>
                <a:spcPct val="70000"/>
              </a:lnSpc>
              <a:buNone/>
              <a:defRPr sz="900">
                <a:solidFill>
                  <a:schemeClr val="accent3"/>
                </a:solidFill>
                <a:latin typeface="+mj-lt"/>
              </a:defRPr>
            </a:lvl1pPr>
          </a:lstStyle>
          <a:p>
            <a:pPr lvl="0"/>
            <a:r>
              <a:rPr lang="en-US"/>
              <a:t>NAME</a:t>
            </a:r>
          </a:p>
        </p:txBody>
      </p:sp>
      <p:sp>
        <p:nvSpPr>
          <p:cNvPr id="28" name="Text Placeholder 14">
            <a:extLst>
              <a:ext uri="{FF2B5EF4-FFF2-40B4-BE49-F238E27FC236}">
                <a16:creationId xmlns:a16="http://schemas.microsoft.com/office/drawing/2014/main" id="{C2B4A7F2-126D-9724-D34C-3E04AB2557ED}"/>
              </a:ext>
            </a:extLst>
          </p:cNvPr>
          <p:cNvSpPr>
            <a:spLocks noGrp="1"/>
          </p:cNvSpPr>
          <p:nvPr>
            <p:ph type="body" sz="quarter" idx="27" hasCustomPrompt="1"/>
          </p:nvPr>
        </p:nvSpPr>
        <p:spPr>
          <a:xfrm>
            <a:off x="683288" y="4175426"/>
            <a:ext cx="1399666" cy="444896"/>
          </a:xfrm>
        </p:spPr>
        <p:txBody>
          <a:bodyPr lIns="0" tIns="0" rIns="0" bIns="0" anchor="t">
            <a:noAutofit/>
          </a:bodyPr>
          <a:lstStyle>
            <a:lvl1pPr marL="0" indent="0">
              <a:lnSpc>
                <a:spcPct val="120000"/>
              </a:lnSpc>
              <a:spcBef>
                <a:spcPts val="600"/>
              </a:spcBef>
              <a:buNone/>
              <a:defRPr sz="900">
                <a:solidFill>
                  <a:schemeClr val="bg1"/>
                </a:solidFill>
              </a:defRPr>
            </a:lvl1pPr>
          </a:lstStyle>
          <a:p>
            <a:pPr lvl="0"/>
            <a:r>
              <a:rPr lang="en-US"/>
              <a:t>Title</a:t>
            </a:r>
          </a:p>
        </p:txBody>
      </p:sp>
      <p:sp>
        <p:nvSpPr>
          <p:cNvPr id="37" name="Text Placeholder 6">
            <a:extLst>
              <a:ext uri="{FF2B5EF4-FFF2-40B4-BE49-F238E27FC236}">
                <a16:creationId xmlns:a16="http://schemas.microsoft.com/office/drawing/2014/main" id="{47BE12A1-90DF-8647-70AC-6B14B6C7A5F5}"/>
              </a:ext>
            </a:extLst>
          </p:cNvPr>
          <p:cNvSpPr>
            <a:spLocks noGrp="1"/>
          </p:cNvSpPr>
          <p:nvPr>
            <p:ph type="body" sz="quarter" idx="31" hasCustomPrompt="1"/>
          </p:nvPr>
        </p:nvSpPr>
        <p:spPr>
          <a:xfrm>
            <a:off x="2692535" y="3914142"/>
            <a:ext cx="1399666" cy="249532"/>
          </a:xfrm>
          <a:prstGeom prst="rect">
            <a:avLst/>
          </a:prstGeom>
        </p:spPr>
        <p:txBody>
          <a:bodyPr lIns="0" tIns="0" rIns="0" bIns="0" anchor="b">
            <a:noAutofit/>
          </a:bodyPr>
          <a:lstStyle>
            <a:lvl1pPr marL="0" indent="0">
              <a:lnSpc>
                <a:spcPct val="70000"/>
              </a:lnSpc>
              <a:buNone/>
              <a:defRPr sz="900">
                <a:solidFill>
                  <a:schemeClr val="accent3"/>
                </a:solidFill>
                <a:latin typeface="+mj-lt"/>
              </a:defRPr>
            </a:lvl1pPr>
          </a:lstStyle>
          <a:p>
            <a:pPr lvl="0"/>
            <a:r>
              <a:rPr lang="en-US"/>
              <a:t>NAME</a:t>
            </a:r>
          </a:p>
        </p:txBody>
      </p:sp>
      <p:sp>
        <p:nvSpPr>
          <p:cNvPr id="38" name="Text Placeholder 14">
            <a:extLst>
              <a:ext uri="{FF2B5EF4-FFF2-40B4-BE49-F238E27FC236}">
                <a16:creationId xmlns:a16="http://schemas.microsoft.com/office/drawing/2014/main" id="{890C6F4B-2BF3-2DED-D4B6-9156077EF6A6}"/>
              </a:ext>
            </a:extLst>
          </p:cNvPr>
          <p:cNvSpPr>
            <a:spLocks noGrp="1"/>
          </p:cNvSpPr>
          <p:nvPr>
            <p:ph type="body" sz="quarter" idx="32" hasCustomPrompt="1"/>
          </p:nvPr>
        </p:nvSpPr>
        <p:spPr>
          <a:xfrm>
            <a:off x="2692535" y="4175426"/>
            <a:ext cx="1399666" cy="444896"/>
          </a:xfrm>
        </p:spPr>
        <p:txBody>
          <a:bodyPr lIns="0" tIns="0" rIns="0" bIns="0" anchor="t">
            <a:noAutofit/>
          </a:bodyPr>
          <a:lstStyle>
            <a:lvl1pPr marL="0" indent="0">
              <a:lnSpc>
                <a:spcPct val="120000"/>
              </a:lnSpc>
              <a:spcBef>
                <a:spcPts val="600"/>
              </a:spcBef>
              <a:buNone/>
              <a:defRPr sz="900">
                <a:solidFill>
                  <a:schemeClr val="bg1"/>
                </a:solidFill>
              </a:defRPr>
            </a:lvl1pPr>
          </a:lstStyle>
          <a:p>
            <a:pPr lvl="0"/>
            <a:r>
              <a:rPr lang="en-US"/>
              <a:t>Title</a:t>
            </a:r>
          </a:p>
        </p:txBody>
      </p:sp>
      <p:sp>
        <p:nvSpPr>
          <p:cNvPr id="39" name="Text Placeholder 6">
            <a:extLst>
              <a:ext uri="{FF2B5EF4-FFF2-40B4-BE49-F238E27FC236}">
                <a16:creationId xmlns:a16="http://schemas.microsoft.com/office/drawing/2014/main" id="{04A5D7E3-8090-F3DC-B12E-149159A54BBE}"/>
              </a:ext>
            </a:extLst>
          </p:cNvPr>
          <p:cNvSpPr>
            <a:spLocks noGrp="1"/>
          </p:cNvSpPr>
          <p:nvPr>
            <p:ph type="body" sz="quarter" idx="33" hasCustomPrompt="1"/>
          </p:nvPr>
        </p:nvSpPr>
        <p:spPr>
          <a:xfrm>
            <a:off x="4696973" y="3914142"/>
            <a:ext cx="1399666" cy="249532"/>
          </a:xfrm>
          <a:prstGeom prst="rect">
            <a:avLst/>
          </a:prstGeom>
        </p:spPr>
        <p:txBody>
          <a:bodyPr lIns="0" tIns="0" rIns="0" bIns="0" anchor="b">
            <a:noAutofit/>
          </a:bodyPr>
          <a:lstStyle>
            <a:lvl1pPr marL="0" indent="0">
              <a:lnSpc>
                <a:spcPct val="70000"/>
              </a:lnSpc>
              <a:buNone/>
              <a:defRPr sz="900">
                <a:solidFill>
                  <a:schemeClr val="accent3"/>
                </a:solidFill>
                <a:latin typeface="+mj-lt"/>
              </a:defRPr>
            </a:lvl1pPr>
          </a:lstStyle>
          <a:p>
            <a:pPr lvl="0"/>
            <a:r>
              <a:rPr lang="en-US"/>
              <a:t>NAME</a:t>
            </a:r>
          </a:p>
        </p:txBody>
      </p:sp>
      <p:sp>
        <p:nvSpPr>
          <p:cNvPr id="40" name="Text Placeholder 14">
            <a:extLst>
              <a:ext uri="{FF2B5EF4-FFF2-40B4-BE49-F238E27FC236}">
                <a16:creationId xmlns:a16="http://schemas.microsoft.com/office/drawing/2014/main" id="{E0CD75A4-3269-7E99-2124-994DDB7A70CF}"/>
              </a:ext>
            </a:extLst>
          </p:cNvPr>
          <p:cNvSpPr>
            <a:spLocks noGrp="1"/>
          </p:cNvSpPr>
          <p:nvPr>
            <p:ph type="body" sz="quarter" idx="34" hasCustomPrompt="1"/>
          </p:nvPr>
        </p:nvSpPr>
        <p:spPr>
          <a:xfrm>
            <a:off x="4696973" y="4175426"/>
            <a:ext cx="1399666" cy="444896"/>
          </a:xfrm>
        </p:spPr>
        <p:txBody>
          <a:bodyPr lIns="0" tIns="0" rIns="0" bIns="0" anchor="t">
            <a:noAutofit/>
          </a:bodyPr>
          <a:lstStyle>
            <a:lvl1pPr marL="0" indent="0">
              <a:lnSpc>
                <a:spcPct val="120000"/>
              </a:lnSpc>
              <a:spcBef>
                <a:spcPts val="600"/>
              </a:spcBef>
              <a:buNone/>
              <a:defRPr sz="900">
                <a:solidFill>
                  <a:schemeClr val="bg1"/>
                </a:solidFill>
              </a:defRPr>
            </a:lvl1pPr>
          </a:lstStyle>
          <a:p>
            <a:pPr lvl="0"/>
            <a:r>
              <a:rPr lang="en-US"/>
              <a:t>Title</a:t>
            </a:r>
          </a:p>
        </p:txBody>
      </p:sp>
      <p:sp>
        <p:nvSpPr>
          <p:cNvPr id="41" name="Text Placeholder 6">
            <a:extLst>
              <a:ext uri="{FF2B5EF4-FFF2-40B4-BE49-F238E27FC236}">
                <a16:creationId xmlns:a16="http://schemas.microsoft.com/office/drawing/2014/main" id="{B6857B61-560E-6B11-5B1F-C061C2E22C09}"/>
              </a:ext>
            </a:extLst>
          </p:cNvPr>
          <p:cNvSpPr>
            <a:spLocks noGrp="1"/>
          </p:cNvSpPr>
          <p:nvPr>
            <p:ph type="body" sz="quarter" idx="35" hasCustomPrompt="1"/>
          </p:nvPr>
        </p:nvSpPr>
        <p:spPr>
          <a:xfrm>
            <a:off x="6272165" y="3914142"/>
            <a:ext cx="1399666" cy="249532"/>
          </a:xfrm>
          <a:prstGeom prst="rect">
            <a:avLst/>
          </a:prstGeom>
        </p:spPr>
        <p:txBody>
          <a:bodyPr lIns="0" tIns="0" rIns="0" bIns="0" anchor="b">
            <a:noAutofit/>
          </a:bodyPr>
          <a:lstStyle>
            <a:lvl1pPr marL="0" indent="0">
              <a:lnSpc>
                <a:spcPct val="70000"/>
              </a:lnSpc>
              <a:buNone/>
              <a:defRPr sz="900">
                <a:solidFill>
                  <a:schemeClr val="accent3"/>
                </a:solidFill>
                <a:latin typeface="+mj-lt"/>
              </a:defRPr>
            </a:lvl1pPr>
          </a:lstStyle>
          <a:p>
            <a:pPr lvl="0"/>
            <a:r>
              <a:rPr lang="en-US"/>
              <a:t>NAME</a:t>
            </a:r>
          </a:p>
        </p:txBody>
      </p:sp>
      <p:sp>
        <p:nvSpPr>
          <p:cNvPr id="42" name="Text Placeholder 14">
            <a:extLst>
              <a:ext uri="{FF2B5EF4-FFF2-40B4-BE49-F238E27FC236}">
                <a16:creationId xmlns:a16="http://schemas.microsoft.com/office/drawing/2014/main" id="{347CE136-1DFD-A7F1-EA99-FA181327685A}"/>
              </a:ext>
            </a:extLst>
          </p:cNvPr>
          <p:cNvSpPr>
            <a:spLocks noGrp="1"/>
          </p:cNvSpPr>
          <p:nvPr>
            <p:ph type="body" sz="quarter" idx="36" hasCustomPrompt="1"/>
          </p:nvPr>
        </p:nvSpPr>
        <p:spPr>
          <a:xfrm>
            <a:off x="6272165" y="4175426"/>
            <a:ext cx="1399666" cy="444896"/>
          </a:xfrm>
        </p:spPr>
        <p:txBody>
          <a:bodyPr lIns="0" tIns="0" rIns="0" bIns="0" anchor="t">
            <a:noAutofit/>
          </a:bodyPr>
          <a:lstStyle>
            <a:lvl1pPr marL="0" indent="0">
              <a:lnSpc>
                <a:spcPct val="120000"/>
              </a:lnSpc>
              <a:spcBef>
                <a:spcPts val="600"/>
              </a:spcBef>
              <a:buNone/>
              <a:defRPr sz="900">
                <a:solidFill>
                  <a:schemeClr val="bg1"/>
                </a:solidFill>
              </a:defRPr>
            </a:lvl1pPr>
          </a:lstStyle>
          <a:p>
            <a:pPr lvl="0"/>
            <a:r>
              <a:rPr lang="en-US"/>
              <a:t>Title</a:t>
            </a:r>
          </a:p>
        </p:txBody>
      </p:sp>
      <p:sp>
        <p:nvSpPr>
          <p:cNvPr id="3" name="Picture Placeholder 3">
            <a:extLst>
              <a:ext uri="{FF2B5EF4-FFF2-40B4-BE49-F238E27FC236}">
                <a16:creationId xmlns:a16="http://schemas.microsoft.com/office/drawing/2014/main" id="{BC2B2CED-FCAE-2A7E-C4DD-77EE4FAD1BEA}"/>
              </a:ext>
            </a:extLst>
          </p:cNvPr>
          <p:cNvSpPr>
            <a:spLocks noGrp="1"/>
          </p:cNvSpPr>
          <p:nvPr>
            <p:ph type="pic" sz="quarter" idx="15"/>
          </p:nvPr>
        </p:nvSpPr>
        <p:spPr>
          <a:xfrm>
            <a:off x="683288" y="2185809"/>
            <a:ext cx="1399667" cy="1775520"/>
          </a:xfrm>
        </p:spPr>
        <p:txBody>
          <a:bodyPr/>
          <a:lstStyle/>
          <a:p>
            <a:endParaRPr lang="en-US"/>
          </a:p>
        </p:txBody>
      </p:sp>
      <p:sp>
        <p:nvSpPr>
          <p:cNvPr id="5" name="Picture Placeholder 3">
            <a:extLst>
              <a:ext uri="{FF2B5EF4-FFF2-40B4-BE49-F238E27FC236}">
                <a16:creationId xmlns:a16="http://schemas.microsoft.com/office/drawing/2014/main" id="{0161BDA0-583F-80B9-8588-8D678B61BD01}"/>
              </a:ext>
            </a:extLst>
          </p:cNvPr>
          <p:cNvSpPr>
            <a:spLocks noGrp="1"/>
          </p:cNvSpPr>
          <p:nvPr>
            <p:ph type="pic" sz="quarter" idx="37"/>
          </p:nvPr>
        </p:nvSpPr>
        <p:spPr>
          <a:xfrm>
            <a:off x="2693391" y="2185809"/>
            <a:ext cx="1399667" cy="1775520"/>
          </a:xfrm>
        </p:spPr>
        <p:txBody>
          <a:bodyPr/>
          <a:lstStyle/>
          <a:p>
            <a:endParaRPr lang="en-US"/>
          </a:p>
        </p:txBody>
      </p:sp>
      <p:sp>
        <p:nvSpPr>
          <p:cNvPr id="7" name="Picture Placeholder 3">
            <a:extLst>
              <a:ext uri="{FF2B5EF4-FFF2-40B4-BE49-F238E27FC236}">
                <a16:creationId xmlns:a16="http://schemas.microsoft.com/office/drawing/2014/main" id="{47CA3839-A02D-3BBB-19DD-0B2C41EA6FD5}"/>
              </a:ext>
            </a:extLst>
          </p:cNvPr>
          <p:cNvSpPr>
            <a:spLocks noGrp="1"/>
          </p:cNvSpPr>
          <p:nvPr>
            <p:ph type="pic" sz="quarter" idx="38"/>
          </p:nvPr>
        </p:nvSpPr>
        <p:spPr>
          <a:xfrm>
            <a:off x="4703495" y="2185809"/>
            <a:ext cx="1399667" cy="1775520"/>
          </a:xfrm>
        </p:spPr>
        <p:txBody>
          <a:bodyPr/>
          <a:lstStyle/>
          <a:p>
            <a:endParaRPr lang="en-US"/>
          </a:p>
        </p:txBody>
      </p:sp>
      <p:sp>
        <p:nvSpPr>
          <p:cNvPr id="9" name="Picture Placeholder 3">
            <a:extLst>
              <a:ext uri="{FF2B5EF4-FFF2-40B4-BE49-F238E27FC236}">
                <a16:creationId xmlns:a16="http://schemas.microsoft.com/office/drawing/2014/main" id="{DD4965AE-5D44-8DBC-4EB2-8F169F5E8C2A}"/>
              </a:ext>
            </a:extLst>
          </p:cNvPr>
          <p:cNvSpPr>
            <a:spLocks noGrp="1"/>
          </p:cNvSpPr>
          <p:nvPr>
            <p:ph type="pic" sz="quarter" idx="39"/>
          </p:nvPr>
        </p:nvSpPr>
        <p:spPr>
          <a:xfrm>
            <a:off x="6272164" y="2185809"/>
            <a:ext cx="1399667" cy="1775520"/>
          </a:xfrm>
        </p:spPr>
        <p:txBody>
          <a:bodyPr/>
          <a:lstStyle/>
          <a:p>
            <a:endParaRPr lang="en-US"/>
          </a:p>
        </p:txBody>
      </p:sp>
    </p:spTree>
    <p:extLst>
      <p:ext uri="{BB962C8B-B14F-4D97-AF65-F5344CB8AC3E}">
        <p14:creationId xmlns:p14="http://schemas.microsoft.com/office/powerpoint/2010/main" val="2275793141"/>
      </p:ext>
    </p:extLst>
  </p:cSld>
  <p:clrMapOvr>
    <a:masterClrMapping/>
  </p:clrMapOvr>
  <p:transition spd="med"/>
</p:sldLayout>
</file>

<file path=ppt/slideLayouts/slideLayout179.xml><?xml version="1.0" encoding="utf-8"?>
<p:sldLayout xmlns:a="http://schemas.openxmlformats.org/drawingml/2006/main" xmlns:r="http://schemas.openxmlformats.org/officeDocument/2006/relationships" xmlns:p="http://schemas.openxmlformats.org/presentationml/2006/main" showMasterSp="0" preserve="1" userDrawn="1">
  <p:cSld name="team 2">
    <p:bg>
      <p:bgPr>
        <a:solidFill>
          <a:srgbClr val="0143FD"/>
        </a:solidFill>
        <a:effectLst/>
      </p:bgPr>
    </p:bg>
    <p:spTree>
      <p:nvGrpSpPr>
        <p:cNvPr id="1" name=""/>
        <p:cNvGrpSpPr/>
        <p:nvPr/>
      </p:nvGrpSpPr>
      <p:grpSpPr>
        <a:xfrm>
          <a:off x="0" y="0"/>
          <a:ext cx="0" cy="0"/>
          <a:chOff x="0" y="0"/>
          <a:chExt cx="0" cy="0"/>
        </a:xfrm>
      </p:grpSpPr>
      <p:sp>
        <p:nvSpPr>
          <p:cNvPr id="66" name="Slide Number"/>
          <p:cNvSpPr txBox="1">
            <a:spLocks noGrp="1"/>
          </p:cNvSpPr>
          <p:nvPr>
            <p:ph type="sldNum" sz="quarter" idx="2"/>
          </p:nvPr>
        </p:nvSpPr>
        <p:spPr>
          <a:prstGeom prst="rect">
            <a:avLst/>
          </a:prstGeom>
        </p:spPr>
        <p:txBody>
          <a:bodyPr/>
          <a:lstStyle>
            <a:lvl1pPr>
              <a:defRPr>
                <a:solidFill>
                  <a:schemeClr val="bg1"/>
                </a:solidFill>
              </a:defRPr>
            </a:lvl1pPr>
          </a:lstStyle>
          <a:p>
            <a:fld id="{86CB4B4D-7CA3-9044-876B-883B54F8677D}" type="slidenum">
              <a:rPr lang="en-GB" smtClean="0"/>
              <a:pPr/>
              <a:t>‹#›</a:t>
            </a:fld>
            <a:endParaRPr lang="en-GB"/>
          </a:p>
        </p:txBody>
      </p:sp>
      <p:pic>
        <p:nvPicPr>
          <p:cNvPr id="10" name="CGC logo white.png" descr="CGC logo white.png">
            <a:extLst>
              <a:ext uri="{FF2B5EF4-FFF2-40B4-BE49-F238E27FC236}">
                <a16:creationId xmlns:a16="http://schemas.microsoft.com/office/drawing/2014/main" id="{72298F98-B4C8-43FE-3BF1-7CECBDFE3880}"/>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285750" y="285750"/>
            <a:ext cx="1152091" cy="199818"/>
          </a:xfrm>
          <a:prstGeom prst="rect">
            <a:avLst/>
          </a:prstGeom>
          <a:ln w="12700">
            <a:miter lim="400000"/>
          </a:ln>
        </p:spPr>
      </p:pic>
      <p:sp>
        <p:nvSpPr>
          <p:cNvPr id="9" name="Text Placeholder 6">
            <a:extLst>
              <a:ext uri="{FF2B5EF4-FFF2-40B4-BE49-F238E27FC236}">
                <a16:creationId xmlns:a16="http://schemas.microsoft.com/office/drawing/2014/main" id="{336776E3-C178-EF11-402C-F3A75DDD52D9}"/>
              </a:ext>
            </a:extLst>
          </p:cNvPr>
          <p:cNvSpPr>
            <a:spLocks noGrp="1"/>
          </p:cNvSpPr>
          <p:nvPr>
            <p:ph type="body" sz="quarter" idx="22" hasCustomPrompt="1"/>
          </p:nvPr>
        </p:nvSpPr>
        <p:spPr>
          <a:xfrm>
            <a:off x="683288" y="793696"/>
            <a:ext cx="3731638" cy="762933"/>
          </a:xfrm>
          <a:prstGeom prst="rect">
            <a:avLst/>
          </a:prstGeom>
        </p:spPr>
        <p:txBody>
          <a:bodyPr lIns="0" tIns="0" rIns="0" bIns="0" anchor="b">
            <a:noAutofit/>
          </a:bodyPr>
          <a:lstStyle>
            <a:lvl1pPr marL="0" indent="0">
              <a:lnSpc>
                <a:spcPct val="70000"/>
              </a:lnSpc>
              <a:buNone/>
              <a:defRPr sz="3000">
                <a:solidFill>
                  <a:schemeClr val="bg1"/>
                </a:solidFill>
                <a:latin typeface="+mj-lt"/>
              </a:defRPr>
            </a:lvl1pPr>
          </a:lstStyle>
          <a:p>
            <a:pPr lvl="0"/>
            <a:r>
              <a:rPr lang="en-US"/>
              <a:t>TITLE</a:t>
            </a:r>
          </a:p>
        </p:txBody>
      </p:sp>
      <p:sp>
        <p:nvSpPr>
          <p:cNvPr id="11" name="Text Placeholder 6">
            <a:extLst>
              <a:ext uri="{FF2B5EF4-FFF2-40B4-BE49-F238E27FC236}">
                <a16:creationId xmlns:a16="http://schemas.microsoft.com/office/drawing/2014/main" id="{FBA58E26-9F5E-79C1-EDBB-FCD8320E8809}"/>
              </a:ext>
            </a:extLst>
          </p:cNvPr>
          <p:cNvSpPr>
            <a:spLocks noGrp="1"/>
          </p:cNvSpPr>
          <p:nvPr>
            <p:ph type="body" sz="quarter" idx="23" hasCustomPrompt="1"/>
          </p:nvPr>
        </p:nvSpPr>
        <p:spPr>
          <a:xfrm>
            <a:off x="683288" y="1864757"/>
            <a:ext cx="1399666" cy="249532"/>
          </a:xfrm>
          <a:prstGeom prst="rect">
            <a:avLst/>
          </a:prstGeom>
        </p:spPr>
        <p:txBody>
          <a:bodyPr lIns="0" tIns="0" rIns="0" bIns="0" anchor="b">
            <a:noAutofit/>
          </a:bodyPr>
          <a:lstStyle>
            <a:lvl1pPr marL="0" indent="0">
              <a:lnSpc>
                <a:spcPct val="70000"/>
              </a:lnSpc>
              <a:buNone/>
              <a:defRPr sz="900">
                <a:solidFill>
                  <a:schemeClr val="bg1"/>
                </a:solidFill>
                <a:latin typeface="+mj-lt"/>
              </a:defRPr>
            </a:lvl1pPr>
          </a:lstStyle>
          <a:p>
            <a:pPr lvl="0"/>
            <a:r>
              <a:rPr lang="en-US"/>
              <a:t>TITLE</a:t>
            </a:r>
          </a:p>
        </p:txBody>
      </p:sp>
      <p:sp>
        <p:nvSpPr>
          <p:cNvPr id="12" name="Text Placeholder 6">
            <a:extLst>
              <a:ext uri="{FF2B5EF4-FFF2-40B4-BE49-F238E27FC236}">
                <a16:creationId xmlns:a16="http://schemas.microsoft.com/office/drawing/2014/main" id="{6EEE6BC8-4573-38B3-3381-CF2437AB1D0F}"/>
              </a:ext>
            </a:extLst>
          </p:cNvPr>
          <p:cNvSpPr>
            <a:spLocks noGrp="1"/>
          </p:cNvSpPr>
          <p:nvPr>
            <p:ph type="body" sz="quarter" idx="26" hasCustomPrompt="1"/>
          </p:nvPr>
        </p:nvSpPr>
        <p:spPr>
          <a:xfrm>
            <a:off x="683288" y="3914142"/>
            <a:ext cx="1399666" cy="249532"/>
          </a:xfrm>
          <a:prstGeom prst="rect">
            <a:avLst/>
          </a:prstGeom>
        </p:spPr>
        <p:txBody>
          <a:bodyPr lIns="0" tIns="0" rIns="0" bIns="0" anchor="b">
            <a:noAutofit/>
          </a:bodyPr>
          <a:lstStyle>
            <a:lvl1pPr marL="0" indent="0">
              <a:lnSpc>
                <a:spcPct val="70000"/>
              </a:lnSpc>
              <a:buNone/>
              <a:defRPr sz="900">
                <a:solidFill>
                  <a:schemeClr val="accent3"/>
                </a:solidFill>
                <a:latin typeface="+mj-lt"/>
              </a:defRPr>
            </a:lvl1pPr>
          </a:lstStyle>
          <a:p>
            <a:pPr lvl="0"/>
            <a:r>
              <a:rPr lang="en-US"/>
              <a:t>NAME</a:t>
            </a:r>
          </a:p>
        </p:txBody>
      </p:sp>
      <p:sp>
        <p:nvSpPr>
          <p:cNvPr id="13" name="Text Placeholder 14">
            <a:extLst>
              <a:ext uri="{FF2B5EF4-FFF2-40B4-BE49-F238E27FC236}">
                <a16:creationId xmlns:a16="http://schemas.microsoft.com/office/drawing/2014/main" id="{535DBD7A-E7E5-7870-4165-48B8A4EE9287}"/>
              </a:ext>
            </a:extLst>
          </p:cNvPr>
          <p:cNvSpPr>
            <a:spLocks noGrp="1"/>
          </p:cNvSpPr>
          <p:nvPr>
            <p:ph type="body" sz="quarter" idx="27" hasCustomPrompt="1"/>
          </p:nvPr>
        </p:nvSpPr>
        <p:spPr>
          <a:xfrm>
            <a:off x="683288" y="4175426"/>
            <a:ext cx="1399666" cy="444896"/>
          </a:xfrm>
        </p:spPr>
        <p:txBody>
          <a:bodyPr lIns="0" tIns="0" rIns="0" bIns="0" anchor="t">
            <a:noAutofit/>
          </a:bodyPr>
          <a:lstStyle>
            <a:lvl1pPr marL="0" indent="0">
              <a:lnSpc>
                <a:spcPct val="120000"/>
              </a:lnSpc>
              <a:spcBef>
                <a:spcPts val="600"/>
              </a:spcBef>
              <a:buNone/>
              <a:defRPr sz="900">
                <a:solidFill>
                  <a:schemeClr val="bg1"/>
                </a:solidFill>
              </a:defRPr>
            </a:lvl1pPr>
          </a:lstStyle>
          <a:p>
            <a:pPr lvl="0"/>
            <a:r>
              <a:rPr lang="en-US"/>
              <a:t>Title</a:t>
            </a:r>
          </a:p>
        </p:txBody>
      </p:sp>
      <p:sp>
        <p:nvSpPr>
          <p:cNvPr id="14" name="Picture Placeholder 3">
            <a:extLst>
              <a:ext uri="{FF2B5EF4-FFF2-40B4-BE49-F238E27FC236}">
                <a16:creationId xmlns:a16="http://schemas.microsoft.com/office/drawing/2014/main" id="{C128EA7E-7AE6-E2FC-67EC-000F1776785F}"/>
              </a:ext>
            </a:extLst>
          </p:cNvPr>
          <p:cNvSpPr>
            <a:spLocks noGrp="1"/>
          </p:cNvSpPr>
          <p:nvPr>
            <p:ph type="pic" sz="quarter" idx="15"/>
          </p:nvPr>
        </p:nvSpPr>
        <p:spPr>
          <a:xfrm>
            <a:off x="683288" y="2185809"/>
            <a:ext cx="1399667" cy="1775520"/>
          </a:xfrm>
        </p:spPr>
        <p:txBody>
          <a:bodyPr/>
          <a:lstStyle/>
          <a:p>
            <a:endParaRPr lang="en-US"/>
          </a:p>
        </p:txBody>
      </p:sp>
      <p:sp>
        <p:nvSpPr>
          <p:cNvPr id="15" name="Text Placeholder 6">
            <a:extLst>
              <a:ext uri="{FF2B5EF4-FFF2-40B4-BE49-F238E27FC236}">
                <a16:creationId xmlns:a16="http://schemas.microsoft.com/office/drawing/2014/main" id="{161E54D1-390B-C65A-BB90-6EA5D71BC4FC}"/>
              </a:ext>
            </a:extLst>
          </p:cNvPr>
          <p:cNvSpPr>
            <a:spLocks noGrp="1"/>
          </p:cNvSpPr>
          <p:nvPr>
            <p:ph type="body" sz="quarter" idx="40" hasCustomPrompt="1"/>
          </p:nvPr>
        </p:nvSpPr>
        <p:spPr>
          <a:xfrm>
            <a:off x="2290707" y="1864757"/>
            <a:ext cx="1399666" cy="249532"/>
          </a:xfrm>
          <a:prstGeom prst="rect">
            <a:avLst/>
          </a:prstGeom>
        </p:spPr>
        <p:txBody>
          <a:bodyPr lIns="0" tIns="0" rIns="0" bIns="0" anchor="b">
            <a:noAutofit/>
          </a:bodyPr>
          <a:lstStyle>
            <a:lvl1pPr marL="0" indent="0">
              <a:lnSpc>
                <a:spcPct val="70000"/>
              </a:lnSpc>
              <a:buNone/>
              <a:defRPr sz="900">
                <a:solidFill>
                  <a:schemeClr val="bg1"/>
                </a:solidFill>
                <a:latin typeface="+mj-lt"/>
              </a:defRPr>
            </a:lvl1pPr>
          </a:lstStyle>
          <a:p>
            <a:pPr lvl="0"/>
            <a:r>
              <a:rPr lang="en-US"/>
              <a:t>TITLE</a:t>
            </a:r>
          </a:p>
        </p:txBody>
      </p:sp>
      <p:sp>
        <p:nvSpPr>
          <p:cNvPr id="16" name="Text Placeholder 6">
            <a:extLst>
              <a:ext uri="{FF2B5EF4-FFF2-40B4-BE49-F238E27FC236}">
                <a16:creationId xmlns:a16="http://schemas.microsoft.com/office/drawing/2014/main" id="{404901E3-6A03-A3EB-89BF-58211E3B18AF}"/>
              </a:ext>
            </a:extLst>
          </p:cNvPr>
          <p:cNvSpPr>
            <a:spLocks noGrp="1"/>
          </p:cNvSpPr>
          <p:nvPr>
            <p:ph type="body" sz="quarter" idx="41" hasCustomPrompt="1"/>
          </p:nvPr>
        </p:nvSpPr>
        <p:spPr>
          <a:xfrm>
            <a:off x="2290707" y="3914142"/>
            <a:ext cx="1399666" cy="249532"/>
          </a:xfrm>
          <a:prstGeom prst="rect">
            <a:avLst/>
          </a:prstGeom>
        </p:spPr>
        <p:txBody>
          <a:bodyPr lIns="0" tIns="0" rIns="0" bIns="0" anchor="b">
            <a:noAutofit/>
          </a:bodyPr>
          <a:lstStyle>
            <a:lvl1pPr marL="0" indent="0">
              <a:lnSpc>
                <a:spcPct val="70000"/>
              </a:lnSpc>
              <a:buNone/>
              <a:defRPr sz="900">
                <a:solidFill>
                  <a:schemeClr val="accent3"/>
                </a:solidFill>
                <a:latin typeface="+mj-lt"/>
              </a:defRPr>
            </a:lvl1pPr>
          </a:lstStyle>
          <a:p>
            <a:pPr lvl="0"/>
            <a:r>
              <a:rPr lang="en-US"/>
              <a:t>NAME</a:t>
            </a:r>
          </a:p>
        </p:txBody>
      </p:sp>
      <p:sp>
        <p:nvSpPr>
          <p:cNvPr id="17" name="Text Placeholder 14">
            <a:extLst>
              <a:ext uri="{FF2B5EF4-FFF2-40B4-BE49-F238E27FC236}">
                <a16:creationId xmlns:a16="http://schemas.microsoft.com/office/drawing/2014/main" id="{F659ED7A-E1DD-8A26-450C-A7D2086CD322}"/>
              </a:ext>
            </a:extLst>
          </p:cNvPr>
          <p:cNvSpPr>
            <a:spLocks noGrp="1"/>
          </p:cNvSpPr>
          <p:nvPr>
            <p:ph type="body" sz="quarter" idx="42" hasCustomPrompt="1"/>
          </p:nvPr>
        </p:nvSpPr>
        <p:spPr>
          <a:xfrm>
            <a:off x="2290707" y="4175426"/>
            <a:ext cx="1399666" cy="444896"/>
          </a:xfrm>
        </p:spPr>
        <p:txBody>
          <a:bodyPr lIns="0" tIns="0" rIns="0" bIns="0" anchor="t">
            <a:noAutofit/>
          </a:bodyPr>
          <a:lstStyle>
            <a:lvl1pPr marL="0" indent="0">
              <a:lnSpc>
                <a:spcPct val="120000"/>
              </a:lnSpc>
              <a:spcBef>
                <a:spcPts val="600"/>
              </a:spcBef>
              <a:buNone/>
              <a:defRPr sz="900">
                <a:solidFill>
                  <a:schemeClr val="bg1"/>
                </a:solidFill>
              </a:defRPr>
            </a:lvl1pPr>
          </a:lstStyle>
          <a:p>
            <a:pPr lvl="0"/>
            <a:r>
              <a:rPr lang="en-US"/>
              <a:t>Title</a:t>
            </a:r>
          </a:p>
        </p:txBody>
      </p:sp>
      <p:sp>
        <p:nvSpPr>
          <p:cNvPr id="18" name="Picture Placeholder 3">
            <a:extLst>
              <a:ext uri="{FF2B5EF4-FFF2-40B4-BE49-F238E27FC236}">
                <a16:creationId xmlns:a16="http://schemas.microsoft.com/office/drawing/2014/main" id="{1D430B87-4ECB-97C6-148B-43D2D38C3CC7}"/>
              </a:ext>
            </a:extLst>
          </p:cNvPr>
          <p:cNvSpPr>
            <a:spLocks noGrp="1"/>
          </p:cNvSpPr>
          <p:nvPr>
            <p:ph type="pic" sz="quarter" idx="43"/>
          </p:nvPr>
        </p:nvSpPr>
        <p:spPr>
          <a:xfrm>
            <a:off x="2290707" y="2185809"/>
            <a:ext cx="1399667" cy="1775520"/>
          </a:xfrm>
        </p:spPr>
        <p:txBody>
          <a:bodyPr/>
          <a:lstStyle/>
          <a:p>
            <a:endParaRPr lang="en-US"/>
          </a:p>
        </p:txBody>
      </p:sp>
      <p:sp>
        <p:nvSpPr>
          <p:cNvPr id="19" name="Text Placeholder 6">
            <a:extLst>
              <a:ext uri="{FF2B5EF4-FFF2-40B4-BE49-F238E27FC236}">
                <a16:creationId xmlns:a16="http://schemas.microsoft.com/office/drawing/2014/main" id="{AC02FEAF-4C51-B395-3791-7934DD2A2CC3}"/>
              </a:ext>
            </a:extLst>
          </p:cNvPr>
          <p:cNvSpPr>
            <a:spLocks noGrp="1"/>
          </p:cNvSpPr>
          <p:nvPr>
            <p:ph type="body" sz="quarter" idx="44" hasCustomPrompt="1"/>
          </p:nvPr>
        </p:nvSpPr>
        <p:spPr>
          <a:xfrm>
            <a:off x="3898126" y="1864757"/>
            <a:ext cx="1399666" cy="249532"/>
          </a:xfrm>
          <a:prstGeom prst="rect">
            <a:avLst/>
          </a:prstGeom>
        </p:spPr>
        <p:txBody>
          <a:bodyPr lIns="0" tIns="0" rIns="0" bIns="0" anchor="b">
            <a:noAutofit/>
          </a:bodyPr>
          <a:lstStyle>
            <a:lvl1pPr marL="0" indent="0">
              <a:lnSpc>
                <a:spcPct val="70000"/>
              </a:lnSpc>
              <a:buNone/>
              <a:defRPr sz="900">
                <a:solidFill>
                  <a:schemeClr val="bg1"/>
                </a:solidFill>
                <a:latin typeface="+mj-lt"/>
              </a:defRPr>
            </a:lvl1pPr>
          </a:lstStyle>
          <a:p>
            <a:pPr lvl="0"/>
            <a:r>
              <a:rPr lang="en-US"/>
              <a:t>TITLE</a:t>
            </a:r>
          </a:p>
        </p:txBody>
      </p:sp>
      <p:sp>
        <p:nvSpPr>
          <p:cNvPr id="20" name="Text Placeholder 6">
            <a:extLst>
              <a:ext uri="{FF2B5EF4-FFF2-40B4-BE49-F238E27FC236}">
                <a16:creationId xmlns:a16="http://schemas.microsoft.com/office/drawing/2014/main" id="{E1CB1441-306E-6F30-7DBF-9412B4DAB813}"/>
              </a:ext>
            </a:extLst>
          </p:cNvPr>
          <p:cNvSpPr>
            <a:spLocks noGrp="1"/>
          </p:cNvSpPr>
          <p:nvPr>
            <p:ph type="body" sz="quarter" idx="45" hasCustomPrompt="1"/>
          </p:nvPr>
        </p:nvSpPr>
        <p:spPr>
          <a:xfrm>
            <a:off x="3898126" y="3914142"/>
            <a:ext cx="1399666" cy="249532"/>
          </a:xfrm>
          <a:prstGeom prst="rect">
            <a:avLst/>
          </a:prstGeom>
        </p:spPr>
        <p:txBody>
          <a:bodyPr lIns="0" tIns="0" rIns="0" bIns="0" anchor="b">
            <a:noAutofit/>
          </a:bodyPr>
          <a:lstStyle>
            <a:lvl1pPr marL="0" indent="0">
              <a:lnSpc>
                <a:spcPct val="70000"/>
              </a:lnSpc>
              <a:buNone/>
              <a:defRPr sz="900">
                <a:solidFill>
                  <a:schemeClr val="accent3"/>
                </a:solidFill>
                <a:latin typeface="+mj-lt"/>
              </a:defRPr>
            </a:lvl1pPr>
          </a:lstStyle>
          <a:p>
            <a:pPr lvl="0"/>
            <a:r>
              <a:rPr lang="en-US"/>
              <a:t>NAME</a:t>
            </a:r>
          </a:p>
        </p:txBody>
      </p:sp>
      <p:sp>
        <p:nvSpPr>
          <p:cNvPr id="21" name="Text Placeholder 14">
            <a:extLst>
              <a:ext uri="{FF2B5EF4-FFF2-40B4-BE49-F238E27FC236}">
                <a16:creationId xmlns:a16="http://schemas.microsoft.com/office/drawing/2014/main" id="{98F7F71E-2733-3E64-C6A6-86600B0BB1B2}"/>
              </a:ext>
            </a:extLst>
          </p:cNvPr>
          <p:cNvSpPr>
            <a:spLocks noGrp="1"/>
          </p:cNvSpPr>
          <p:nvPr>
            <p:ph type="body" sz="quarter" idx="46" hasCustomPrompt="1"/>
          </p:nvPr>
        </p:nvSpPr>
        <p:spPr>
          <a:xfrm>
            <a:off x="3898126" y="4175426"/>
            <a:ext cx="1399666" cy="444896"/>
          </a:xfrm>
        </p:spPr>
        <p:txBody>
          <a:bodyPr lIns="0" tIns="0" rIns="0" bIns="0" anchor="t">
            <a:noAutofit/>
          </a:bodyPr>
          <a:lstStyle>
            <a:lvl1pPr marL="0" indent="0">
              <a:lnSpc>
                <a:spcPct val="120000"/>
              </a:lnSpc>
              <a:spcBef>
                <a:spcPts val="600"/>
              </a:spcBef>
              <a:buNone/>
              <a:defRPr sz="900">
                <a:solidFill>
                  <a:schemeClr val="bg1"/>
                </a:solidFill>
              </a:defRPr>
            </a:lvl1pPr>
          </a:lstStyle>
          <a:p>
            <a:pPr lvl="0"/>
            <a:r>
              <a:rPr lang="en-US"/>
              <a:t>Title</a:t>
            </a:r>
          </a:p>
        </p:txBody>
      </p:sp>
      <p:sp>
        <p:nvSpPr>
          <p:cNvPr id="22" name="Picture Placeholder 3">
            <a:extLst>
              <a:ext uri="{FF2B5EF4-FFF2-40B4-BE49-F238E27FC236}">
                <a16:creationId xmlns:a16="http://schemas.microsoft.com/office/drawing/2014/main" id="{C89CD3F7-82E0-0BCF-3D8C-7E686E139E06}"/>
              </a:ext>
            </a:extLst>
          </p:cNvPr>
          <p:cNvSpPr>
            <a:spLocks noGrp="1"/>
          </p:cNvSpPr>
          <p:nvPr>
            <p:ph type="pic" sz="quarter" idx="47"/>
          </p:nvPr>
        </p:nvSpPr>
        <p:spPr>
          <a:xfrm>
            <a:off x="3898126" y="2185809"/>
            <a:ext cx="1399667" cy="1775520"/>
          </a:xfrm>
        </p:spPr>
        <p:txBody>
          <a:bodyPr/>
          <a:lstStyle/>
          <a:p>
            <a:endParaRPr lang="en-US"/>
          </a:p>
        </p:txBody>
      </p:sp>
      <p:sp>
        <p:nvSpPr>
          <p:cNvPr id="29" name="Text Placeholder 6">
            <a:extLst>
              <a:ext uri="{FF2B5EF4-FFF2-40B4-BE49-F238E27FC236}">
                <a16:creationId xmlns:a16="http://schemas.microsoft.com/office/drawing/2014/main" id="{F6CEC693-B324-D00A-8D9D-9B132D4B6E91}"/>
              </a:ext>
            </a:extLst>
          </p:cNvPr>
          <p:cNvSpPr>
            <a:spLocks noGrp="1"/>
          </p:cNvSpPr>
          <p:nvPr>
            <p:ph type="body" sz="quarter" idx="48" hasCustomPrompt="1"/>
          </p:nvPr>
        </p:nvSpPr>
        <p:spPr>
          <a:xfrm>
            <a:off x="5505545" y="3914142"/>
            <a:ext cx="1399666" cy="249532"/>
          </a:xfrm>
          <a:prstGeom prst="rect">
            <a:avLst/>
          </a:prstGeom>
        </p:spPr>
        <p:txBody>
          <a:bodyPr lIns="0" tIns="0" rIns="0" bIns="0" anchor="b">
            <a:noAutofit/>
          </a:bodyPr>
          <a:lstStyle>
            <a:lvl1pPr marL="0" indent="0">
              <a:lnSpc>
                <a:spcPct val="70000"/>
              </a:lnSpc>
              <a:buNone/>
              <a:defRPr sz="900">
                <a:solidFill>
                  <a:schemeClr val="accent3"/>
                </a:solidFill>
                <a:latin typeface="+mj-lt"/>
              </a:defRPr>
            </a:lvl1pPr>
          </a:lstStyle>
          <a:p>
            <a:pPr lvl="0"/>
            <a:r>
              <a:rPr lang="en-US"/>
              <a:t>NAME</a:t>
            </a:r>
          </a:p>
        </p:txBody>
      </p:sp>
      <p:sp>
        <p:nvSpPr>
          <p:cNvPr id="31" name="Text Placeholder 14">
            <a:extLst>
              <a:ext uri="{FF2B5EF4-FFF2-40B4-BE49-F238E27FC236}">
                <a16:creationId xmlns:a16="http://schemas.microsoft.com/office/drawing/2014/main" id="{4BB22DF8-8168-1DE7-634E-79C083FD0E8F}"/>
              </a:ext>
            </a:extLst>
          </p:cNvPr>
          <p:cNvSpPr>
            <a:spLocks noGrp="1"/>
          </p:cNvSpPr>
          <p:nvPr>
            <p:ph type="body" sz="quarter" idx="49" hasCustomPrompt="1"/>
          </p:nvPr>
        </p:nvSpPr>
        <p:spPr>
          <a:xfrm>
            <a:off x="5505545" y="4175426"/>
            <a:ext cx="1399666" cy="444896"/>
          </a:xfrm>
        </p:spPr>
        <p:txBody>
          <a:bodyPr lIns="0" tIns="0" rIns="0" bIns="0" anchor="t">
            <a:noAutofit/>
          </a:bodyPr>
          <a:lstStyle>
            <a:lvl1pPr marL="0" indent="0">
              <a:lnSpc>
                <a:spcPct val="120000"/>
              </a:lnSpc>
              <a:spcBef>
                <a:spcPts val="600"/>
              </a:spcBef>
              <a:buNone/>
              <a:defRPr sz="900">
                <a:solidFill>
                  <a:schemeClr val="bg1"/>
                </a:solidFill>
              </a:defRPr>
            </a:lvl1pPr>
          </a:lstStyle>
          <a:p>
            <a:pPr lvl="0"/>
            <a:r>
              <a:rPr lang="en-US"/>
              <a:t>Title</a:t>
            </a:r>
          </a:p>
        </p:txBody>
      </p:sp>
      <p:sp>
        <p:nvSpPr>
          <p:cNvPr id="33" name="Picture Placeholder 3">
            <a:extLst>
              <a:ext uri="{FF2B5EF4-FFF2-40B4-BE49-F238E27FC236}">
                <a16:creationId xmlns:a16="http://schemas.microsoft.com/office/drawing/2014/main" id="{14E02F90-412C-C598-04F0-2972E4C91B22}"/>
              </a:ext>
            </a:extLst>
          </p:cNvPr>
          <p:cNvSpPr>
            <a:spLocks noGrp="1"/>
          </p:cNvSpPr>
          <p:nvPr>
            <p:ph type="pic" sz="quarter" idx="50"/>
          </p:nvPr>
        </p:nvSpPr>
        <p:spPr>
          <a:xfrm>
            <a:off x="5505545" y="2185809"/>
            <a:ext cx="1399667" cy="1775520"/>
          </a:xfrm>
        </p:spPr>
        <p:txBody>
          <a:bodyPr/>
          <a:lstStyle/>
          <a:p>
            <a:endParaRPr lang="en-US"/>
          </a:p>
        </p:txBody>
      </p:sp>
    </p:spTree>
    <p:extLst>
      <p:ext uri="{BB962C8B-B14F-4D97-AF65-F5344CB8AC3E}">
        <p14:creationId xmlns:p14="http://schemas.microsoft.com/office/powerpoint/2010/main" val="1649146353"/>
      </p:ext>
    </p:extLst>
  </p:cSld>
  <p:clrMapOvr>
    <a:masterClrMapping/>
  </p:clrMapOvr>
  <p:transition spd="med"/>
</p:sldLayout>
</file>

<file path=ppt/slideLayouts/slideLayout180.xml><?xml version="1.0" encoding="utf-8"?>
<p:sldLayout xmlns:a="http://schemas.openxmlformats.org/drawingml/2006/main" xmlns:r="http://schemas.openxmlformats.org/officeDocument/2006/relationships" xmlns:p="http://schemas.openxmlformats.org/presentationml/2006/main" showMasterSp="0" preserve="1" userDrawn="1">
  <p:cSld name="team 3">
    <p:bg>
      <p:bgPr>
        <a:solidFill>
          <a:srgbClr val="FDFAF2"/>
        </a:solidFill>
        <a:effectLst/>
      </p:bgPr>
    </p:bg>
    <p:spTree>
      <p:nvGrpSpPr>
        <p:cNvPr id="1" name=""/>
        <p:cNvGrpSpPr/>
        <p:nvPr/>
      </p:nvGrpSpPr>
      <p:grpSpPr>
        <a:xfrm>
          <a:off x="0" y="0"/>
          <a:ext cx="0" cy="0"/>
          <a:chOff x="0" y="0"/>
          <a:chExt cx="0" cy="0"/>
        </a:xfrm>
      </p:grpSpPr>
      <p:pic>
        <p:nvPicPr>
          <p:cNvPr id="65" name="CGC logo.png" descr="CGC logo.png"/>
          <p:cNvPicPr>
            <a:picLocks noChangeAspect="1"/>
          </p:cNvPicPr>
          <p:nvPr/>
        </p:nvPicPr>
        <p:blipFill>
          <a:blip r:embed="rId2" cstate="hqprint">
            <a:extLst>
              <a:ext uri="{28A0092B-C50C-407E-A947-70E740481C1C}">
                <a14:useLocalDpi xmlns:a14="http://schemas.microsoft.com/office/drawing/2010/main"/>
              </a:ext>
            </a:extLst>
          </a:blip>
          <a:stretch>
            <a:fillRect/>
          </a:stretch>
        </p:blipFill>
        <p:spPr>
          <a:xfrm>
            <a:off x="285750" y="285750"/>
            <a:ext cx="1152525" cy="199894"/>
          </a:xfrm>
          <a:prstGeom prst="rect">
            <a:avLst/>
          </a:prstGeom>
          <a:ln w="12700">
            <a:miter lim="400000"/>
          </a:ln>
        </p:spPr>
      </p:pic>
      <p:sp>
        <p:nvSpPr>
          <p:cNvPr id="66" name="Slide Number"/>
          <p:cNvSpPr txBox="1">
            <a:spLocks noGrp="1"/>
          </p:cNvSpPr>
          <p:nvPr>
            <p:ph type="sldNum" sz="quarter" idx="2"/>
          </p:nvPr>
        </p:nvSpPr>
        <p:spPr>
          <a:prstGeom prst="rect">
            <a:avLst/>
          </a:prstGeom>
        </p:spPr>
        <p:txBody>
          <a:bodyPr/>
          <a:lstStyle>
            <a:lvl1pPr>
              <a:defRPr>
                <a:solidFill>
                  <a:schemeClr val="tx1"/>
                </a:solidFill>
              </a:defRPr>
            </a:lvl1pPr>
          </a:lstStyle>
          <a:p>
            <a:fld id="{86CB4B4D-7CA3-9044-876B-883B54F8677D}" type="slidenum">
              <a:rPr lang="en-GB" smtClean="0"/>
              <a:pPr/>
              <a:t>‹#›</a:t>
            </a:fld>
            <a:endParaRPr lang="en-GB"/>
          </a:p>
        </p:txBody>
      </p:sp>
      <p:sp>
        <p:nvSpPr>
          <p:cNvPr id="40" name="Text Placeholder 6">
            <a:extLst>
              <a:ext uri="{FF2B5EF4-FFF2-40B4-BE49-F238E27FC236}">
                <a16:creationId xmlns:a16="http://schemas.microsoft.com/office/drawing/2014/main" id="{F92676DC-E92C-EF50-85EB-CB0267900686}"/>
              </a:ext>
            </a:extLst>
          </p:cNvPr>
          <p:cNvSpPr>
            <a:spLocks noGrp="1"/>
          </p:cNvSpPr>
          <p:nvPr>
            <p:ph type="body" sz="quarter" idx="22" hasCustomPrompt="1"/>
          </p:nvPr>
        </p:nvSpPr>
        <p:spPr>
          <a:xfrm>
            <a:off x="635162" y="805164"/>
            <a:ext cx="3731638" cy="762933"/>
          </a:xfrm>
          <a:prstGeom prst="rect">
            <a:avLst/>
          </a:prstGeom>
        </p:spPr>
        <p:txBody>
          <a:bodyPr lIns="0" tIns="0" rIns="0" bIns="0" anchor="b">
            <a:noAutofit/>
          </a:bodyPr>
          <a:lstStyle>
            <a:lvl1pPr marL="0" indent="0">
              <a:lnSpc>
                <a:spcPct val="70000"/>
              </a:lnSpc>
              <a:buNone/>
              <a:defRPr sz="3000">
                <a:solidFill>
                  <a:schemeClr val="tx1"/>
                </a:solidFill>
                <a:latin typeface="+mj-lt"/>
              </a:defRPr>
            </a:lvl1pPr>
          </a:lstStyle>
          <a:p>
            <a:pPr lvl="0"/>
            <a:r>
              <a:rPr lang="en-US"/>
              <a:t>TITLE</a:t>
            </a:r>
          </a:p>
        </p:txBody>
      </p:sp>
      <p:sp>
        <p:nvSpPr>
          <p:cNvPr id="41" name="Text Placeholder 6">
            <a:extLst>
              <a:ext uri="{FF2B5EF4-FFF2-40B4-BE49-F238E27FC236}">
                <a16:creationId xmlns:a16="http://schemas.microsoft.com/office/drawing/2014/main" id="{44770585-3115-73E0-E960-F39C79EA16C1}"/>
              </a:ext>
            </a:extLst>
          </p:cNvPr>
          <p:cNvSpPr>
            <a:spLocks noGrp="1"/>
          </p:cNvSpPr>
          <p:nvPr>
            <p:ph type="body" sz="quarter" idx="23" hasCustomPrompt="1"/>
          </p:nvPr>
        </p:nvSpPr>
        <p:spPr>
          <a:xfrm>
            <a:off x="635162" y="1887617"/>
            <a:ext cx="1399666" cy="249532"/>
          </a:xfrm>
          <a:prstGeom prst="rect">
            <a:avLst/>
          </a:prstGeom>
        </p:spPr>
        <p:txBody>
          <a:bodyPr lIns="0" tIns="0" rIns="0" bIns="0" anchor="b">
            <a:noAutofit/>
          </a:bodyPr>
          <a:lstStyle>
            <a:lvl1pPr marL="0" indent="0">
              <a:lnSpc>
                <a:spcPct val="70000"/>
              </a:lnSpc>
              <a:buNone/>
              <a:defRPr sz="900">
                <a:solidFill>
                  <a:schemeClr val="tx1"/>
                </a:solidFill>
                <a:latin typeface="+mj-lt"/>
              </a:defRPr>
            </a:lvl1pPr>
          </a:lstStyle>
          <a:p>
            <a:pPr lvl="0"/>
            <a:r>
              <a:rPr lang="en-US"/>
              <a:t>TITLE</a:t>
            </a:r>
          </a:p>
        </p:txBody>
      </p:sp>
      <p:sp>
        <p:nvSpPr>
          <p:cNvPr id="42" name="Text Placeholder 14">
            <a:extLst>
              <a:ext uri="{FF2B5EF4-FFF2-40B4-BE49-F238E27FC236}">
                <a16:creationId xmlns:a16="http://schemas.microsoft.com/office/drawing/2014/main" id="{DCED42A6-D027-99D9-8E7C-5F0A7B2B8848}"/>
              </a:ext>
            </a:extLst>
          </p:cNvPr>
          <p:cNvSpPr>
            <a:spLocks noGrp="1"/>
          </p:cNvSpPr>
          <p:nvPr>
            <p:ph type="body" sz="quarter" idx="27" hasCustomPrompt="1"/>
          </p:nvPr>
        </p:nvSpPr>
        <p:spPr>
          <a:xfrm>
            <a:off x="614219" y="3056526"/>
            <a:ext cx="962704" cy="444896"/>
          </a:xfrm>
        </p:spPr>
        <p:txBody>
          <a:bodyPr lIns="0" tIns="0" rIns="0" bIns="0" anchor="t">
            <a:noAutofit/>
          </a:bodyPr>
          <a:lstStyle>
            <a:lvl1pPr marL="0" indent="0">
              <a:lnSpc>
                <a:spcPct val="120000"/>
              </a:lnSpc>
              <a:spcBef>
                <a:spcPts val="600"/>
              </a:spcBef>
              <a:buNone/>
              <a:defRPr sz="830">
                <a:solidFill>
                  <a:schemeClr val="tx1"/>
                </a:solidFill>
              </a:defRPr>
            </a:lvl1pPr>
          </a:lstStyle>
          <a:p>
            <a:pPr lvl="0"/>
            <a:r>
              <a:rPr lang="en-US"/>
              <a:t>Title</a:t>
            </a:r>
          </a:p>
        </p:txBody>
      </p:sp>
      <p:sp>
        <p:nvSpPr>
          <p:cNvPr id="43" name="Text Placeholder 14">
            <a:extLst>
              <a:ext uri="{FF2B5EF4-FFF2-40B4-BE49-F238E27FC236}">
                <a16:creationId xmlns:a16="http://schemas.microsoft.com/office/drawing/2014/main" id="{E001698E-0196-A6F0-F1F4-BE1992550EC0}"/>
              </a:ext>
            </a:extLst>
          </p:cNvPr>
          <p:cNvSpPr>
            <a:spLocks noGrp="1"/>
          </p:cNvSpPr>
          <p:nvPr>
            <p:ph type="body" sz="quarter" idx="28" hasCustomPrompt="1"/>
          </p:nvPr>
        </p:nvSpPr>
        <p:spPr>
          <a:xfrm>
            <a:off x="1848740" y="3056526"/>
            <a:ext cx="962704" cy="444896"/>
          </a:xfrm>
        </p:spPr>
        <p:txBody>
          <a:bodyPr lIns="0" tIns="0" rIns="0" bIns="0" anchor="t">
            <a:noAutofit/>
          </a:bodyPr>
          <a:lstStyle>
            <a:lvl1pPr marL="0" indent="0">
              <a:lnSpc>
                <a:spcPct val="120000"/>
              </a:lnSpc>
              <a:spcBef>
                <a:spcPts val="600"/>
              </a:spcBef>
              <a:buNone/>
              <a:defRPr sz="830">
                <a:solidFill>
                  <a:schemeClr val="tx1"/>
                </a:solidFill>
              </a:defRPr>
            </a:lvl1pPr>
          </a:lstStyle>
          <a:p>
            <a:pPr lvl="0"/>
            <a:r>
              <a:rPr lang="en-US"/>
              <a:t>Title</a:t>
            </a:r>
          </a:p>
        </p:txBody>
      </p:sp>
      <p:sp>
        <p:nvSpPr>
          <p:cNvPr id="44" name="Text Placeholder 14">
            <a:extLst>
              <a:ext uri="{FF2B5EF4-FFF2-40B4-BE49-F238E27FC236}">
                <a16:creationId xmlns:a16="http://schemas.microsoft.com/office/drawing/2014/main" id="{AE656DD7-3107-567E-9B1E-87A13F4A05C3}"/>
              </a:ext>
            </a:extLst>
          </p:cNvPr>
          <p:cNvSpPr>
            <a:spLocks noGrp="1"/>
          </p:cNvSpPr>
          <p:nvPr>
            <p:ph type="body" sz="quarter" idx="29" hasCustomPrompt="1"/>
          </p:nvPr>
        </p:nvSpPr>
        <p:spPr>
          <a:xfrm>
            <a:off x="3054543" y="3056526"/>
            <a:ext cx="962704" cy="444896"/>
          </a:xfrm>
        </p:spPr>
        <p:txBody>
          <a:bodyPr lIns="0" tIns="0" rIns="0" bIns="0" anchor="t">
            <a:noAutofit/>
          </a:bodyPr>
          <a:lstStyle>
            <a:lvl1pPr marL="0" indent="0">
              <a:lnSpc>
                <a:spcPct val="120000"/>
              </a:lnSpc>
              <a:spcBef>
                <a:spcPts val="600"/>
              </a:spcBef>
              <a:buNone/>
              <a:defRPr sz="830">
                <a:solidFill>
                  <a:schemeClr val="tx1"/>
                </a:solidFill>
              </a:defRPr>
            </a:lvl1pPr>
          </a:lstStyle>
          <a:p>
            <a:pPr lvl="0"/>
            <a:r>
              <a:rPr lang="en-US"/>
              <a:t>Title</a:t>
            </a:r>
          </a:p>
        </p:txBody>
      </p:sp>
      <p:sp>
        <p:nvSpPr>
          <p:cNvPr id="45" name="Text Placeholder 14">
            <a:extLst>
              <a:ext uri="{FF2B5EF4-FFF2-40B4-BE49-F238E27FC236}">
                <a16:creationId xmlns:a16="http://schemas.microsoft.com/office/drawing/2014/main" id="{752FA3E4-650E-34ED-495C-F40435CBFC27}"/>
              </a:ext>
            </a:extLst>
          </p:cNvPr>
          <p:cNvSpPr>
            <a:spLocks noGrp="1"/>
          </p:cNvSpPr>
          <p:nvPr>
            <p:ph type="body" sz="quarter" idx="30" hasCustomPrompt="1"/>
          </p:nvPr>
        </p:nvSpPr>
        <p:spPr>
          <a:xfrm>
            <a:off x="4289064" y="3056526"/>
            <a:ext cx="962704" cy="444896"/>
          </a:xfrm>
        </p:spPr>
        <p:txBody>
          <a:bodyPr lIns="0" tIns="0" rIns="0" bIns="0" anchor="t">
            <a:noAutofit/>
          </a:bodyPr>
          <a:lstStyle>
            <a:lvl1pPr marL="0" indent="0">
              <a:lnSpc>
                <a:spcPct val="120000"/>
              </a:lnSpc>
              <a:spcBef>
                <a:spcPts val="600"/>
              </a:spcBef>
              <a:buNone/>
              <a:defRPr sz="830">
                <a:solidFill>
                  <a:schemeClr val="tx1"/>
                </a:solidFill>
              </a:defRPr>
            </a:lvl1pPr>
          </a:lstStyle>
          <a:p>
            <a:pPr lvl="0"/>
            <a:r>
              <a:rPr lang="en-US"/>
              <a:t>Title</a:t>
            </a:r>
          </a:p>
        </p:txBody>
      </p:sp>
      <p:sp>
        <p:nvSpPr>
          <p:cNvPr id="46" name="Text Placeholder 14">
            <a:extLst>
              <a:ext uri="{FF2B5EF4-FFF2-40B4-BE49-F238E27FC236}">
                <a16:creationId xmlns:a16="http://schemas.microsoft.com/office/drawing/2014/main" id="{5156BC2D-F296-3D4C-E38E-EC77EBB2BFAF}"/>
              </a:ext>
            </a:extLst>
          </p:cNvPr>
          <p:cNvSpPr>
            <a:spLocks noGrp="1"/>
          </p:cNvSpPr>
          <p:nvPr>
            <p:ph type="body" sz="quarter" idx="31" hasCustomPrompt="1"/>
          </p:nvPr>
        </p:nvSpPr>
        <p:spPr>
          <a:xfrm>
            <a:off x="5526467" y="3045491"/>
            <a:ext cx="962704" cy="444896"/>
          </a:xfrm>
        </p:spPr>
        <p:txBody>
          <a:bodyPr lIns="0" tIns="0" rIns="0" bIns="0" anchor="t">
            <a:noAutofit/>
          </a:bodyPr>
          <a:lstStyle>
            <a:lvl1pPr marL="0" indent="0">
              <a:lnSpc>
                <a:spcPct val="120000"/>
              </a:lnSpc>
              <a:spcBef>
                <a:spcPts val="600"/>
              </a:spcBef>
              <a:buNone/>
              <a:defRPr sz="830">
                <a:solidFill>
                  <a:schemeClr val="tx1"/>
                </a:solidFill>
              </a:defRPr>
            </a:lvl1pPr>
          </a:lstStyle>
          <a:p>
            <a:pPr lvl="0"/>
            <a:r>
              <a:rPr lang="en-US"/>
              <a:t>Title</a:t>
            </a:r>
          </a:p>
        </p:txBody>
      </p:sp>
      <p:sp>
        <p:nvSpPr>
          <p:cNvPr id="50" name="Text Placeholder 14">
            <a:extLst>
              <a:ext uri="{FF2B5EF4-FFF2-40B4-BE49-F238E27FC236}">
                <a16:creationId xmlns:a16="http://schemas.microsoft.com/office/drawing/2014/main" id="{6CAA8EDE-5CFC-3C0D-BEDF-584B75E23942}"/>
              </a:ext>
            </a:extLst>
          </p:cNvPr>
          <p:cNvSpPr>
            <a:spLocks noGrp="1"/>
          </p:cNvSpPr>
          <p:nvPr>
            <p:ph type="body" sz="quarter" idx="32" hasCustomPrompt="1"/>
          </p:nvPr>
        </p:nvSpPr>
        <p:spPr>
          <a:xfrm>
            <a:off x="614219" y="4583875"/>
            <a:ext cx="962704" cy="444896"/>
          </a:xfrm>
        </p:spPr>
        <p:txBody>
          <a:bodyPr lIns="0" tIns="0" rIns="0" bIns="0" anchor="t">
            <a:noAutofit/>
          </a:bodyPr>
          <a:lstStyle>
            <a:lvl1pPr marL="0" indent="0">
              <a:lnSpc>
                <a:spcPct val="120000"/>
              </a:lnSpc>
              <a:spcBef>
                <a:spcPts val="600"/>
              </a:spcBef>
              <a:buNone/>
              <a:defRPr sz="830">
                <a:solidFill>
                  <a:schemeClr val="tx1"/>
                </a:solidFill>
              </a:defRPr>
            </a:lvl1pPr>
          </a:lstStyle>
          <a:p>
            <a:pPr lvl="0"/>
            <a:r>
              <a:rPr lang="en-US"/>
              <a:t>Title</a:t>
            </a:r>
          </a:p>
        </p:txBody>
      </p:sp>
      <p:sp>
        <p:nvSpPr>
          <p:cNvPr id="51" name="Text Placeholder 14">
            <a:extLst>
              <a:ext uri="{FF2B5EF4-FFF2-40B4-BE49-F238E27FC236}">
                <a16:creationId xmlns:a16="http://schemas.microsoft.com/office/drawing/2014/main" id="{199BFAC7-2FD9-F246-D472-02B62C5FBEF2}"/>
              </a:ext>
            </a:extLst>
          </p:cNvPr>
          <p:cNvSpPr>
            <a:spLocks noGrp="1"/>
          </p:cNvSpPr>
          <p:nvPr>
            <p:ph type="body" sz="quarter" idx="33" hasCustomPrompt="1"/>
          </p:nvPr>
        </p:nvSpPr>
        <p:spPr>
          <a:xfrm>
            <a:off x="1848740" y="4583875"/>
            <a:ext cx="962704" cy="444896"/>
          </a:xfrm>
        </p:spPr>
        <p:txBody>
          <a:bodyPr lIns="0" tIns="0" rIns="0" bIns="0" anchor="t">
            <a:noAutofit/>
          </a:bodyPr>
          <a:lstStyle>
            <a:lvl1pPr marL="0" indent="0">
              <a:lnSpc>
                <a:spcPct val="120000"/>
              </a:lnSpc>
              <a:spcBef>
                <a:spcPts val="600"/>
              </a:spcBef>
              <a:buNone/>
              <a:defRPr sz="830">
                <a:solidFill>
                  <a:schemeClr val="tx1"/>
                </a:solidFill>
              </a:defRPr>
            </a:lvl1pPr>
          </a:lstStyle>
          <a:p>
            <a:pPr lvl="0"/>
            <a:r>
              <a:rPr lang="en-US"/>
              <a:t>Title</a:t>
            </a:r>
          </a:p>
        </p:txBody>
      </p:sp>
      <p:sp>
        <p:nvSpPr>
          <p:cNvPr id="52" name="Text Placeholder 14">
            <a:extLst>
              <a:ext uri="{FF2B5EF4-FFF2-40B4-BE49-F238E27FC236}">
                <a16:creationId xmlns:a16="http://schemas.microsoft.com/office/drawing/2014/main" id="{72D2DDC0-52E3-BA76-C091-874D81C3FA86}"/>
              </a:ext>
            </a:extLst>
          </p:cNvPr>
          <p:cNvSpPr>
            <a:spLocks noGrp="1"/>
          </p:cNvSpPr>
          <p:nvPr>
            <p:ph type="body" sz="quarter" idx="34" hasCustomPrompt="1"/>
          </p:nvPr>
        </p:nvSpPr>
        <p:spPr>
          <a:xfrm>
            <a:off x="3054543" y="4583875"/>
            <a:ext cx="962704" cy="444896"/>
          </a:xfrm>
        </p:spPr>
        <p:txBody>
          <a:bodyPr lIns="0" tIns="0" rIns="0" bIns="0" anchor="t">
            <a:noAutofit/>
          </a:bodyPr>
          <a:lstStyle>
            <a:lvl1pPr marL="0" indent="0">
              <a:lnSpc>
                <a:spcPct val="120000"/>
              </a:lnSpc>
              <a:spcBef>
                <a:spcPts val="600"/>
              </a:spcBef>
              <a:buNone/>
              <a:defRPr sz="830">
                <a:solidFill>
                  <a:schemeClr val="tx1"/>
                </a:solidFill>
              </a:defRPr>
            </a:lvl1pPr>
          </a:lstStyle>
          <a:p>
            <a:pPr lvl="0"/>
            <a:r>
              <a:rPr lang="en-US"/>
              <a:t>Title</a:t>
            </a:r>
          </a:p>
        </p:txBody>
      </p:sp>
      <p:sp>
        <p:nvSpPr>
          <p:cNvPr id="53" name="Text Placeholder 14">
            <a:extLst>
              <a:ext uri="{FF2B5EF4-FFF2-40B4-BE49-F238E27FC236}">
                <a16:creationId xmlns:a16="http://schemas.microsoft.com/office/drawing/2014/main" id="{E2650912-D81F-9D16-08FE-7C93B8D68CE6}"/>
              </a:ext>
            </a:extLst>
          </p:cNvPr>
          <p:cNvSpPr>
            <a:spLocks noGrp="1"/>
          </p:cNvSpPr>
          <p:nvPr>
            <p:ph type="body" sz="quarter" idx="35" hasCustomPrompt="1"/>
          </p:nvPr>
        </p:nvSpPr>
        <p:spPr>
          <a:xfrm>
            <a:off x="4289064" y="4583875"/>
            <a:ext cx="962704" cy="444896"/>
          </a:xfrm>
        </p:spPr>
        <p:txBody>
          <a:bodyPr lIns="0" tIns="0" rIns="0" bIns="0" anchor="t">
            <a:noAutofit/>
          </a:bodyPr>
          <a:lstStyle>
            <a:lvl1pPr marL="0" indent="0">
              <a:lnSpc>
                <a:spcPct val="120000"/>
              </a:lnSpc>
              <a:spcBef>
                <a:spcPts val="600"/>
              </a:spcBef>
              <a:buNone/>
              <a:defRPr sz="830">
                <a:solidFill>
                  <a:schemeClr val="tx1"/>
                </a:solidFill>
              </a:defRPr>
            </a:lvl1pPr>
          </a:lstStyle>
          <a:p>
            <a:pPr lvl="0"/>
            <a:r>
              <a:rPr lang="en-US"/>
              <a:t>Title</a:t>
            </a:r>
          </a:p>
        </p:txBody>
      </p:sp>
      <p:sp>
        <p:nvSpPr>
          <p:cNvPr id="54" name="Rounded Rectangle 53">
            <a:extLst>
              <a:ext uri="{FF2B5EF4-FFF2-40B4-BE49-F238E27FC236}">
                <a16:creationId xmlns:a16="http://schemas.microsoft.com/office/drawing/2014/main" id="{5C22A4E3-E890-7685-2764-3FBA6BE65F71}"/>
              </a:ext>
            </a:extLst>
          </p:cNvPr>
          <p:cNvSpPr/>
          <p:nvPr userDrawn="1"/>
        </p:nvSpPr>
        <p:spPr>
          <a:xfrm>
            <a:off x="5519379" y="2185810"/>
            <a:ext cx="857250" cy="857250"/>
          </a:xfrm>
          <a:prstGeom prst="roundRect">
            <a:avLst/>
          </a:prstGeom>
          <a:solidFill>
            <a:srgbClr val="0143FD"/>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20000"/>
              </a:lnSpc>
              <a:spcBef>
                <a:spcPts val="0"/>
              </a:spcBef>
              <a:spcAft>
                <a:spcPts val="0"/>
              </a:spcAft>
              <a:buClrTx/>
              <a:buSzTx/>
              <a:buFontTx/>
              <a:buNone/>
              <a:tabLst/>
            </a:pPr>
            <a:endParaRPr kumimoji="0" lang="en-US" sz="3000" b="0" i="0" u="none" strike="noStrike" cap="all" spc="0" normalizeH="0" baseline="0">
              <a:ln>
                <a:noFill/>
              </a:ln>
              <a:solidFill>
                <a:srgbClr val="FFFFFF"/>
              </a:solidFill>
              <a:effectLst/>
              <a:uFillTx/>
              <a:latin typeface="Proxima Nova Extrabold"/>
              <a:ea typeface="Proxima Nova Extrabold"/>
              <a:cs typeface="Proxima Nova Extrabold"/>
              <a:sym typeface="Proxima Nova Extrabold"/>
            </a:endParaRPr>
          </a:p>
        </p:txBody>
      </p:sp>
      <p:sp>
        <p:nvSpPr>
          <p:cNvPr id="55" name="Rounded Rectangle 54">
            <a:extLst>
              <a:ext uri="{FF2B5EF4-FFF2-40B4-BE49-F238E27FC236}">
                <a16:creationId xmlns:a16="http://schemas.microsoft.com/office/drawing/2014/main" id="{DF1074B4-F378-A3ED-62DA-B0DAD01CD44D}"/>
              </a:ext>
            </a:extLst>
          </p:cNvPr>
          <p:cNvSpPr/>
          <p:nvPr userDrawn="1"/>
        </p:nvSpPr>
        <p:spPr>
          <a:xfrm>
            <a:off x="4293481" y="2185810"/>
            <a:ext cx="857250" cy="857250"/>
          </a:xfrm>
          <a:prstGeom prst="roundRect">
            <a:avLst/>
          </a:prstGeom>
          <a:solidFill>
            <a:srgbClr val="0143FD"/>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20000"/>
              </a:lnSpc>
              <a:spcBef>
                <a:spcPts val="0"/>
              </a:spcBef>
              <a:spcAft>
                <a:spcPts val="0"/>
              </a:spcAft>
              <a:buClrTx/>
              <a:buSzTx/>
              <a:buFontTx/>
              <a:buNone/>
              <a:tabLst/>
            </a:pPr>
            <a:endParaRPr kumimoji="0" lang="en-US" sz="3000" b="0" i="0" u="none" strike="noStrike" cap="all" spc="0" normalizeH="0" baseline="0">
              <a:ln>
                <a:noFill/>
              </a:ln>
              <a:solidFill>
                <a:srgbClr val="FFFFFF"/>
              </a:solidFill>
              <a:effectLst/>
              <a:uFillTx/>
              <a:latin typeface="Proxima Nova Extrabold"/>
              <a:ea typeface="Proxima Nova Extrabold"/>
              <a:cs typeface="Proxima Nova Extrabold"/>
              <a:sym typeface="Proxima Nova Extrabold"/>
            </a:endParaRPr>
          </a:p>
        </p:txBody>
      </p:sp>
      <p:sp>
        <p:nvSpPr>
          <p:cNvPr id="56" name="Rounded Rectangle 55">
            <a:extLst>
              <a:ext uri="{FF2B5EF4-FFF2-40B4-BE49-F238E27FC236}">
                <a16:creationId xmlns:a16="http://schemas.microsoft.com/office/drawing/2014/main" id="{A76CF7AF-11B2-B311-AE32-6A02A001D523}"/>
              </a:ext>
            </a:extLst>
          </p:cNvPr>
          <p:cNvSpPr/>
          <p:nvPr userDrawn="1"/>
        </p:nvSpPr>
        <p:spPr>
          <a:xfrm>
            <a:off x="3057534" y="2185810"/>
            <a:ext cx="857250" cy="857250"/>
          </a:xfrm>
          <a:prstGeom prst="roundRect">
            <a:avLst/>
          </a:prstGeom>
          <a:solidFill>
            <a:srgbClr val="0143FD"/>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20000"/>
              </a:lnSpc>
              <a:spcBef>
                <a:spcPts val="0"/>
              </a:spcBef>
              <a:spcAft>
                <a:spcPts val="0"/>
              </a:spcAft>
              <a:buClrTx/>
              <a:buSzTx/>
              <a:buFontTx/>
              <a:buNone/>
              <a:tabLst/>
            </a:pPr>
            <a:endParaRPr kumimoji="0" lang="en-US" sz="3000" b="0" i="0" u="none" strike="noStrike" cap="all" spc="0" normalizeH="0" baseline="0">
              <a:ln>
                <a:noFill/>
              </a:ln>
              <a:solidFill>
                <a:srgbClr val="FFFFFF"/>
              </a:solidFill>
              <a:effectLst/>
              <a:uFillTx/>
              <a:latin typeface="Proxima Nova Extrabold"/>
              <a:ea typeface="Proxima Nova Extrabold"/>
              <a:cs typeface="Proxima Nova Extrabold"/>
              <a:sym typeface="Proxima Nova Extrabold"/>
            </a:endParaRPr>
          </a:p>
        </p:txBody>
      </p:sp>
      <p:sp>
        <p:nvSpPr>
          <p:cNvPr id="57" name="Rounded Rectangle 56">
            <a:extLst>
              <a:ext uri="{FF2B5EF4-FFF2-40B4-BE49-F238E27FC236}">
                <a16:creationId xmlns:a16="http://schemas.microsoft.com/office/drawing/2014/main" id="{9A1B0D61-9502-DD41-66D2-292B6DA4DB45}"/>
              </a:ext>
            </a:extLst>
          </p:cNvPr>
          <p:cNvSpPr/>
          <p:nvPr userDrawn="1"/>
        </p:nvSpPr>
        <p:spPr>
          <a:xfrm>
            <a:off x="1831635" y="2185810"/>
            <a:ext cx="857250" cy="857250"/>
          </a:xfrm>
          <a:prstGeom prst="roundRect">
            <a:avLst/>
          </a:prstGeom>
          <a:solidFill>
            <a:srgbClr val="0143FD"/>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20000"/>
              </a:lnSpc>
              <a:spcBef>
                <a:spcPts val="0"/>
              </a:spcBef>
              <a:spcAft>
                <a:spcPts val="0"/>
              </a:spcAft>
              <a:buClrTx/>
              <a:buSzTx/>
              <a:buFontTx/>
              <a:buNone/>
              <a:tabLst/>
            </a:pPr>
            <a:endParaRPr kumimoji="0" lang="en-US" sz="3000" b="0" i="0" u="none" strike="noStrike" cap="all" spc="0" normalizeH="0" baseline="0">
              <a:ln>
                <a:noFill/>
              </a:ln>
              <a:solidFill>
                <a:srgbClr val="FFFFFF"/>
              </a:solidFill>
              <a:effectLst/>
              <a:uFillTx/>
              <a:latin typeface="Proxima Nova Extrabold"/>
              <a:ea typeface="Proxima Nova Extrabold"/>
              <a:cs typeface="Proxima Nova Extrabold"/>
              <a:sym typeface="Proxima Nova Extrabold"/>
            </a:endParaRPr>
          </a:p>
        </p:txBody>
      </p:sp>
      <p:sp>
        <p:nvSpPr>
          <p:cNvPr id="58" name="Rounded Rectangle 57">
            <a:extLst>
              <a:ext uri="{FF2B5EF4-FFF2-40B4-BE49-F238E27FC236}">
                <a16:creationId xmlns:a16="http://schemas.microsoft.com/office/drawing/2014/main" id="{F8C07F66-848A-6B98-2C32-47DC9460ADE3}"/>
              </a:ext>
            </a:extLst>
          </p:cNvPr>
          <p:cNvSpPr/>
          <p:nvPr userDrawn="1"/>
        </p:nvSpPr>
        <p:spPr>
          <a:xfrm>
            <a:off x="595688" y="2185810"/>
            <a:ext cx="857250" cy="857250"/>
          </a:xfrm>
          <a:prstGeom prst="roundRect">
            <a:avLst/>
          </a:prstGeom>
          <a:solidFill>
            <a:srgbClr val="0143FD"/>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20000"/>
              </a:lnSpc>
              <a:spcBef>
                <a:spcPts val="0"/>
              </a:spcBef>
              <a:spcAft>
                <a:spcPts val="0"/>
              </a:spcAft>
              <a:buClrTx/>
              <a:buSzTx/>
              <a:buFontTx/>
              <a:buNone/>
              <a:tabLst/>
            </a:pPr>
            <a:endParaRPr kumimoji="0" lang="en-US" sz="3000" b="0" i="0" u="none" strike="noStrike" cap="all" spc="0" normalizeH="0" baseline="0">
              <a:ln>
                <a:noFill/>
              </a:ln>
              <a:solidFill>
                <a:srgbClr val="FFFFFF"/>
              </a:solidFill>
              <a:effectLst/>
              <a:uFillTx/>
              <a:latin typeface="Proxima Nova Extrabold"/>
              <a:ea typeface="Proxima Nova Extrabold"/>
              <a:cs typeface="Proxima Nova Extrabold"/>
              <a:sym typeface="Proxima Nova Extrabold"/>
            </a:endParaRPr>
          </a:p>
        </p:txBody>
      </p:sp>
      <p:sp>
        <p:nvSpPr>
          <p:cNvPr id="59" name="Rounded Rectangle 58">
            <a:extLst>
              <a:ext uri="{FF2B5EF4-FFF2-40B4-BE49-F238E27FC236}">
                <a16:creationId xmlns:a16="http://schemas.microsoft.com/office/drawing/2014/main" id="{ABAB7D36-58AE-7A1C-AFD0-0433B68F9782}"/>
              </a:ext>
            </a:extLst>
          </p:cNvPr>
          <p:cNvSpPr/>
          <p:nvPr userDrawn="1"/>
        </p:nvSpPr>
        <p:spPr>
          <a:xfrm>
            <a:off x="4293481" y="3703111"/>
            <a:ext cx="857250" cy="857250"/>
          </a:xfrm>
          <a:prstGeom prst="roundRect">
            <a:avLst/>
          </a:prstGeom>
          <a:solidFill>
            <a:srgbClr val="0143FD"/>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20000"/>
              </a:lnSpc>
              <a:spcBef>
                <a:spcPts val="0"/>
              </a:spcBef>
              <a:spcAft>
                <a:spcPts val="0"/>
              </a:spcAft>
              <a:buClrTx/>
              <a:buSzTx/>
              <a:buFontTx/>
              <a:buNone/>
              <a:tabLst/>
            </a:pPr>
            <a:endParaRPr kumimoji="0" lang="en-US" sz="3000" b="0" i="0" u="none" strike="noStrike" cap="all" spc="0" normalizeH="0" baseline="0">
              <a:ln>
                <a:noFill/>
              </a:ln>
              <a:solidFill>
                <a:srgbClr val="FFFFFF"/>
              </a:solidFill>
              <a:effectLst/>
              <a:uFillTx/>
              <a:latin typeface="Proxima Nova Extrabold"/>
              <a:ea typeface="Proxima Nova Extrabold"/>
              <a:cs typeface="Proxima Nova Extrabold"/>
              <a:sym typeface="Proxima Nova Extrabold"/>
            </a:endParaRPr>
          </a:p>
        </p:txBody>
      </p:sp>
      <p:sp>
        <p:nvSpPr>
          <p:cNvPr id="60" name="Rounded Rectangle 59">
            <a:extLst>
              <a:ext uri="{FF2B5EF4-FFF2-40B4-BE49-F238E27FC236}">
                <a16:creationId xmlns:a16="http://schemas.microsoft.com/office/drawing/2014/main" id="{0F463625-B2C7-E4B0-C44E-E6FCEFB18C42}"/>
              </a:ext>
            </a:extLst>
          </p:cNvPr>
          <p:cNvSpPr/>
          <p:nvPr userDrawn="1"/>
        </p:nvSpPr>
        <p:spPr>
          <a:xfrm>
            <a:off x="3057534" y="3703111"/>
            <a:ext cx="857250" cy="857250"/>
          </a:xfrm>
          <a:prstGeom prst="roundRect">
            <a:avLst/>
          </a:prstGeom>
          <a:solidFill>
            <a:srgbClr val="0143FD"/>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20000"/>
              </a:lnSpc>
              <a:spcBef>
                <a:spcPts val="0"/>
              </a:spcBef>
              <a:spcAft>
                <a:spcPts val="0"/>
              </a:spcAft>
              <a:buClrTx/>
              <a:buSzTx/>
              <a:buFontTx/>
              <a:buNone/>
              <a:tabLst/>
            </a:pPr>
            <a:endParaRPr kumimoji="0" lang="en-US" sz="3000" b="0" i="0" u="none" strike="noStrike" cap="all" spc="0" normalizeH="0" baseline="0">
              <a:ln>
                <a:noFill/>
              </a:ln>
              <a:solidFill>
                <a:srgbClr val="FFFFFF"/>
              </a:solidFill>
              <a:effectLst/>
              <a:uFillTx/>
              <a:latin typeface="Proxima Nova Extrabold"/>
              <a:ea typeface="Proxima Nova Extrabold"/>
              <a:cs typeface="Proxima Nova Extrabold"/>
              <a:sym typeface="Proxima Nova Extrabold"/>
            </a:endParaRPr>
          </a:p>
        </p:txBody>
      </p:sp>
      <p:sp>
        <p:nvSpPr>
          <p:cNvPr id="61" name="Rounded Rectangle 60">
            <a:extLst>
              <a:ext uri="{FF2B5EF4-FFF2-40B4-BE49-F238E27FC236}">
                <a16:creationId xmlns:a16="http://schemas.microsoft.com/office/drawing/2014/main" id="{54ADB06E-133F-92B3-3508-C212D5D5CE01}"/>
              </a:ext>
            </a:extLst>
          </p:cNvPr>
          <p:cNvSpPr/>
          <p:nvPr userDrawn="1"/>
        </p:nvSpPr>
        <p:spPr>
          <a:xfrm>
            <a:off x="1831635" y="3703111"/>
            <a:ext cx="857250" cy="857250"/>
          </a:xfrm>
          <a:prstGeom prst="roundRect">
            <a:avLst/>
          </a:prstGeom>
          <a:solidFill>
            <a:srgbClr val="0143FD"/>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20000"/>
              </a:lnSpc>
              <a:spcBef>
                <a:spcPts val="0"/>
              </a:spcBef>
              <a:spcAft>
                <a:spcPts val="0"/>
              </a:spcAft>
              <a:buClrTx/>
              <a:buSzTx/>
              <a:buFontTx/>
              <a:buNone/>
              <a:tabLst/>
            </a:pPr>
            <a:endParaRPr kumimoji="0" lang="en-US" sz="3000" b="0" i="0" u="none" strike="noStrike" cap="all" spc="0" normalizeH="0" baseline="0">
              <a:ln>
                <a:noFill/>
              </a:ln>
              <a:solidFill>
                <a:srgbClr val="FFFFFF"/>
              </a:solidFill>
              <a:effectLst/>
              <a:uFillTx/>
              <a:latin typeface="Proxima Nova Extrabold"/>
              <a:ea typeface="Proxima Nova Extrabold"/>
              <a:cs typeface="Proxima Nova Extrabold"/>
              <a:sym typeface="Proxima Nova Extrabold"/>
            </a:endParaRPr>
          </a:p>
        </p:txBody>
      </p:sp>
      <p:sp>
        <p:nvSpPr>
          <p:cNvPr id="62" name="Rounded Rectangle 61">
            <a:extLst>
              <a:ext uri="{FF2B5EF4-FFF2-40B4-BE49-F238E27FC236}">
                <a16:creationId xmlns:a16="http://schemas.microsoft.com/office/drawing/2014/main" id="{5927D8EC-E8E3-BE41-A28F-0A1C05EB8312}"/>
              </a:ext>
            </a:extLst>
          </p:cNvPr>
          <p:cNvSpPr/>
          <p:nvPr userDrawn="1"/>
        </p:nvSpPr>
        <p:spPr>
          <a:xfrm>
            <a:off x="595688" y="3703111"/>
            <a:ext cx="857250" cy="857250"/>
          </a:xfrm>
          <a:prstGeom prst="roundRect">
            <a:avLst/>
          </a:prstGeom>
          <a:solidFill>
            <a:srgbClr val="0143FD"/>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20000"/>
              </a:lnSpc>
              <a:spcBef>
                <a:spcPts val="0"/>
              </a:spcBef>
              <a:spcAft>
                <a:spcPts val="0"/>
              </a:spcAft>
              <a:buClrTx/>
              <a:buSzTx/>
              <a:buFontTx/>
              <a:buNone/>
              <a:tabLst/>
            </a:pPr>
            <a:endParaRPr kumimoji="0" lang="en-US" sz="3000" b="0" i="0" u="none" strike="noStrike" cap="all" spc="0" normalizeH="0" baseline="0">
              <a:ln>
                <a:noFill/>
              </a:ln>
              <a:solidFill>
                <a:srgbClr val="FFFFFF"/>
              </a:solidFill>
              <a:effectLst/>
              <a:uFillTx/>
              <a:latin typeface="Proxima Nova Extrabold"/>
              <a:ea typeface="Proxima Nova Extrabold"/>
              <a:cs typeface="Proxima Nova Extrabold"/>
              <a:sym typeface="Proxima Nova Extrabold"/>
            </a:endParaRPr>
          </a:p>
        </p:txBody>
      </p:sp>
    </p:spTree>
    <p:extLst>
      <p:ext uri="{BB962C8B-B14F-4D97-AF65-F5344CB8AC3E}">
        <p14:creationId xmlns:p14="http://schemas.microsoft.com/office/powerpoint/2010/main" val="692720298"/>
      </p:ext>
    </p:extLst>
  </p:cSld>
  <p:clrMapOvr>
    <a:masterClrMapping/>
  </p:clrMapOvr>
  <p:transition spd="med"/>
</p:sldLayout>
</file>

<file path=ppt/slideLayouts/slideLayout181.xml><?xml version="1.0" encoding="utf-8"?>
<p:sldLayout xmlns:a="http://schemas.openxmlformats.org/drawingml/2006/main" xmlns:r="http://schemas.openxmlformats.org/officeDocument/2006/relationships" xmlns:p="http://schemas.openxmlformats.org/presentationml/2006/main" showMasterSp="0" preserve="1" userDrawn="1">
  <p:cSld name="Quote light">
    <p:bg>
      <p:bgPr>
        <a:solidFill>
          <a:srgbClr val="FDFAF2"/>
        </a:solidFill>
        <a:effectLst/>
      </p:bgPr>
    </p:bg>
    <p:spTree>
      <p:nvGrpSpPr>
        <p:cNvPr id="1" name=""/>
        <p:cNvGrpSpPr/>
        <p:nvPr/>
      </p:nvGrpSpPr>
      <p:grpSpPr>
        <a:xfrm>
          <a:off x="0" y="0"/>
          <a:ext cx="0" cy="0"/>
          <a:chOff x="0" y="0"/>
          <a:chExt cx="0" cy="0"/>
        </a:xfrm>
      </p:grpSpPr>
      <p:pic>
        <p:nvPicPr>
          <p:cNvPr id="65" name="CGC logo.png" descr="CGC logo.png"/>
          <p:cNvPicPr>
            <a:picLocks noChangeAspect="1"/>
          </p:cNvPicPr>
          <p:nvPr/>
        </p:nvPicPr>
        <p:blipFill>
          <a:blip r:embed="rId2" cstate="hqprint">
            <a:extLst>
              <a:ext uri="{28A0092B-C50C-407E-A947-70E740481C1C}">
                <a14:useLocalDpi xmlns:a14="http://schemas.microsoft.com/office/drawing/2010/main"/>
              </a:ext>
            </a:extLst>
          </a:blip>
          <a:stretch>
            <a:fillRect/>
          </a:stretch>
        </p:blipFill>
        <p:spPr>
          <a:xfrm>
            <a:off x="285750" y="285750"/>
            <a:ext cx="1152525" cy="199894"/>
          </a:xfrm>
          <a:prstGeom prst="rect">
            <a:avLst/>
          </a:prstGeom>
          <a:ln w="12700">
            <a:miter lim="400000"/>
          </a:ln>
        </p:spPr>
      </p:pic>
      <p:sp>
        <p:nvSpPr>
          <p:cNvPr id="4" name="Text Placeholder 3">
            <a:extLst>
              <a:ext uri="{FF2B5EF4-FFF2-40B4-BE49-F238E27FC236}">
                <a16:creationId xmlns:a16="http://schemas.microsoft.com/office/drawing/2014/main" id="{60BE1743-E77D-7462-1B9F-179D4D639D9D}"/>
              </a:ext>
            </a:extLst>
          </p:cNvPr>
          <p:cNvSpPr>
            <a:spLocks noGrp="1"/>
          </p:cNvSpPr>
          <p:nvPr>
            <p:ph type="body" sz="quarter" idx="10" hasCustomPrompt="1"/>
          </p:nvPr>
        </p:nvSpPr>
        <p:spPr>
          <a:xfrm>
            <a:off x="1396911" y="1753019"/>
            <a:ext cx="6460899" cy="1627414"/>
          </a:xfrm>
        </p:spPr>
        <p:txBody>
          <a:bodyPr lIns="0" tIns="0" rIns="0" bIns="0" anchor="ctr">
            <a:noAutofit/>
          </a:bodyPr>
          <a:lstStyle>
            <a:lvl1pPr marL="0" indent="0">
              <a:lnSpc>
                <a:spcPct val="90000"/>
              </a:lnSpc>
              <a:spcBef>
                <a:spcPts val="0"/>
              </a:spcBef>
              <a:buNone/>
              <a:defRPr sz="3800" spc="-150">
                <a:solidFill>
                  <a:schemeClr val="tx1"/>
                </a:solidFill>
              </a:defRPr>
            </a:lvl1pPr>
          </a:lstStyle>
          <a:p>
            <a:pPr lvl="0"/>
            <a:r>
              <a:rPr lang="en-US"/>
              <a:t>Quote</a:t>
            </a:r>
          </a:p>
        </p:txBody>
      </p:sp>
    </p:spTree>
    <p:extLst>
      <p:ext uri="{BB962C8B-B14F-4D97-AF65-F5344CB8AC3E}">
        <p14:creationId xmlns:p14="http://schemas.microsoft.com/office/powerpoint/2010/main" val="3262625984"/>
      </p:ext>
    </p:extLst>
  </p:cSld>
  <p:clrMapOvr>
    <a:masterClrMapping/>
  </p:clrMapOvr>
  <p:transition spd="med"/>
</p:sldLayout>
</file>

<file path=ppt/slideLayouts/slideLayout182.xml><?xml version="1.0" encoding="utf-8"?>
<p:sldLayout xmlns:a="http://schemas.openxmlformats.org/drawingml/2006/main" xmlns:r="http://schemas.openxmlformats.org/officeDocument/2006/relationships" xmlns:p="http://schemas.openxmlformats.org/presentationml/2006/main" showMasterSp="0" preserve="1" userDrawn="1">
  <p:cSld name="Quote blue">
    <p:bg>
      <p:bgPr>
        <a:solidFill>
          <a:srgbClr val="0143FD"/>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60BE1743-E77D-7462-1B9F-179D4D639D9D}"/>
              </a:ext>
            </a:extLst>
          </p:cNvPr>
          <p:cNvSpPr>
            <a:spLocks noGrp="1"/>
          </p:cNvSpPr>
          <p:nvPr>
            <p:ph type="body" sz="quarter" idx="10" hasCustomPrompt="1"/>
          </p:nvPr>
        </p:nvSpPr>
        <p:spPr>
          <a:xfrm>
            <a:off x="1396911" y="1753019"/>
            <a:ext cx="6460899" cy="1627414"/>
          </a:xfrm>
        </p:spPr>
        <p:txBody>
          <a:bodyPr lIns="0" tIns="0" rIns="0" bIns="0" anchor="ctr">
            <a:noAutofit/>
          </a:bodyPr>
          <a:lstStyle>
            <a:lvl1pPr marL="0" indent="0">
              <a:lnSpc>
                <a:spcPct val="90000"/>
              </a:lnSpc>
              <a:spcBef>
                <a:spcPts val="0"/>
              </a:spcBef>
              <a:buNone/>
              <a:defRPr sz="3800" spc="-150">
                <a:solidFill>
                  <a:schemeClr val="bg1"/>
                </a:solidFill>
              </a:defRPr>
            </a:lvl1pPr>
          </a:lstStyle>
          <a:p>
            <a:pPr lvl="0"/>
            <a:r>
              <a:rPr lang="en-US"/>
              <a:t>Quote</a:t>
            </a:r>
          </a:p>
        </p:txBody>
      </p:sp>
      <p:pic>
        <p:nvPicPr>
          <p:cNvPr id="2" name="CGC logo white.png" descr="CGC logo white.png">
            <a:extLst>
              <a:ext uri="{FF2B5EF4-FFF2-40B4-BE49-F238E27FC236}">
                <a16:creationId xmlns:a16="http://schemas.microsoft.com/office/drawing/2014/main" id="{0B380C95-ECC6-A950-FC31-68023BED7BE6}"/>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285750" y="285750"/>
            <a:ext cx="1152091" cy="199818"/>
          </a:xfrm>
          <a:prstGeom prst="rect">
            <a:avLst/>
          </a:prstGeom>
          <a:ln w="12700">
            <a:miter lim="400000"/>
          </a:ln>
        </p:spPr>
      </p:pic>
    </p:spTree>
    <p:extLst>
      <p:ext uri="{BB962C8B-B14F-4D97-AF65-F5344CB8AC3E}">
        <p14:creationId xmlns:p14="http://schemas.microsoft.com/office/powerpoint/2010/main" val="938510544"/>
      </p:ext>
    </p:extLst>
  </p:cSld>
  <p:clrMapOvr>
    <a:masterClrMapping/>
  </p:clrMapOvr>
  <p:transition spd="med"/>
</p:sldLayout>
</file>

<file path=ppt/slideLayouts/slideLayout183.xml><?xml version="1.0" encoding="utf-8"?>
<p:sldLayout xmlns:a="http://schemas.openxmlformats.org/drawingml/2006/main" xmlns:r="http://schemas.openxmlformats.org/officeDocument/2006/relationships" xmlns:p="http://schemas.openxmlformats.org/presentationml/2006/main" showMasterSp="0" preserve="1" userDrawn="1">
  <p:cSld name="Quote dark">
    <p:bg>
      <p:bgPr>
        <a:solidFill>
          <a:srgbClr val="0F2240"/>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60BE1743-E77D-7462-1B9F-179D4D639D9D}"/>
              </a:ext>
            </a:extLst>
          </p:cNvPr>
          <p:cNvSpPr>
            <a:spLocks noGrp="1"/>
          </p:cNvSpPr>
          <p:nvPr>
            <p:ph type="body" sz="quarter" idx="10" hasCustomPrompt="1"/>
          </p:nvPr>
        </p:nvSpPr>
        <p:spPr>
          <a:xfrm>
            <a:off x="1562223" y="1864429"/>
            <a:ext cx="6019554" cy="1414641"/>
          </a:xfrm>
        </p:spPr>
        <p:txBody>
          <a:bodyPr lIns="0" tIns="0" rIns="0" bIns="0" anchor="ctr">
            <a:noAutofit/>
          </a:bodyPr>
          <a:lstStyle>
            <a:lvl1pPr marL="0" indent="0">
              <a:lnSpc>
                <a:spcPct val="70000"/>
              </a:lnSpc>
              <a:spcBef>
                <a:spcPts val="0"/>
              </a:spcBef>
              <a:buNone/>
              <a:defRPr sz="3600" spc="0">
                <a:solidFill>
                  <a:schemeClr val="bg1"/>
                </a:solidFill>
                <a:latin typeface="+mj-lt"/>
              </a:defRPr>
            </a:lvl1pPr>
          </a:lstStyle>
          <a:p>
            <a:pPr lvl="0"/>
            <a:r>
              <a:rPr lang="en-US"/>
              <a:t>QUOTE</a:t>
            </a:r>
          </a:p>
        </p:txBody>
      </p:sp>
      <p:pic>
        <p:nvPicPr>
          <p:cNvPr id="2" name="CGC logo white.png" descr="CGC logo white.png">
            <a:extLst>
              <a:ext uri="{FF2B5EF4-FFF2-40B4-BE49-F238E27FC236}">
                <a16:creationId xmlns:a16="http://schemas.microsoft.com/office/drawing/2014/main" id="{0B380C95-ECC6-A950-FC31-68023BED7BE6}"/>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285750" y="285750"/>
            <a:ext cx="1152091" cy="199818"/>
          </a:xfrm>
          <a:prstGeom prst="rect">
            <a:avLst/>
          </a:prstGeom>
          <a:ln w="12700">
            <a:miter lim="400000"/>
          </a:ln>
        </p:spPr>
      </p:pic>
    </p:spTree>
    <p:extLst>
      <p:ext uri="{BB962C8B-B14F-4D97-AF65-F5344CB8AC3E}">
        <p14:creationId xmlns:p14="http://schemas.microsoft.com/office/powerpoint/2010/main" val="3749701717"/>
      </p:ext>
    </p:extLst>
  </p:cSld>
  <p:clrMapOvr>
    <a:masterClrMapping/>
  </p:clrMapOvr>
  <p:transition spd="med"/>
</p:sldLayout>
</file>

<file path=ppt/slideLayouts/slideLayout184.xml><?xml version="1.0" encoding="utf-8"?>
<p:sldLayout xmlns:a="http://schemas.openxmlformats.org/drawingml/2006/main" xmlns:r="http://schemas.openxmlformats.org/officeDocument/2006/relationships" xmlns:p="http://schemas.openxmlformats.org/presentationml/2006/main" showMasterSp="0" preserve="1" userDrawn="1">
  <p:cSld name="Divider text 1">
    <p:bg>
      <p:bgPr>
        <a:solidFill>
          <a:srgbClr val="0F2240"/>
        </a:solidFill>
        <a:effectLst/>
      </p:bgPr>
    </p:bg>
    <p:spTree>
      <p:nvGrpSpPr>
        <p:cNvPr id="1" name=""/>
        <p:cNvGrpSpPr/>
        <p:nvPr/>
      </p:nvGrpSpPr>
      <p:grpSpPr>
        <a:xfrm>
          <a:off x="0" y="0"/>
          <a:ext cx="0" cy="0"/>
          <a:chOff x="0" y="0"/>
          <a:chExt cx="0" cy="0"/>
        </a:xfrm>
      </p:grpSpPr>
      <p:pic>
        <p:nvPicPr>
          <p:cNvPr id="2" name="CGC logo white.png" descr="CGC logo white.png">
            <a:extLst>
              <a:ext uri="{FF2B5EF4-FFF2-40B4-BE49-F238E27FC236}">
                <a16:creationId xmlns:a16="http://schemas.microsoft.com/office/drawing/2014/main" id="{0B380C95-ECC6-A950-FC31-68023BED7BE6}"/>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285750" y="285750"/>
            <a:ext cx="1152091" cy="199818"/>
          </a:xfrm>
          <a:prstGeom prst="rect">
            <a:avLst/>
          </a:prstGeom>
          <a:ln w="12700">
            <a:miter lim="400000"/>
          </a:ln>
        </p:spPr>
      </p:pic>
      <p:sp>
        <p:nvSpPr>
          <p:cNvPr id="6" name="Text Placeholder 5">
            <a:extLst>
              <a:ext uri="{FF2B5EF4-FFF2-40B4-BE49-F238E27FC236}">
                <a16:creationId xmlns:a16="http://schemas.microsoft.com/office/drawing/2014/main" id="{DD1DB323-096E-2A80-9688-C1A518AF0244}"/>
              </a:ext>
            </a:extLst>
          </p:cNvPr>
          <p:cNvSpPr>
            <a:spLocks noGrp="1"/>
          </p:cNvSpPr>
          <p:nvPr>
            <p:ph type="body" sz="quarter" idx="10" hasCustomPrompt="1"/>
          </p:nvPr>
        </p:nvSpPr>
        <p:spPr>
          <a:xfrm>
            <a:off x="676768" y="3629933"/>
            <a:ext cx="7456488" cy="432707"/>
          </a:xfrm>
        </p:spPr>
        <p:txBody>
          <a:bodyPr lIns="0" tIns="0" rIns="0" bIns="0">
            <a:noAutofit/>
          </a:bodyPr>
          <a:lstStyle>
            <a:lvl1pPr marL="0" indent="0">
              <a:buNone/>
              <a:defRPr sz="2100">
                <a:solidFill>
                  <a:schemeClr val="bg1"/>
                </a:solidFill>
              </a:defRPr>
            </a:lvl1pPr>
          </a:lstStyle>
          <a:p>
            <a:pPr lvl="0"/>
            <a:r>
              <a:rPr lang="en-US"/>
              <a:t>Text</a:t>
            </a:r>
          </a:p>
        </p:txBody>
      </p:sp>
    </p:spTree>
    <p:extLst>
      <p:ext uri="{BB962C8B-B14F-4D97-AF65-F5344CB8AC3E}">
        <p14:creationId xmlns:p14="http://schemas.microsoft.com/office/powerpoint/2010/main" val="4247026067"/>
      </p:ext>
    </p:extLst>
  </p:cSld>
  <p:clrMapOvr>
    <a:masterClrMapping/>
  </p:clrMapOvr>
  <p:transition spd="med"/>
</p:sldLayout>
</file>

<file path=ppt/slideLayouts/slideLayout185.xml><?xml version="1.0" encoding="utf-8"?>
<p:sldLayout xmlns:a="http://schemas.openxmlformats.org/drawingml/2006/main" xmlns:r="http://schemas.openxmlformats.org/officeDocument/2006/relationships" xmlns:p="http://schemas.openxmlformats.org/presentationml/2006/main" showMasterSp="0" preserve="1" userDrawn="1">
  <p:cSld name="Divider text 2">
    <p:bg>
      <p:bgPr>
        <a:solidFill>
          <a:srgbClr val="0143FD"/>
        </a:solidFill>
        <a:effectLst/>
      </p:bgPr>
    </p:bg>
    <p:spTree>
      <p:nvGrpSpPr>
        <p:cNvPr id="1" name=""/>
        <p:cNvGrpSpPr/>
        <p:nvPr/>
      </p:nvGrpSpPr>
      <p:grpSpPr>
        <a:xfrm>
          <a:off x="0" y="0"/>
          <a:ext cx="0" cy="0"/>
          <a:chOff x="0" y="0"/>
          <a:chExt cx="0" cy="0"/>
        </a:xfrm>
      </p:grpSpPr>
      <p:pic>
        <p:nvPicPr>
          <p:cNvPr id="3" name="shape-1.svg" descr="shape-1.svg">
            <a:extLst>
              <a:ext uri="{FF2B5EF4-FFF2-40B4-BE49-F238E27FC236}">
                <a16:creationId xmlns:a16="http://schemas.microsoft.com/office/drawing/2014/main" id="{86D90625-540F-27F9-C910-225CCC07E3D1}"/>
              </a:ext>
            </a:extLst>
          </p:cNvPr>
          <p:cNvPicPr>
            <a:picLocks noChangeAspect="1"/>
          </p:cNvPicPr>
          <p:nvPr userDrawn="1"/>
        </p:nvPicPr>
        <p:blipFill>
          <a:blip r:embed="rId2" cstate="hqprint">
            <a:extLst>
              <a:ext uri="{28A0092B-C50C-407E-A947-70E740481C1C}">
                <a14:useLocalDpi xmlns:a14="http://schemas.microsoft.com/office/drawing/2010/main"/>
              </a:ext>
            </a:extLst>
          </a:blip>
          <a:srcRect/>
          <a:stretch>
            <a:fillRect/>
          </a:stretch>
        </p:blipFill>
        <p:spPr>
          <a:xfrm>
            <a:off x="-751692" y="-1"/>
            <a:ext cx="8340029" cy="5143501"/>
          </a:xfrm>
          <a:prstGeom prst="rect">
            <a:avLst/>
          </a:prstGeom>
          <a:ln w="12700">
            <a:miter lim="400000"/>
          </a:ln>
        </p:spPr>
      </p:pic>
      <p:pic>
        <p:nvPicPr>
          <p:cNvPr id="5" name="CGC logo black.png" descr="CGC logo black.png">
            <a:extLst>
              <a:ext uri="{FF2B5EF4-FFF2-40B4-BE49-F238E27FC236}">
                <a16:creationId xmlns:a16="http://schemas.microsoft.com/office/drawing/2014/main" id="{45ACFDBD-AF00-3004-7A14-7D3EA94DF764}"/>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285750" y="285750"/>
            <a:ext cx="1152525" cy="199894"/>
          </a:xfrm>
          <a:prstGeom prst="rect">
            <a:avLst/>
          </a:prstGeom>
          <a:ln w="12700">
            <a:miter lim="400000"/>
          </a:ln>
        </p:spPr>
      </p:pic>
      <p:sp>
        <p:nvSpPr>
          <p:cNvPr id="7" name="Text Placeholder 3">
            <a:extLst>
              <a:ext uri="{FF2B5EF4-FFF2-40B4-BE49-F238E27FC236}">
                <a16:creationId xmlns:a16="http://schemas.microsoft.com/office/drawing/2014/main" id="{B18C3C99-8486-67DD-AD45-18D1FB3A0CEF}"/>
              </a:ext>
            </a:extLst>
          </p:cNvPr>
          <p:cNvSpPr>
            <a:spLocks noGrp="1"/>
          </p:cNvSpPr>
          <p:nvPr>
            <p:ph type="body" sz="quarter" idx="10" hasCustomPrompt="1"/>
          </p:nvPr>
        </p:nvSpPr>
        <p:spPr>
          <a:xfrm>
            <a:off x="285750" y="2552500"/>
            <a:ext cx="5777612" cy="1627414"/>
          </a:xfrm>
        </p:spPr>
        <p:txBody>
          <a:bodyPr lIns="0" tIns="0" rIns="0" bIns="0" anchor="b">
            <a:noAutofit/>
          </a:bodyPr>
          <a:lstStyle>
            <a:lvl1pPr marL="0" indent="0">
              <a:lnSpc>
                <a:spcPct val="90000"/>
              </a:lnSpc>
              <a:spcBef>
                <a:spcPts val="0"/>
              </a:spcBef>
              <a:buNone/>
              <a:defRPr sz="3300" spc="0">
                <a:solidFill>
                  <a:schemeClr val="tx1"/>
                </a:solidFill>
              </a:defRPr>
            </a:lvl1pPr>
          </a:lstStyle>
          <a:p>
            <a:pPr lvl="0"/>
            <a:r>
              <a:rPr lang="en-US"/>
              <a:t>Text</a:t>
            </a:r>
          </a:p>
        </p:txBody>
      </p:sp>
    </p:spTree>
    <p:extLst>
      <p:ext uri="{BB962C8B-B14F-4D97-AF65-F5344CB8AC3E}">
        <p14:creationId xmlns:p14="http://schemas.microsoft.com/office/powerpoint/2010/main" val="1153660006"/>
      </p:ext>
    </p:extLst>
  </p:cSld>
  <p:clrMapOvr>
    <a:masterClrMapping/>
  </p:clrMapOvr>
  <p:transition spd="med"/>
</p:sldLayout>
</file>

<file path=ppt/slideLayouts/slideLayout186.xml><?xml version="1.0" encoding="utf-8"?>
<p:sldLayout xmlns:a="http://schemas.openxmlformats.org/drawingml/2006/main" xmlns:r="http://schemas.openxmlformats.org/officeDocument/2006/relationships" xmlns:p="http://schemas.openxmlformats.org/presentationml/2006/main" showMasterSp="0" preserve="1" userDrawn="1">
  <p:cSld name="Divider text 3">
    <p:bg>
      <p:bgPr>
        <a:solidFill>
          <a:srgbClr val="0143FD"/>
        </a:solidFill>
        <a:effectLst/>
      </p:bgPr>
    </p:bg>
    <p:spTree>
      <p:nvGrpSpPr>
        <p:cNvPr id="1" name=""/>
        <p:cNvGrpSpPr/>
        <p:nvPr/>
      </p:nvGrpSpPr>
      <p:grpSpPr>
        <a:xfrm>
          <a:off x="0" y="0"/>
          <a:ext cx="0" cy="0"/>
          <a:chOff x="0" y="0"/>
          <a:chExt cx="0" cy="0"/>
        </a:xfrm>
      </p:grpSpPr>
      <p:pic>
        <p:nvPicPr>
          <p:cNvPr id="4" name="CGC logo white.png" descr="CGC logo white.png">
            <a:extLst>
              <a:ext uri="{FF2B5EF4-FFF2-40B4-BE49-F238E27FC236}">
                <a16:creationId xmlns:a16="http://schemas.microsoft.com/office/drawing/2014/main" id="{10F7AA0E-544A-B751-F56E-AACB2AB930BF}"/>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285750" y="285750"/>
            <a:ext cx="1152091" cy="199818"/>
          </a:xfrm>
          <a:prstGeom prst="rect">
            <a:avLst/>
          </a:prstGeom>
          <a:ln w="12700">
            <a:miter lim="400000"/>
          </a:ln>
        </p:spPr>
      </p:pic>
      <p:sp>
        <p:nvSpPr>
          <p:cNvPr id="5" name="Text Placeholder 5">
            <a:extLst>
              <a:ext uri="{FF2B5EF4-FFF2-40B4-BE49-F238E27FC236}">
                <a16:creationId xmlns:a16="http://schemas.microsoft.com/office/drawing/2014/main" id="{35A048FD-04B9-BC34-8BAA-B99324E6D41B}"/>
              </a:ext>
            </a:extLst>
          </p:cNvPr>
          <p:cNvSpPr>
            <a:spLocks noGrp="1"/>
          </p:cNvSpPr>
          <p:nvPr>
            <p:ph type="body" sz="quarter" idx="10" hasCustomPrompt="1"/>
          </p:nvPr>
        </p:nvSpPr>
        <p:spPr>
          <a:xfrm>
            <a:off x="843756" y="2175075"/>
            <a:ext cx="7456488" cy="788481"/>
          </a:xfrm>
        </p:spPr>
        <p:txBody>
          <a:bodyPr lIns="0" tIns="0" rIns="0" bIns="0" anchor="ctr">
            <a:noAutofit/>
          </a:bodyPr>
          <a:lstStyle>
            <a:lvl1pPr marL="0" indent="0" algn="ctr">
              <a:lnSpc>
                <a:spcPct val="90000"/>
              </a:lnSpc>
              <a:spcBef>
                <a:spcPts val="0"/>
              </a:spcBef>
              <a:buNone/>
              <a:defRPr sz="3000">
                <a:solidFill>
                  <a:schemeClr val="bg1"/>
                </a:solidFill>
              </a:defRPr>
            </a:lvl1pPr>
          </a:lstStyle>
          <a:p>
            <a:pPr lvl="0"/>
            <a:r>
              <a:rPr lang="en-US"/>
              <a:t>Text</a:t>
            </a:r>
          </a:p>
        </p:txBody>
      </p:sp>
    </p:spTree>
    <p:extLst>
      <p:ext uri="{BB962C8B-B14F-4D97-AF65-F5344CB8AC3E}">
        <p14:creationId xmlns:p14="http://schemas.microsoft.com/office/powerpoint/2010/main" val="76142045"/>
      </p:ext>
    </p:extLst>
  </p:cSld>
  <p:clrMapOvr>
    <a:masterClrMapping/>
  </p:clrMapOvr>
  <p:transition spd="med"/>
</p:sldLayout>
</file>

<file path=ppt/slideLayouts/slideLayout187.xml><?xml version="1.0" encoding="utf-8"?>
<p:sldLayout xmlns:a="http://schemas.openxmlformats.org/drawingml/2006/main" xmlns:r="http://schemas.openxmlformats.org/officeDocument/2006/relationships" xmlns:p="http://schemas.openxmlformats.org/presentationml/2006/main" showMasterSp="0" preserve="1" userDrawn="1">
  <p:cSld name="Divider text 4">
    <p:bg>
      <p:bgPr>
        <a:solidFill>
          <a:srgbClr val="730B39"/>
        </a:solidFill>
        <a:effectLst/>
      </p:bgPr>
    </p:bg>
    <p:spTree>
      <p:nvGrpSpPr>
        <p:cNvPr id="1" name=""/>
        <p:cNvGrpSpPr/>
        <p:nvPr/>
      </p:nvGrpSpPr>
      <p:grpSpPr>
        <a:xfrm>
          <a:off x="0" y="0"/>
          <a:ext cx="0" cy="0"/>
          <a:chOff x="0" y="0"/>
          <a:chExt cx="0" cy="0"/>
        </a:xfrm>
      </p:grpSpPr>
      <p:pic>
        <p:nvPicPr>
          <p:cNvPr id="4" name="CGC logo white.png" descr="CGC logo white.png">
            <a:extLst>
              <a:ext uri="{FF2B5EF4-FFF2-40B4-BE49-F238E27FC236}">
                <a16:creationId xmlns:a16="http://schemas.microsoft.com/office/drawing/2014/main" id="{10F7AA0E-544A-B751-F56E-AACB2AB930BF}"/>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285750" y="285750"/>
            <a:ext cx="1152091" cy="199818"/>
          </a:xfrm>
          <a:prstGeom prst="rect">
            <a:avLst/>
          </a:prstGeom>
          <a:ln w="12700">
            <a:miter lim="400000"/>
          </a:ln>
        </p:spPr>
      </p:pic>
      <p:sp>
        <p:nvSpPr>
          <p:cNvPr id="2" name="Text Placeholder 5">
            <a:extLst>
              <a:ext uri="{FF2B5EF4-FFF2-40B4-BE49-F238E27FC236}">
                <a16:creationId xmlns:a16="http://schemas.microsoft.com/office/drawing/2014/main" id="{D3F34BC0-F153-2572-885A-1A69F2DB993A}"/>
              </a:ext>
            </a:extLst>
          </p:cNvPr>
          <p:cNvSpPr>
            <a:spLocks noGrp="1"/>
          </p:cNvSpPr>
          <p:nvPr>
            <p:ph type="body" sz="quarter" idx="10" hasCustomPrompt="1"/>
          </p:nvPr>
        </p:nvSpPr>
        <p:spPr>
          <a:xfrm>
            <a:off x="843756" y="2175075"/>
            <a:ext cx="7456488" cy="788481"/>
          </a:xfrm>
        </p:spPr>
        <p:txBody>
          <a:bodyPr lIns="0" tIns="0" rIns="0" bIns="0" anchor="ctr">
            <a:noAutofit/>
          </a:bodyPr>
          <a:lstStyle>
            <a:lvl1pPr marL="0" indent="0" algn="ctr">
              <a:lnSpc>
                <a:spcPct val="90000"/>
              </a:lnSpc>
              <a:spcBef>
                <a:spcPts val="0"/>
              </a:spcBef>
              <a:buNone/>
              <a:defRPr sz="3000">
                <a:solidFill>
                  <a:schemeClr val="bg1"/>
                </a:solidFill>
              </a:defRPr>
            </a:lvl1pPr>
          </a:lstStyle>
          <a:p>
            <a:pPr lvl="0"/>
            <a:r>
              <a:rPr lang="en-US"/>
              <a:t>Text</a:t>
            </a:r>
          </a:p>
        </p:txBody>
      </p:sp>
    </p:spTree>
    <p:extLst>
      <p:ext uri="{BB962C8B-B14F-4D97-AF65-F5344CB8AC3E}">
        <p14:creationId xmlns:p14="http://schemas.microsoft.com/office/powerpoint/2010/main" val="884863813"/>
      </p:ext>
    </p:extLst>
  </p:cSld>
  <p:clrMapOvr>
    <a:masterClrMapping/>
  </p:clrMapOvr>
  <p:transition spd="med"/>
</p:sldLayout>
</file>

<file path=ppt/slideLayouts/slideLayout188.xml><?xml version="1.0" encoding="utf-8"?>
<p:sldLayout xmlns:a="http://schemas.openxmlformats.org/drawingml/2006/main" xmlns:r="http://schemas.openxmlformats.org/officeDocument/2006/relationships" xmlns:p="http://schemas.openxmlformats.org/presentationml/2006/main" showMasterSp="0" preserve="1" userDrawn="1">
  <p:cSld name="Infographic numbered list with title, text - light">
    <p:bg>
      <p:bgPr>
        <a:solidFill>
          <a:srgbClr val="FDFAF2"/>
        </a:solidFill>
        <a:effectLst/>
      </p:bgPr>
    </p:bg>
    <p:spTree>
      <p:nvGrpSpPr>
        <p:cNvPr id="1" name=""/>
        <p:cNvGrpSpPr/>
        <p:nvPr/>
      </p:nvGrpSpPr>
      <p:grpSpPr>
        <a:xfrm>
          <a:off x="0" y="0"/>
          <a:ext cx="0" cy="0"/>
          <a:chOff x="0" y="0"/>
          <a:chExt cx="0" cy="0"/>
        </a:xfrm>
      </p:grpSpPr>
      <p:pic>
        <p:nvPicPr>
          <p:cNvPr id="65" name="CGC logo.png" descr="CGC logo.png"/>
          <p:cNvPicPr>
            <a:picLocks noChangeAspect="1"/>
          </p:cNvPicPr>
          <p:nvPr/>
        </p:nvPicPr>
        <p:blipFill>
          <a:blip r:embed="rId2" cstate="hqprint">
            <a:extLst>
              <a:ext uri="{28A0092B-C50C-407E-A947-70E740481C1C}">
                <a14:useLocalDpi xmlns:a14="http://schemas.microsoft.com/office/drawing/2010/main"/>
              </a:ext>
            </a:extLst>
          </a:blip>
          <a:stretch>
            <a:fillRect/>
          </a:stretch>
        </p:blipFill>
        <p:spPr>
          <a:xfrm>
            <a:off x="285750" y="285750"/>
            <a:ext cx="1152525" cy="199894"/>
          </a:xfrm>
          <a:prstGeom prst="rect">
            <a:avLst/>
          </a:prstGeom>
          <a:ln w="12700">
            <a:miter lim="400000"/>
          </a:ln>
        </p:spPr>
      </p:pic>
      <p:sp>
        <p:nvSpPr>
          <p:cNvPr id="66" name="Slide Number"/>
          <p:cNvSpPr txBox="1">
            <a:spLocks noGrp="1"/>
          </p:cNvSpPr>
          <p:nvPr>
            <p:ph type="sldNum" sz="quarter" idx="2"/>
          </p:nvPr>
        </p:nvSpPr>
        <p:spPr>
          <a:prstGeom prst="rect">
            <a:avLst/>
          </a:prstGeom>
        </p:spPr>
        <p:txBody>
          <a:bodyPr>
            <a:noAutofit/>
          </a:bodyPr>
          <a:lstStyle>
            <a:lvl1pPr>
              <a:defRPr>
                <a:solidFill>
                  <a:schemeClr val="tx1"/>
                </a:solidFill>
              </a:defRPr>
            </a:lvl1pPr>
          </a:lstStyle>
          <a:p>
            <a:fld id="{86CB4B4D-7CA3-9044-876B-883B54F8677D}" type="slidenum">
              <a:rPr lang="en-GB" smtClean="0"/>
              <a:pPr/>
              <a:t>‹#›</a:t>
            </a:fld>
            <a:endParaRPr lang="en-GB"/>
          </a:p>
        </p:txBody>
      </p:sp>
      <p:sp>
        <p:nvSpPr>
          <p:cNvPr id="20" name="Text Placeholder 6">
            <a:extLst>
              <a:ext uri="{FF2B5EF4-FFF2-40B4-BE49-F238E27FC236}">
                <a16:creationId xmlns:a16="http://schemas.microsoft.com/office/drawing/2014/main" id="{03F93CD7-6701-0E94-D9D8-D2FBEC934BD4}"/>
              </a:ext>
            </a:extLst>
          </p:cNvPr>
          <p:cNvSpPr>
            <a:spLocks noGrp="1"/>
          </p:cNvSpPr>
          <p:nvPr>
            <p:ph type="body" sz="quarter" idx="22" hasCustomPrompt="1"/>
          </p:nvPr>
        </p:nvSpPr>
        <p:spPr>
          <a:xfrm>
            <a:off x="4953530" y="518434"/>
            <a:ext cx="3123870" cy="230832"/>
          </a:xfrm>
          <a:prstGeom prst="rect">
            <a:avLst/>
          </a:prstGeom>
        </p:spPr>
        <p:txBody>
          <a:bodyPr lIns="0" tIns="0" rIns="0" bIns="0" anchor="b">
            <a:noAutofit/>
          </a:bodyPr>
          <a:lstStyle>
            <a:lvl1pPr marL="0" indent="0">
              <a:lnSpc>
                <a:spcPct val="70000"/>
              </a:lnSpc>
              <a:spcBef>
                <a:spcPts val="0"/>
              </a:spcBef>
              <a:buNone/>
              <a:defRPr sz="900">
                <a:solidFill>
                  <a:schemeClr val="tx1"/>
                </a:solidFill>
                <a:latin typeface="+mj-lt"/>
              </a:defRPr>
            </a:lvl1pPr>
          </a:lstStyle>
          <a:p>
            <a:pPr lvl="0"/>
            <a:r>
              <a:rPr lang="en-US"/>
              <a:t>TITLE</a:t>
            </a:r>
          </a:p>
        </p:txBody>
      </p:sp>
      <p:sp>
        <p:nvSpPr>
          <p:cNvPr id="21" name="Text Placeholder 14">
            <a:extLst>
              <a:ext uri="{FF2B5EF4-FFF2-40B4-BE49-F238E27FC236}">
                <a16:creationId xmlns:a16="http://schemas.microsoft.com/office/drawing/2014/main" id="{A8308BFA-F1E5-D680-7DED-8B7F9A8E54AE}"/>
              </a:ext>
            </a:extLst>
          </p:cNvPr>
          <p:cNvSpPr>
            <a:spLocks noGrp="1"/>
          </p:cNvSpPr>
          <p:nvPr>
            <p:ph type="body" sz="quarter" idx="23" hasCustomPrompt="1"/>
          </p:nvPr>
        </p:nvSpPr>
        <p:spPr>
          <a:xfrm>
            <a:off x="4957329" y="819824"/>
            <a:ext cx="3123871" cy="489409"/>
          </a:xfrm>
        </p:spPr>
        <p:txBody>
          <a:bodyPr lIns="0" tIns="0" rIns="0" bIns="0">
            <a:noAutofit/>
          </a:bodyPr>
          <a:lstStyle>
            <a:lvl1pPr marL="0" indent="0">
              <a:lnSpc>
                <a:spcPct val="90000"/>
              </a:lnSpc>
              <a:spcBef>
                <a:spcPts val="0"/>
              </a:spcBef>
              <a:buNone/>
              <a:defRPr sz="750">
                <a:solidFill>
                  <a:schemeClr val="tx1"/>
                </a:solidFill>
              </a:defRPr>
            </a:lvl1pPr>
          </a:lstStyle>
          <a:p>
            <a:pPr lvl="0"/>
            <a:r>
              <a:rPr lang="en-US"/>
              <a:t>Text</a:t>
            </a:r>
          </a:p>
        </p:txBody>
      </p:sp>
      <p:sp>
        <p:nvSpPr>
          <p:cNvPr id="22" name="Text Placeholder 6">
            <a:extLst>
              <a:ext uri="{FF2B5EF4-FFF2-40B4-BE49-F238E27FC236}">
                <a16:creationId xmlns:a16="http://schemas.microsoft.com/office/drawing/2014/main" id="{2B409C2E-883F-B907-A16B-73C60F7233FC}"/>
              </a:ext>
            </a:extLst>
          </p:cNvPr>
          <p:cNvSpPr>
            <a:spLocks noGrp="1"/>
          </p:cNvSpPr>
          <p:nvPr>
            <p:ph type="body" sz="quarter" idx="24" hasCustomPrompt="1"/>
          </p:nvPr>
        </p:nvSpPr>
        <p:spPr>
          <a:xfrm>
            <a:off x="4581443" y="643736"/>
            <a:ext cx="262453" cy="230832"/>
          </a:xfrm>
          <a:prstGeom prst="rect">
            <a:avLst/>
          </a:prstGeom>
        </p:spPr>
        <p:txBody>
          <a:bodyPr lIns="0" tIns="0" rIns="0" bIns="0" anchor="ctr">
            <a:noAutofit/>
          </a:bodyPr>
          <a:lstStyle>
            <a:lvl1pPr marL="0" indent="0">
              <a:lnSpc>
                <a:spcPct val="70000"/>
              </a:lnSpc>
              <a:spcBef>
                <a:spcPts val="0"/>
              </a:spcBef>
              <a:buNone/>
              <a:defRPr sz="1500">
                <a:solidFill>
                  <a:schemeClr val="accent1"/>
                </a:solidFill>
                <a:latin typeface="+mj-lt"/>
              </a:defRPr>
            </a:lvl1pPr>
          </a:lstStyle>
          <a:p>
            <a:pPr lvl="0"/>
            <a:r>
              <a:rPr lang="en-US"/>
              <a:t>01</a:t>
            </a:r>
          </a:p>
        </p:txBody>
      </p:sp>
      <p:sp>
        <p:nvSpPr>
          <p:cNvPr id="11" name="Text Placeholder 6">
            <a:extLst>
              <a:ext uri="{FF2B5EF4-FFF2-40B4-BE49-F238E27FC236}">
                <a16:creationId xmlns:a16="http://schemas.microsoft.com/office/drawing/2014/main" id="{64766CB9-AC6E-B443-A20D-5C2CC1558B51}"/>
              </a:ext>
            </a:extLst>
          </p:cNvPr>
          <p:cNvSpPr>
            <a:spLocks noGrp="1"/>
          </p:cNvSpPr>
          <p:nvPr>
            <p:ph type="body" sz="quarter" idx="40" hasCustomPrompt="1"/>
          </p:nvPr>
        </p:nvSpPr>
        <p:spPr>
          <a:xfrm>
            <a:off x="4953530" y="1262012"/>
            <a:ext cx="3123870" cy="230832"/>
          </a:xfrm>
          <a:prstGeom prst="rect">
            <a:avLst/>
          </a:prstGeom>
        </p:spPr>
        <p:txBody>
          <a:bodyPr lIns="0" tIns="0" rIns="0" bIns="0" anchor="b">
            <a:noAutofit/>
          </a:bodyPr>
          <a:lstStyle>
            <a:lvl1pPr marL="0" indent="0">
              <a:lnSpc>
                <a:spcPct val="70000"/>
              </a:lnSpc>
              <a:spcBef>
                <a:spcPts val="0"/>
              </a:spcBef>
              <a:buNone/>
              <a:defRPr sz="900">
                <a:solidFill>
                  <a:schemeClr val="tx1"/>
                </a:solidFill>
                <a:latin typeface="+mj-lt"/>
              </a:defRPr>
            </a:lvl1pPr>
          </a:lstStyle>
          <a:p>
            <a:pPr lvl="0"/>
            <a:r>
              <a:rPr lang="en-US"/>
              <a:t>TITLE</a:t>
            </a:r>
          </a:p>
        </p:txBody>
      </p:sp>
      <p:sp>
        <p:nvSpPr>
          <p:cNvPr id="12" name="Text Placeholder 14">
            <a:extLst>
              <a:ext uri="{FF2B5EF4-FFF2-40B4-BE49-F238E27FC236}">
                <a16:creationId xmlns:a16="http://schemas.microsoft.com/office/drawing/2014/main" id="{25A92E4D-EBEE-028A-CDF9-F0C447C95973}"/>
              </a:ext>
            </a:extLst>
          </p:cNvPr>
          <p:cNvSpPr>
            <a:spLocks noGrp="1"/>
          </p:cNvSpPr>
          <p:nvPr>
            <p:ph type="body" sz="quarter" idx="41" hasCustomPrompt="1"/>
          </p:nvPr>
        </p:nvSpPr>
        <p:spPr>
          <a:xfrm>
            <a:off x="4957329" y="1563402"/>
            <a:ext cx="3123871" cy="489409"/>
          </a:xfrm>
        </p:spPr>
        <p:txBody>
          <a:bodyPr lIns="0" tIns="0" rIns="0" bIns="0">
            <a:noAutofit/>
          </a:bodyPr>
          <a:lstStyle>
            <a:lvl1pPr marL="0" indent="0">
              <a:lnSpc>
                <a:spcPct val="90000"/>
              </a:lnSpc>
              <a:spcBef>
                <a:spcPts val="0"/>
              </a:spcBef>
              <a:buNone/>
              <a:defRPr sz="750">
                <a:solidFill>
                  <a:schemeClr val="tx1"/>
                </a:solidFill>
              </a:defRPr>
            </a:lvl1pPr>
          </a:lstStyle>
          <a:p>
            <a:pPr lvl="0"/>
            <a:r>
              <a:rPr lang="en-US"/>
              <a:t>Text</a:t>
            </a:r>
          </a:p>
        </p:txBody>
      </p:sp>
      <p:sp>
        <p:nvSpPr>
          <p:cNvPr id="13" name="Text Placeholder 6">
            <a:extLst>
              <a:ext uri="{FF2B5EF4-FFF2-40B4-BE49-F238E27FC236}">
                <a16:creationId xmlns:a16="http://schemas.microsoft.com/office/drawing/2014/main" id="{66AE999F-4A88-F5C4-9F3F-854929ED38C0}"/>
              </a:ext>
            </a:extLst>
          </p:cNvPr>
          <p:cNvSpPr>
            <a:spLocks noGrp="1"/>
          </p:cNvSpPr>
          <p:nvPr>
            <p:ph type="body" sz="quarter" idx="42" hasCustomPrompt="1"/>
          </p:nvPr>
        </p:nvSpPr>
        <p:spPr>
          <a:xfrm>
            <a:off x="4581443" y="1387314"/>
            <a:ext cx="262453" cy="230832"/>
          </a:xfrm>
          <a:prstGeom prst="rect">
            <a:avLst/>
          </a:prstGeom>
        </p:spPr>
        <p:txBody>
          <a:bodyPr lIns="0" tIns="0" rIns="0" bIns="0" anchor="ctr">
            <a:noAutofit/>
          </a:bodyPr>
          <a:lstStyle>
            <a:lvl1pPr marL="0" indent="0">
              <a:lnSpc>
                <a:spcPct val="70000"/>
              </a:lnSpc>
              <a:spcBef>
                <a:spcPts val="0"/>
              </a:spcBef>
              <a:buNone/>
              <a:defRPr sz="1500">
                <a:solidFill>
                  <a:schemeClr val="accent1"/>
                </a:solidFill>
                <a:latin typeface="+mj-lt"/>
              </a:defRPr>
            </a:lvl1pPr>
          </a:lstStyle>
          <a:p>
            <a:pPr lvl="0"/>
            <a:r>
              <a:rPr lang="en-US"/>
              <a:t>01</a:t>
            </a:r>
          </a:p>
        </p:txBody>
      </p:sp>
      <p:sp>
        <p:nvSpPr>
          <p:cNvPr id="14" name="Text Placeholder 6">
            <a:extLst>
              <a:ext uri="{FF2B5EF4-FFF2-40B4-BE49-F238E27FC236}">
                <a16:creationId xmlns:a16="http://schemas.microsoft.com/office/drawing/2014/main" id="{DCF1426C-CF92-AAD1-2313-3D61DF903D76}"/>
              </a:ext>
            </a:extLst>
          </p:cNvPr>
          <p:cNvSpPr>
            <a:spLocks noGrp="1"/>
          </p:cNvSpPr>
          <p:nvPr>
            <p:ph type="body" sz="quarter" idx="43" hasCustomPrompt="1"/>
          </p:nvPr>
        </p:nvSpPr>
        <p:spPr>
          <a:xfrm>
            <a:off x="4953530" y="2005590"/>
            <a:ext cx="3123870" cy="230832"/>
          </a:xfrm>
          <a:prstGeom prst="rect">
            <a:avLst/>
          </a:prstGeom>
        </p:spPr>
        <p:txBody>
          <a:bodyPr lIns="0" tIns="0" rIns="0" bIns="0" anchor="b">
            <a:noAutofit/>
          </a:bodyPr>
          <a:lstStyle>
            <a:lvl1pPr marL="0" indent="0">
              <a:lnSpc>
                <a:spcPct val="70000"/>
              </a:lnSpc>
              <a:spcBef>
                <a:spcPts val="0"/>
              </a:spcBef>
              <a:buNone/>
              <a:defRPr sz="900">
                <a:solidFill>
                  <a:schemeClr val="tx1"/>
                </a:solidFill>
                <a:latin typeface="+mj-lt"/>
              </a:defRPr>
            </a:lvl1pPr>
          </a:lstStyle>
          <a:p>
            <a:pPr lvl="0"/>
            <a:r>
              <a:rPr lang="en-US"/>
              <a:t>TITLE</a:t>
            </a:r>
          </a:p>
        </p:txBody>
      </p:sp>
      <p:sp>
        <p:nvSpPr>
          <p:cNvPr id="15" name="Text Placeholder 14">
            <a:extLst>
              <a:ext uri="{FF2B5EF4-FFF2-40B4-BE49-F238E27FC236}">
                <a16:creationId xmlns:a16="http://schemas.microsoft.com/office/drawing/2014/main" id="{EA6CC229-2D08-9125-2590-9C68C38FAD9D}"/>
              </a:ext>
            </a:extLst>
          </p:cNvPr>
          <p:cNvSpPr>
            <a:spLocks noGrp="1"/>
          </p:cNvSpPr>
          <p:nvPr>
            <p:ph type="body" sz="quarter" idx="44" hasCustomPrompt="1"/>
          </p:nvPr>
        </p:nvSpPr>
        <p:spPr>
          <a:xfrm>
            <a:off x="4957329" y="2306980"/>
            <a:ext cx="3123871" cy="489409"/>
          </a:xfrm>
        </p:spPr>
        <p:txBody>
          <a:bodyPr lIns="0" tIns="0" rIns="0" bIns="0">
            <a:noAutofit/>
          </a:bodyPr>
          <a:lstStyle>
            <a:lvl1pPr marL="0" indent="0">
              <a:lnSpc>
                <a:spcPct val="90000"/>
              </a:lnSpc>
              <a:spcBef>
                <a:spcPts val="0"/>
              </a:spcBef>
              <a:buNone/>
              <a:defRPr sz="750">
                <a:solidFill>
                  <a:schemeClr val="tx1"/>
                </a:solidFill>
              </a:defRPr>
            </a:lvl1pPr>
          </a:lstStyle>
          <a:p>
            <a:pPr lvl="0"/>
            <a:r>
              <a:rPr lang="en-US"/>
              <a:t>Text</a:t>
            </a:r>
          </a:p>
        </p:txBody>
      </p:sp>
      <p:sp>
        <p:nvSpPr>
          <p:cNvPr id="16" name="Text Placeholder 6">
            <a:extLst>
              <a:ext uri="{FF2B5EF4-FFF2-40B4-BE49-F238E27FC236}">
                <a16:creationId xmlns:a16="http://schemas.microsoft.com/office/drawing/2014/main" id="{11116548-1A53-7A0D-0E87-4B4747D5B233}"/>
              </a:ext>
            </a:extLst>
          </p:cNvPr>
          <p:cNvSpPr>
            <a:spLocks noGrp="1"/>
          </p:cNvSpPr>
          <p:nvPr>
            <p:ph type="body" sz="quarter" idx="45" hasCustomPrompt="1"/>
          </p:nvPr>
        </p:nvSpPr>
        <p:spPr>
          <a:xfrm>
            <a:off x="4581443" y="2130892"/>
            <a:ext cx="262453" cy="230832"/>
          </a:xfrm>
          <a:prstGeom prst="rect">
            <a:avLst/>
          </a:prstGeom>
        </p:spPr>
        <p:txBody>
          <a:bodyPr lIns="0" tIns="0" rIns="0" bIns="0" anchor="ctr">
            <a:noAutofit/>
          </a:bodyPr>
          <a:lstStyle>
            <a:lvl1pPr marL="0" indent="0">
              <a:lnSpc>
                <a:spcPct val="70000"/>
              </a:lnSpc>
              <a:spcBef>
                <a:spcPts val="0"/>
              </a:spcBef>
              <a:buNone/>
              <a:defRPr sz="1500">
                <a:solidFill>
                  <a:schemeClr val="accent1"/>
                </a:solidFill>
                <a:latin typeface="+mj-lt"/>
              </a:defRPr>
            </a:lvl1pPr>
          </a:lstStyle>
          <a:p>
            <a:pPr lvl="0"/>
            <a:r>
              <a:rPr lang="en-US"/>
              <a:t>01</a:t>
            </a:r>
          </a:p>
        </p:txBody>
      </p:sp>
      <p:sp>
        <p:nvSpPr>
          <p:cNvPr id="45" name="Text Placeholder 6">
            <a:extLst>
              <a:ext uri="{FF2B5EF4-FFF2-40B4-BE49-F238E27FC236}">
                <a16:creationId xmlns:a16="http://schemas.microsoft.com/office/drawing/2014/main" id="{FD781516-B4C2-4E76-B3F4-2286C0C18BA5}"/>
              </a:ext>
            </a:extLst>
          </p:cNvPr>
          <p:cNvSpPr>
            <a:spLocks noGrp="1"/>
          </p:cNvSpPr>
          <p:nvPr>
            <p:ph type="body" sz="quarter" idx="46" hasCustomPrompt="1"/>
          </p:nvPr>
        </p:nvSpPr>
        <p:spPr>
          <a:xfrm>
            <a:off x="4953530" y="2755075"/>
            <a:ext cx="3123870" cy="230832"/>
          </a:xfrm>
          <a:prstGeom prst="rect">
            <a:avLst/>
          </a:prstGeom>
        </p:spPr>
        <p:txBody>
          <a:bodyPr lIns="0" tIns="0" rIns="0" bIns="0" anchor="b">
            <a:noAutofit/>
          </a:bodyPr>
          <a:lstStyle>
            <a:lvl1pPr marL="0" indent="0">
              <a:lnSpc>
                <a:spcPct val="70000"/>
              </a:lnSpc>
              <a:spcBef>
                <a:spcPts val="0"/>
              </a:spcBef>
              <a:buNone/>
              <a:defRPr sz="900">
                <a:solidFill>
                  <a:schemeClr val="tx1"/>
                </a:solidFill>
                <a:latin typeface="+mj-lt"/>
              </a:defRPr>
            </a:lvl1pPr>
          </a:lstStyle>
          <a:p>
            <a:pPr lvl="0"/>
            <a:r>
              <a:rPr lang="en-US"/>
              <a:t>TITLE</a:t>
            </a:r>
          </a:p>
        </p:txBody>
      </p:sp>
      <p:sp>
        <p:nvSpPr>
          <p:cNvPr id="46" name="Text Placeholder 14">
            <a:extLst>
              <a:ext uri="{FF2B5EF4-FFF2-40B4-BE49-F238E27FC236}">
                <a16:creationId xmlns:a16="http://schemas.microsoft.com/office/drawing/2014/main" id="{3373C48C-4341-05FA-0B5C-AF4D53AC38EB}"/>
              </a:ext>
            </a:extLst>
          </p:cNvPr>
          <p:cNvSpPr>
            <a:spLocks noGrp="1"/>
          </p:cNvSpPr>
          <p:nvPr>
            <p:ph type="body" sz="quarter" idx="47" hasCustomPrompt="1"/>
          </p:nvPr>
        </p:nvSpPr>
        <p:spPr>
          <a:xfrm>
            <a:off x="4957329" y="3056465"/>
            <a:ext cx="3123871" cy="489409"/>
          </a:xfrm>
        </p:spPr>
        <p:txBody>
          <a:bodyPr lIns="0" tIns="0" rIns="0" bIns="0">
            <a:noAutofit/>
          </a:bodyPr>
          <a:lstStyle>
            <a:lvl1pPr marL="0" indent="0">
              <a:lnSpc>
                <a:spcPct val="90000"/>
              </a:lnSpc>
              <a:spcBef>
                <a:spcPts val="0"/>
              </a:spcBef>
              <a:buNone/>
              <a:defRPr sz="750">
                <a:solidFill>
                  <a:schemeClr val="tx1"/>
                </a:solidFill>
              </a:defRPr>
            </a:lvl1pPr>
          </a:lstStyle>
          <a:p>
            <a:pPr lvl="0"/>
            <a:r>
              <a:rPr lang="en-US"/>
              <a:t>Text</a:t>
            </a:r>
          </a:p>
        </p:txBody>
      </p:sp>
      <p:sp>
        <p:nvSpPr>
          <p:cNvPr id="47" name="Text Placeholder 6">
            <a:extLst>
              <a:ext uri="{FF2B5EF4-FFF2-40B4-BE49-F238E27FC236}">
                <a16:creationId xmlns:a16="http://schemas.microsoft.com/office/drawing/2014/main" id="{5C048D7F-0C4D-541A-3897-1510C2EB0665}"/>
              </a:ext>
            </a:extLst>
          </p:cNvPr>
          <p:cNvSpPr>
            <a:spLocks noGrp="1"/>
          </p:cNvSpPr>
          <p:nvPr>
            <p:ph type="body" sz="quarter" idx="48" hasCustomPrompt="1"/>
          </p:nvPr>
        </p:nvSpPr>
        <p:spPr>
          <a:xfrm>
            <a:off x="4581443" y="2880377"/>
            <a:ext cx="262453" cy="230832"/>
          </a:xfrm>
          <a:prstGeom prst="rect">
            <a:avLst/>
          </a:prstGeom>
        </p:spPr>
        <p:txBody>
          <a:bodyPr lIns="0" tIns="0" rIns="0" bIns="0" anchor="ctr">
            <a:noAutofit/>
          </a:bodyPr>
          <a:lstStyle>
            <a:lvl1pPr marL="0" indent="0">
              <a:lnSpc>
                <a:spcPct val="70000"/>
              </a:lnSpc>
              <a:spcBef>
                <a:spcPts val="0"/>
              </a:spcBef>
              <a:buNone/>
              <a:defRPr sz="1500">
                <a:solidFill>
                  <a:schemeClr val="accent1"/>
                </a:solidFill>
                <a:latin typeface="+mj-lt"/>
              </a:defRPr>
            </a:lvl1pPr>
          </a:lstStyle>
          <a:p>
            <a:pPr lvl="0"/>
            <a:r>
              <a:rPr lang="en-US"/>
              <a:t>01</a:t>
            </a:r>
          </a:p>
        </p:txBody>
      </p:sp>
      <p:sp>
        <p:nvSpPr>
          <p:cNvPr id="48" name="Text Placeholder 6">
            <a:extLst>
              <a:ext uri="{FF2B5EF4-FFF2-40B4-BE49-F238E27FC236}">
                <a16:creationId xmlns:a16="http://schemas.microsoft.com/office/drawing/2014/main" id="{A08EF1C1-7654-8249-2375-4F9BCD0DAE96}"/>
              </a:ext>
            </a:extLst>
          </p:cNvPr>
          <p:cNvSpPr>
            <a:spLocks noGrp="1"/>
          </p:cNvSpPr>
          <p:nvPr>
            <p:ph type="body" sz="quarter" idx="49" hasCustomPrompt="1"/>
          </p:nvPr>
        </p:nvSpPr>
        <p:spPr>
          <a:xfrm>
            <a:off x="4953530" y="3498652"/>
            <a:ext cx="3123870" cy="230832"/>
          </a:xfrm>
          <a:prstGeom prst="rect">
            <a:avLst/>
          </a:prstGeom>
        </p:spPr>
        <p:txBody>
          <a:bodyPr lIns="0" tIns="0" rIns="0" bIns="0" anchor="b">
            <a:noAutofit/>
          </a:bodyPr>
          <a:lstStyle>
            <a:lvl1pPr marL="0" indent="0">
              <a:lnSpc>
                <a:spcPct val="70000"/>
              </a:lnSpc>
              <a:spcBef>
                <a:spcPts val="0"/>
              </a:spcBef>
              <a:buNone/>
              <a:defRPr sz="900">
                <a:solidFill>
                  <a:schemeClr val="tx1"/>
                </a:solidFill>
                <a:latin typeface="+mj-lt"/>
              </a:defRPr>
            </a:lvl1pPr>
          </a:lstStyle>
          <a:p>
            <a:pPr lvl="0"/>
            <a:r>
              <a:rPr lang="en-US"/>
              <a:t>TITLE</a:t>
            </a:r>
          </a:p>
        </p:txBody>
      </p:sp>
      <p:sp>
        <p:nvSpPr>
          <p:cNvPr id="49" name="Text Placeholder 14">
            <a:extLst>
              <a:ext uri="{FF2B5EF4-FFF2-40B4-BE49-F238E27FC236}">
                <a16:creationId xmlns:a16="http://schemas.microsoft.com/office/drawing/2014/main" id="{D7DD3952-6B88-16D4-481A-92CD848C5DF7}"/>
              </a:ext>
            </a:extLst>
          </p:cNvPr>
          <p:cNvSpPr>
            <a:spLocks noGrp="1"/>
          </p:cNvSpPr>
          <p:nvPr>
            <p:ph type="body" sz="quarter" idx="50" hasCustomPrompt="1"/>
          </p:nvPr>
        </p:nvSpPr>
        <p:spPr>
          <a:xfrm>
            <a:off x="4957329" y="3800042"/>
            <a:ext cx="3123871" cy="489409"/>
          </a:xfrm>
        </p:spPr>
        <p:txBody>
          <a:bodyPr lIns="0" tIns="0" rIns="0" bIns="0">
            <a:noAutofit/>
          </a:bodyPr>
          <a:lstStyle>
            <a:lvl1pPr marL="0" indent="0">
              <a:lnSpc>
                <a:spcPct val="90000"/>
              </a:lnSpc>
              <a:spcBef>
                <a:spcPts val="0"/>
              </a:spcBef>
              <a:buNone/>
              <a:defRPr sz="750">
                <a:solidFill>
                  <a:schemeClr val="tx1"/>
                </a:solidFill>
              </a:defRPr>
            </a:lvl1pPr>
          </a:lstStyle>
          <a:p>
            <a:pPr lvl="0"/>
            <a:r>
              <a:rPr lang="en-US"/>
              <a:t>Text</a:t>
            </a:r>
          </a:p>
        </p:txBody>
      </p:sp>
      <p:sp>
        <p:nvSpPr>
          <p:cNvPr id="50" name="Text Placeholder 6">
            <a:extLst>
              <a:ext uri="{FF2B5EF4-FFF2-40B4-BE49-F238E27FC236}">
                <a16:creationId xmlns:a16="http://schemas.microsoft.com/office/drawing/2014/main" id="{C3EB7E8D-7217-0B36-661C-37B820063431}"/>
              </a:ext>
            </a:extLst>
          </p:cNvPr>
          <p:cNvSpPr>
            <a:spLocks noGrp="1"/>
          </p:cNvSpPr>
          <p:nvPr>
            <p:ph type="body" sz="quarter" idx="51" hasCustomPrompt="1"/>
          </p:nvPr>
        </p:nvSpPr>
        <p:spPr>
          <a:xfrm>
            <a:off x="4581443" y="3623954"/>
            <a:ext cx="262453" cy="230832"/>
          </a:xfrm>
          <a:prstGeom prst="rect">
            <a:avLst/>
          </a:prstGeom>
        </p:spPr>
        <p:txBody>
          <a:bodyPr lIns="0" tIns="0" rIns="0" bIns="0" anchor="ctr">
            <a:noAutofit/>
          </a:bodyPr>
          <a:lstStyle>
            <a:lvl1pPr marL="0" indent="0">
              <a:lnSpc>
                <a:spcPct val="70000"/>
              </a:lnSpc>
              <a:spcBef>
                <a:spcPts val="0"/>
              </a:spcBef>
              <a:buNone/>
              <a:defRPr sz="1500">
                <a:solidFill>
                  <a:schemeClr val="accent1"/>
                </a:solidFill>
                <a:latin typeface="+mj-lt"/>
              </a:defRPr>
            </a:lvl1pPr>
          </a:lstStyle>
          <a:p>
            <a:pPr lvl="0"/>
            <a:r>
              <a:rPr lang="en-US"/>
              <a:t>01</a:t>
            </a:r>
          </a:p>
        </p:txBody>
      </p:sp>
      <p:sp>
        <p:nvSpPr>
          <p:cNvPr id="51" name="Text Placeholder 6">
            <a:extLst>
              <a:ext uri="{FF2B5EF4-FFF2-40B4-BE49-F238E27FC236}">
                <a16:creationId xmlns:a16="http://schemas.microsoft.com/office/drawing/2014/main" id="{7B2AD2F3-CA64-5369-FEDD-8170F7D8575D}"/>
              </a:ext>
            </a:extLst>
          </p:cNvPr>
          <p:cNvSpPr>
            <a:spLocks noGrp="1"/>
          </p:cNvSpPr>
          <p:nvPr>
            <p:ph type="body" sz="quarter" idx="52" hasCustomPrompt="1"/>
          </p:nvPr>
        </p:nvSpPr>
        <p:spPr>
          <a:xfrm>
            <a:off x="4953530" y="4242230"/>
            <a:ext cx="3123870" cy="230832"/>
          </a:xfrm>
          <a:prstGeom prst="rect">
            <a:avLst/>
          </a:prstGeom>
        </p:spPr>
        <p:txBody>
          <a:bodyPr lIns="0" tIns="0" rIns="0" bIns="0" anchor="b">
            <a:noAutofit/>
          </a:bodyPr>
          <a:lstStyle>
            <a:lvl1pPr marL="0" indent="0">
              <a:lnSpc>
                <a:spcPct val="70000"/>
              </a:lnSpc>
              <a:spcBef>
                <a:spcPts val="0"/>
              </a:spcBef>
              <a:buNone/>
              <a:defRPr sz="900">
                <a:solidFill>
                  <a:schemeClr val="tx1"/>
                </a:solidFill>
                <a:latin typeface="+mj-lt"/>
              </a:defRPr>
            </a:lvl1pPr>
          </a:lstStyle>
          <a:p>
            <a:pPr lvl="0"/>
            <a:r>
              <a:rPr lang="en-US"/>
              <a:t>TITLE</a:t>
            </a:r>
          </a:p>
        </p:txBody>
      </p:sp>
      <p:sp>
        <p:nvSpPr>
          <p:cNvPr id="52" name="Text Placeholder 14">
            <a:extLst>
              <a:ext uri="{FF2B5EF4-FFF2-40B4-BE49-F238E27FC236}">
                <a16:creationId xmlns:a16="http://schemas.microsoft.com/office/drawing/2014/main" id="{73A4CA49-016A-0D5E-8164-B805422F89E1}"/>
              </a:ext>
            </a:extLst>
          </p:cNvPr>
          <p:cNvSpPr>
            <a:spLocks noGrp="1"/>
          </p:cNvSpPr>
          <p:nvPr>
            <p:ph type="body" sz="quarter" idx="53" hasCustomPrompt="1"/>
          </p:nvPr>
        </p:nvSpPr>
        <p:spPr>
          <a:xfrm>
            <a:off x="4957329" y="4543620"/>
            <a:ext cx="3123871" cy="489409"/>
          </a:xfrm>
        </p:spPr>
        <p:txBody>
          <a:bodyPr lIns="0" tIns="0" rIns="0" bIns="0">
            <a:noAutofit/>
          </a:bodyPr>
          <a:lstStyle>
            <a:lvl1pPr marL="0" indent="0">
              <a:lnSpc>
                <a:spcPct val="90000"/>
              </a:lnSpc>
              <a:spcBef>
                <a:spcPts val="0"/>
              </a:spcBef>
              <a:buNone/>
              <a:defRPr sz="750">
                <a:solidFill>
                  <a:schemeClr val="tx1"/>
                </a:solidFill>
              </a:defRPr>
            </a:lvl1pPr>
          </a:lstStyle>
          <a:p>
            <a:pPr lvl="0"/>
            <a:r>
              <a:rPr lang="en-US"/>
              <a:t>Text</a:t>
            </a:r>
          </a:p>
        </p:txBody>
      </p:sp>
      <p:sp>
        <p:nvSpPr>
          <p:cNvPr id="53" name="Text Placeholder 6">
            <a:extLst>
              <a:ext uri="{FF2B5EF4-FFF2-40B4-BE49-F238E27FC236}">
                <a16:creationId xmlns:a16="http://schemas.microsoft.com/office/drawing/2014/main" id="{0BD35718-534B-AD93-B319-06BBCEBE825F}"/>
              </a:ext>
            </a:extLst>
          </p:cNvPr>
          <p:cNvSpPr>
            <a:spLocks noGrp="1"/>
          </p:cNvSpPr>
          <p:nvPr>
            <p:ph type="body" sz="quarter" idx="54" hasCustomPrompt="1"/>
          </p:nvPr>
        </p:nvSpPr>
        <p:spPr>
          <a:xfrm>
            <a:off x="4581443" y="4367532"/>
            <a:ext cx="262453" cy="230832"/>
          </a:xfrm>
          <a:prstGeom prst="rect">
            <a:avLst/>
          </a:prstGeom>
        </p:spPr>
        <p:txBody>
          <a:bodyPr lIns="0" tIns="0" rIns="0" bIns="0" anchor="ctr">
            <a:noAutofit/>
          </a:bodyPr>
          <a:lstStyle>
            <a:lvl1pPr marL="0" indent="0">
              <a:lnSpc>
                <a:spcPct val="70000"/>
              </a:lnSpc>
              <a:spcBef>
                <a:spcPts val="0"/>
              </a:spcBef>
              <a:buNone/>
              <a:defRPr sz="1500">
                <a:solidFill>
                  <a:schemeClr val="accent1"/>
                </a:solidFill>
                <a:latin typeface="+mj-lt"/>
              </a:defRPr>
            </a:lvl1pPr>
          </a:lstStyle>
          <a:p>
            <a:pPr lvl="0"/>
            <a:r>
              <a:rPr lang="en-US"/>
              <a:t>01</a:t>
            </a:r>
          </a:p>
        </p:txBody>
      </p:sp>
    </p:spTree>
    <p:extLst>
      <p:ext uri="{BB962C8B-B14F-4D97-AF65-F5344CB8AC3E}">
        <p14:creationId xmlns:p14="http://schemas.microsoft.com/office/powerpoint/2010/main" val="3052374170"/>
      </p:ext>
    </p:extLst>
  </p:cSld>
  <p:clrMapOvr>
    <a:masterClrMapping/>
  </p:clrMapOvr>
  <p:transition spd="med"/>
</p:sldLayout>
</file>

<file path=ppt/slideLayouts/slideLayout189.xml><?xml version="1.0" encoding="utf-8"?>
<p:sldLayout xmlns:a="http://schemas.openxmlformats.org/drawingml/2006/main" xmlns:r="http://schemas.openxmlformats.org/officeDocument/2006/relationships" xmlns:p="http://schemas.openxmlformats.org/presentationml/2006/main" showMasterSp="0" preserve="1" userDrawn="1">
  <p:cSld name="Infographic timeline 1">
    <p:bg>
      <p:bgPr>
        <a:solidFill>
          <a:srgbClr val="0F2240"/>
        </a:solidFill>
        <a:effectLst/>
      </p:bgPr>
    </p:bg>
    <p:spTree>
      <p:nvGrpSpPr>
        <p:cNvPr id="1" name=""/>
        <p:cNvGrpSpPr/>
        <p:nvPr/>
      </p:nvGrpSpPr>
      <p:grpSpPr>
        <a:xfrm>
          <a:off x="0" y="0"/>
          <a:ext cx="0" cy="0"/>
          <a:chOff x="0" y="0"/>
          <a:chExt cx="0" cy="0"/>
        </a:xfrm>
      </p:grpSpPr>
      <p:cxnSp>
        <p:nvCxnSpPr>
          <p:cNvPr id="20" name="Straight Connector 19">
            <a:extLst>
              <a:ext uri="{FF2B5EF4-FFF2-40B4-BE49-F238E27FC236}">
                <a16:creationId xmlns:a16="http://schemas.microsoft.com/office/drawing/2014/main" id="{A833D396-110F-C624-97CE-9A00852FB61A}"/>
              </a:ext>
            </a:extLst>
          </p:cNvPr>
          <p:cNvCxnSpPr>
            <a:cxnSpLocks/>
          </p:cNvCxnSpPr>
          <p:nvPr userDrawn="1"/>
        </p:nvCxnSpPr>
        <p:spPr>
          <a:xfrm>
            <a:off x="314654" y="2476572"/>
            <a:ext cx="8829346" cy="0"/>
          </a:xfrm>
          <a:prstGeom prst="line">
            <a:avLst/>
          </a:prstGeom>
          <a:noFill/>
          <a:ln w="12700" cap="flat">
            <a:solidFill>
              <a:srgbClr val="E7E696"/>
            </a:solidFill>
            <a:prstDash val="solid"/>
            <a:miter lim="400000"/>
          </a:ln>
          <a:effectLst/>
          <a:sp3d/>
        </p:spPr>
        <p:style>
          <a:lnRef idx="0">
            <a:scrgbClr r="0" g="0" b="0"/>
          </a:lnRef>
          <a:fillRef idx="0">
            <a:scrgbClr r="0" g="0" b="0"/>
          </a:fillRef>
          <a:effectRef idx="0">
            <a:scrgbClr r="0" g="0" b="0"/>
          </a:effectRef>
          <a:fontRef idx="none"/>
        </p:style>
      </p:cxnSp>
      <p:sp>
        <p:nvSpPr>
          <p:cNvPr id="66" name="Slide Number"/>
          <p:cNvSpPr txBox="1">
            <a:spLocks noGrp="1"/>
          </p:cNvSpPr>
          <p:nvPr>
            <p:ph type="sldNum" sz="quarter" idx="2"/>
          </p:nvPr>
        </p:nvSpPr>
        <p:spPr>
          <a:prstGeom prst="rect">
            <a:avLst/>
          </a:prstGeom>
        </p:spPr>
        <p:txBody>
          <a:bodyPr/>
          <a:lstStyle>
            <a:lvl1pPr>
              <a:defRPr>
                <a:solidFill>
                  <a:srgbClr val="FDFAF2"/>
                </a:solidFill>
              </a:defRPr>
            </a:lvl1pPr>
          </a:lstStyle>
          <a:p>
            <a:fld id="{86CB4B4D-7CA3-9044-876B-883B54F8677D}" type="slidenum">
              <a:rPr lang="en-GB" smtClean="0"/>
              <a:pPr/>
              <a:t>‹#›</a:t>
            </a:fld>
            <a:endParaRPr lang="en-GB"/>
          </a:p>
        </p:txBody>
      </p:sp>
      <p:pic>
        <p:nvPicPr>
          <p:cNvPr id="15" name="CGC logo white.png" descr="CGC logo white.png">
            <a:extLst>
              <a:ext uri="{FF2B5EF4-FFF2-40B4-BE49-F238E27FC236}">
                <a16:creationId xmlns:a16="http://schemas.microsoft.com/office/drawing/2014/main" id="{D935F029-D9A4-B9A6-51F4-12FA11B2A4EA}"/>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285750" y="285750"/>
            <a:ext cx="1152091" cy="199818"/>
          </a:xfrm>
          <a:prstGeom prst="rect">
            <a:avLst/>
          </a:prstGeom>
          <a:ln w="12700">
            <a:miter lim="400000"/>
          </a:ln>
        </p:spPr>
      </p:pic>
      <p:sp>
        <p:nvSpPr>
          <p:cNvPr id="16" name="Text Placeholder 6">
            <a:extLst>
              <a:ext uri="{FF2B5EF4-FFF2-40B4-BE49-F238E27FC236}">
                <a16:creationId xmlns:a16="http://schemas.microsoft.com/office/drawing/2014/main" id="{87986872-5E71-94DF-D70B-60CD3F3069DA}"/>
              </a:ext>
            </a:extLst>
          </p:cNvPr>
          <p:cNvSpPr>
            <a:spLocks noGrp="1"/>
          </p:cNvSpPr>
          <p:nvPr>
            <p:ph type="body" sz="quarter" idx="22" hasCustomPrompt="1"/>
          </p:nvPr>
        </p:nvSpPr>
        <p:spPr>
          <a:xfrm>
            <a:off x="304606" y="2488309"/>
            <a:ext cx="1944145" cy="290568"/>
          </a:xfrm>
          <a:prstGeom prst="rect">
            <a:avLst/>
          </a:prstGeom>
        </p:spPr>
        <p:txBody>
          <a:bodyPr lIns="0" tIns="0" rIns="0" bIns="0" anchor="b">
            <a:noAutofit/>
          </a:bodyPr>
          <a:lstStyle>
            <a:lvl1pPr marL="0" indent="0">
              <a:lnSpc>
                <a:spcPct val="70000"/>
              </a:lnSpc>
              <a:spcBef>
                <a:spcPts val="0"/>
              </a:spcBef>
              <a:buNone/>
              <a:defRPr sz="900">
                <a:solidFill>
                  <a:schemeClr val="bg1"/>
                </a:solidFill>
                <a:latin typeface="+mj-lt"/>
              </a:defRPr>
            </a:lvl1pPr>
          </a:lstStyle>
          <a:p>
            <a:pPr lvl="0"/>
            <a:r>
              <a:rPr lang="en-US"/>
              <a:t>TITLE</a:t>
            </a:r>
          </a:p>
        </p:txBody>
      </p:sp>
      <p:sp>
        <p:nvSpPr>
          <p:cNvPr id="17" name="Text Placeholder 14">
            <a:extLst>
              <a:ext uri="{FF2B5EF4-FFF2-40B4-BE49-F238E27FC236}">
                <a16:creationId xmlns:a16="http://schemas.microsoft.com/office/drawing/2014/main" id="{00E965BB-818F-4B86-DEE2-C2A887F6C1D3}"/>
              </a:ext>
            </a:extLst>
          </p:cNvPr>
          <p:cNvSpPr>
            <a:spLocks noGrp="1"/>
          </p:cNvSpPr>
          <p:nvPr>
            <p:ph type="body" sz="quarter" idx="23" hasCustomPrompt="1"/>
          </p:nvPr>
        </p:nvSpPr>
        <p:spPr>
          <a:xfrm>
            <a:off x="304606" y="2860306"/>
            <a:ext cx="1944146" cy="867632"/>
          </a:xfrm>
        </p:spPr>
        <p:txBody>
          <a:bodyPr lIns="0" tIns="0" rIns="0" bIns="0">
            <a:noAutofit/>
          </a:bodyPr>
          <a:lstStyle>
            <a:lvl1pPr marL="0" indent="0">
              <a:lnSpc>
                <a:spcPct val="90000"/>
              </a:lnSpc>
              <a:spcBef>
                <a:spcPts val="0"/>
              </a:spcBef>
              <a:buNone/>
              <a:defRPr sz="750">
                <a:solidFill>
                  <a:schemeClr val="bg1"/>
                </a:solidFill>
              </a:defRPr>
            </a:lvl1pPr>
          </a:lstStyle>
          <a:p>
            <a:pPr lvl="0"/>
            <a:r>
              <a:rPr lang="en-US"/>
              <a:t>Text</a:t>
            </a:r>
          </a:p>
        </p:txBody>
      </p:sp>
      <p:sp>
        <p:nvSpPr>
          <p:cNvPr id="26" name="Text Placeholder 6">
            <a:extLst>
              <a:ext uri="{FF2B5EF4-FFF2-40B4-BE49-F238E27FC236}">
                <a16:creationId xmlns:a16="http://schemas.microsoft.com/office/drawing/2014/main" id="{8DF4AE7B-64B6-ACB4-9CB3-142545F74983}"/>
              </a:ext>
            </a:extLst>
          </p:cNvPr>
          <p:cNvSpPr>
            <a:spLocks noGrp="1"/>
          </p:cNvSpPr>
          <p:nvPr>
            <p:ph type="body" sz="quarter" idx="27" hasCustomPrompt="1"/>
          </p:nvPr>
        </p:nvSpPr>
        <p:spPr>
          <a:xfrm>
            <a:off x="3165657" y="2115689"/>
            <a:ext cx="366122" cy="230832"/>
          </a:xfrm>
          <a:prstGeom prst="rect">
            <a:avLst/>
          </a:prstGeom>
        </p:spPr>
        <p:txBody>
          <a:bodyPr vert="horz" lIns="0" tIns="0" rIns="0" bIns="0" rtlCol="0" anchor="ctr">
            <a:noAutofit/>
          </a:bodyPr>
          <a:lstStyle>
            <a:lvl1pPr>
              <a:defRPr lang="en-US" sz="1500">
                <a:solidFill>
                  <a:schemeClr val="accent3"/>
                </a:solidFill>
                <a:latin typeface="+mj-lt"/>
              </a:defRPr>
            </a:lvl1pPr>
          </a:lstStyle>
          <a:p>
            <a:pPr marL="0" lvl="0" indent="0" algn="ctr">
              <a:lnSpc>
                <a:spcPct val="70000"/>
              </a:lnSpc>
              <a:spcBef>
                <a:spcPts val="0"/>
              </a:spcBef>
              <a:buNone/>
            </a:pPr>
            <a:r>
              <a:rPr lang="en-US"/>
              <a:t>02</a:t>
            </a:r>
          </a:p>
        </p:txBody>
      </p:sp>
      <p:sp>
        <p:nvSpPr>
          <p:cNvPr id="31" name="Text Placeholder 6">
            <a:extLst>
              <a:ext uri="{FF2B5EF4-FFF2-40B4-BE49-F238E27FC236}">
                <a16:creationId xmlns:a16="http://schemas.microsoft.com/office/drawing/2014/main" id="{6A9ACD58-BDFB-8076-3C6A-E099C54C16AB}"/>
              </a:ext>
            </a:extLst>
          </p:cNvPr>
          <p:cNvSpPr>
            <a:spLocks noGrp="1"/>
          </p:cNvSpPr>
          <p:nvPr>
            <p:ph type="body" sz="quarter" idx="30" hasCustomPrompt="1"/>
          </p:nvPr>
        </p:nvSpPr>
        <p:spPr>
          <a:xfrm>
            <a:off x="6153406" y="2115689"/>
            <a:ext cx="366122" cy="230832"/>
          </a:xfrm>
          <a:prstGeom prst="rect">
            <a:avLst/>
          </a:prstGeom>
        </p:spPr>
        <p:txBody>
          <a:bodyPr vert="horz" lIns="0" tIns="0" rIns="0" bIns="0" rtlCol="0" anchor="ctr">
            <a:noAutofit/>
          </a:bodyPr>
          <a:lstStyle>
            <a:lvl1pPr>
              <a:defRPr lang="en-US" sz="1500">
                <a:solidFill>
                  <a:schemeClr val="accent3"/>
                </a:solidFill>
                <a:latin typeface="+mj-lt"/>
              </a:defRPr>
            </a:lvl1pPr>
          </a:lstStyle>
          <a:p>
            <a:pPr marL="0" lvl="0" indent="0" algn="ctr">
              <a:lnSpc>
                <a:spcPct val="70000"/>
              </a:lnSpc>
              <a:spcBef>
                <a:spcPts val="0"/>
              </a:spcBef>
              <a:buNone/>
            </a:pPr>
            <a:r>
              <a:rPr lang="en-US"/>
              <a:t>03</a:t>
            </a:r>
          </a:p>
        </p:txBody>
      </p:sp>
      <p:sp>
        <p:nvSpPr>
          <p:cNvPr id="32" name="Oval 31">
            <a:extLst>
              <a:ext uri="{FF2B5EF4-FFF2-40B4-BE49-F238E27FC236}">
                <a16:creationId xmlns:a16="http://schemas.microsoft.com/office/drawing/2014/main" id="{BF95C90B-9340-BA27-A3CF-3ACA2019BDAD}"/>
              </a:ext>
            </a:extLst>
          </p:cNvPr>
          <p:cNvSpPr/>
          <p:nvPr userDrawn="1"/>
        </p:nvSpPr>
        <p:spPr>
          <a:xfrm>
            <a:off x="6268886" y="2431229"/>
            <a:ext cx="94589" cy="94589"/>
          </a:xfrm>
          <a:prstGeom prst="ellipse">
            <a:avLst/>
          </a:prstGeom>
          <a:solidFill>
            <a:srgbClr val="E7E696"/>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20000"/>
              </a:lnSpc>
              <a:spcBef>
                <a:spcPts val="0"/>
              </a:spcBef>
              <a:spcAft>
                <a:spcPts val="0"/>
              </a:spcAft>
              <a:buClrTx/>
              <a:buSzTx/>
              <a:buFontTx/>
              <a:buNone/>
              <a:tabLst/>
            </a:pPr>
            <a:endParaRPr kumimoji="0" lang="en-US" sz="3000" b="0" i="0" u="none" strike="noStrike" cap="all" spc="0" normalizeH="0" baseline="0">
              <a:ln>
                <a:noFill/>
              </a:ln>
              <a:solidFill>
                <a:srgbClr val="FFFFFF"/>
              </a:solidFill>
              <a:effectLst/>
              <a:uFillTx/>
              <a:latin typeface="Proxima Nova Extrabold"/>
              <a:ea typeface="Proxima Nova Extrabold"/>
              <a:cs typeface="Proxima Nova Extrabold"/>
              <a:sym typeface="Proxima Nova Extrabold"/>
            </a:endParaRPr>
          </a:p>
        </p:txBody>
      </p:sp>
      <p:sp>
        <p:nvSpPr>
          <p:cNvPr id="33" name="Text Placeholder 6">
            <a:extLst>
              <a:ext uri="{FF2B5EF4-FFF2-40B4-BE49-F238E27FC236}">
                <a16:creationId xmlns:a16="http://schemas.microsoft.com/office/drawing/2014/main" id="{4C3F98EA-FC7F-FDF6-F8B5-A6811F08B48E}"/>
              </a:ext>
            </a:extLst>
          </p:cNvPr>
          <p:cNvSpPr>
            <a:spLocks noGrp="1"/>
          </p:cNvSpPr>
          <p:nvPr>
            <p:ph type="body" sz="quarter" idx="24" hasCustomPrompt="1"/>
          </p:nvPr>
        </p:nvSpPr>
        <p:spPr>
          <a:xfrm>
            <a:off x="178887" y="2115689"/>
            <a:ext cx="366122" cy="230832"/>
          </a:xfrm>
          <a:prstGeom prst="rect">
            <a:avLst/>
          </a:prstGeom>
        </p:spPr>
        <p:txBody>
          <a:bodyPr lIns="0" tIns="0" rIns="0" bIns="0" anchor="ctr">
            <a:noAutofit/>
          </a:bodyPr>
          <a:lstStyle>
            <a:lvl1pPr marL="0" indent="0" algn="ctr">
              <a:lnSpc>
                <a:spcPct val="70000"/>
              </a:lnSpc>
              <a:spcBef>
                <a:spcPts val="0"/>
              </a:spcBef>
              <a:buNone/>
              <a:defRPr sz="1500">
                <a:solidFill>
                  <a:schemeClr val="accent3"/>
                </a:solidFill>
                <a:latin typeface="+mj-lt"/>
              </a:defRPr>
            </a:lvl1pPr>
          </a:lstStyle>
          <a:p>
            <a:pPr lvl="0"/>
            <a:r>
              <a:rPr lang="en-US"/>
              <a:t>01</a:t>
            </a:r>
          </a:p>
        </p:txBody>
      </p:sp>
      <p:sp>
        <p:nvSpPr>
          <p:cNvPr id="34" name="Oval 33">
            <a:extLst>
              <a:ext uri="{FF2B5EF4-FFF2-40B4-BE49-F238E27FC236}">
                <a16:creationId xmlns:a16="http://schemas.microsoft.com/office/drawing/2014/main" id="{216906E9-1415-2759-7BF7-E709F5C9E1AB}"/>
              </a:ext>
            </a:extLst>
          </p:cNvPr>
          <p:cNvSpPr/>
          <p:nvPr userDrawn="1"/>
        </p:nvSpPr>
        <p:spPr>
          <a:xfrm>
            <a:off x="314654" y="2431229"/>
            <a:ext cx="94589" cy="94589"/>
          </a:xfrm>
          <a:prstGeom prst="ellipse">
            <a:avLst/>
          </a:prstGeom>
          <a:solidFill>
            <a:srgbClr val="E7E696"/>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20000"/>
              </a:lnSpc>
              <a:spcBef>
                <a:spcPts val="0"/>
              </a:spcBef>
              <a:spcAft>
                <a:spcPts val="0"/>
              </a:spcAft>
              <a:buClrTx/>
              <a:buSzTx/>
              <a:buFontTx/>
              <a:buNone/>
              <a:tabLst/>
            </a:pPr>
            <a:endParaRPr kumimoji="0" lang="en-US" sz="3000" b="0" i="0" u="none" strike="noStrike" cap="all" spc="0" normalizeH="0" baseline="0">
              <a:ln>
                <a:noFill/>
              </a:ln>
              <a:solidFill>
                <a:srgbClr val="FFFFFF"/>
              </a:solidFill>
              <a:effectLst/>
              <a:uFillTx/>
              <a:latin typeface="Proxima Nova Extrabold"/>
              <a:ea typeface="Proxima Nova Extrabold"/>
              <a:cs typeface="Proxima Nova Extrabold"/>
              <a:sym typeface="Proxima Nova Extrabold"/>
            </a:endParaRPr>
          </a:p>
        </p:txBody>
      </p:sp>
      <p:sp>
        <p:nvSpPr>
          <p:cNvPr id="35" name="Oval 34">
            <a:extLst>
              <a:ext uri="{FF2B5EF4-FFF2-40B4-BE49-F238E27FC236}">
                <a16:creationId xmlns:a16="http://schemas.microsoft.com/office/drawing/2014/main" id="{F4EED99B-3E66-7B1D-4DDB-4EDB10CB1745}"/>
              </a:ext>
            </a:extLst>
          </p:cNvPr>
          <p:cNvSpPr/>
          <p:nvPr userDrawn="1"/>
        </p:nvSpPr>
        <p:spPr>
          <a:xfrm>
            <a:off x="3281137" y="2431229"/>
            <a:ext cx="94589" cy="94589"/>
          </a:xfrm>
          <a:prstGeom prst="ellipse">
            <a:avLst/>
          </a:prstGeom>
          <a:solidFill>
            <a:srgbClr val="E7E696"/>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20000"/>
              </a:lnSpc>
              <a:spcBef>
                <a:spcPts val="0"/>
              </a:spcBef>
              <a:spcAft>
                <a:spcPts val="0"/>
              </a:spcAft>
              <a:buClrTx/>
              <a:buSzTx/>
              <a:buFontTx/>
              <a:buNone/>
              <a:tabLst/>
            </a:pPr>
            <a:endParaRPr kumimoji="0" lang="en-US" sz="3000" b="0" i="0" u="none" strike="noStrike" cap="all" spc="0" normalizeH="0" baseline="0">
              <a:ln>
                <a:noFill/>
              </a:ln>
              <a:solidFill>
                <a:srgbClr val="FFFFFF"/>
              </a:solidFill>
              <a:effectLst/>
              <a:uFillTx/>
              <a:latin typeface="Proxima Nova Extrabold"/>
              <a:ea typeface="Proxima Nova Extrabold"/>
              <a:cs typeface="Proxima Nova Extrabold"/>
              <a:sym typeface="Proxima Nova Extrabold"/>
            </a:endParaRPr>
          </a:p>
        </p:txBody>
      </p:sp>
      <p:sp>
        <p:nvSpPr>
          <p:cNvPr id="4" name="Text Placeholder 6">
            <a:extLst>
              <a:ext uri="{FF2B5EF4-FFF2-40B4-BE49-F238E27FC236}">
                <a16:creationId xmlns:a16="http://schemas.microsoft.com/office/drawing/2014/main" id="{EA550B0E-96DD-1091-B8DC-387896E1983A}"/>
              </a:ext>
            </a:extLst>
          </p:cNvPr>
          <p:cNvSpPr>
            <a:spLocks noGrp="1"/>
          </p:cNvSpPr>
          <p:nvPr>
            <p:ph type="body" sz="quarter" idx="31" hasCustomPrompt="1"/>
          </p:nvPr>
        </p:nvSpPr>
        <p:spPr>
          <a:xfrm>
            <a:off x="3288967" y="2488309"/>
            <a:ext cx="1944145" cy="290568"/>
          </a:xfrm>
          <a:prstGeom prst="rect">
            <a:avLst/>
          </a:prstGeom>
        </p:spPr>
        <p:txBody>
          <a:bodyPr lIns="0" tIns="0" rIns="0" bIns="0" anchor="b">
            <a:noAutofit/>
          </a:bodyPr>
          <a:lstStyle>
            <a:lvl1pPr marL="0" indent="0">
              <a:lnSpc>
                <a:spcPct val="70000"/>
              </a:lnSpc>
              <a:spcBef>
                <a:spcPts val="0"/>
              </a:spcBef>
              <a:buNone/>
              <a:defRPr sz="900">
                <a:solidFill>
                  <a:schemeClr val="bg1"/>
                </a:solidFill>
                <a:latin typeface="+mj-lt"/>
              </a:defRPr>
            </a:lvl1pPr>
          </a:lstStyle>
          <a:p>
            <a:pPr lvl="0"/>
            <a:r>
              <a:rPr lang="en-US"/>
              <a:t>TITLE</a:t>
            </a:r>
          </a:p>
        </p:txBody>
      </p:sp>
      <p:sp>
        <p:nvSpPr>
          <p:cNvPr id="5" name="Text Placeholder 14">
            <a:extLst>
              <a:ext uri="{FF2B5EF4-FFF2-40B4-BE49-F238E27FC236}">
                <a16:creationId xmlns:a16="http://schemas.microsoft.com/office/drawing/2014/main" id="{D6E60C35-2758-5F21-D775-FBCAEFCCD6D5}"/>
              </a:ext>
            </a:extLst>
          </p:cNvPr>
          <p:cNvSpPr>
            <a:spLocks noGrp="1"/>
          </p:cNvSpPr>
          <p:nvPr>
            <p:ph type="body" sz="quarter" idx="32" hasCustomPrompt="1"/>
          </p:nvPr>
        </p:nvSpPr>
        <p:spPr>
          <a:xfrm>
            <a:off x="3288967" y="2860306"/>
            <a:ext cx="1944146" cy="867632"/>
          </a:xfrm>
        </p:spPr>
        <p:txBody>
          <a:bodyPr lIns="0" tIns="0" rIns="0" bIns="0">
            <a:noAutofit/>
          </a:bodyPr>
          <a:lstStyle>
            <a:lvl1pPr marL="0" indent="0">
              <a:lnSpc>
                <a:spcPct val="90000"/>
              </a:lnSpc>
              <a:spcBef>
                <a:spcPts val="0"/>
              </a:spcBef>
              <a:buNone/>
              <a:defRPr sz="750">
                <a:solidFill>
                  <a:schemeClr val="bg1"/>
                </a:solidFill>
              </a:defRPr>
            </a:lvl1pPr>
          </a:lstStyle>
          <a:p>
            <a:pPr lvl="0"/>
            <a:r>
              <a:rPr lang="en-US"/>
              <a:t>Text</a:t>
            </a:r>
          </a:p>
        </p:txBody>
      </p:sp>
      <p:sp>
        <p:nvSpPr>
          <p:cNvPr id="6" name="Text Placeholder 6">
            <a:extLst>
              <a:ext uri="{FF2B5EF4-FFF2-40B4-BE49-F238E27FC236}">
                <a16:creationId xmlns:a16="http://schemas.microsoft.com/office/drawing/2014/main" id="{28E15996-1393-C047-07D1-B11704A929B7}"/>
              </a:ext>
            </a:extLst>
          </p:cNvPr>
          <p:cNvSpPr>
            <a:spLocks noGrp="1"/>
          </p:cNvSpPr>
          <p:nvPr>
            <p:ph type="body" sz="quarter" idx="33" hasCustomPrompt="1"/>
          </p:nvPr>
        </p:nvSpPr>
        <p:spPr>
          <a:xfrm>
            <a:off x="6273328" y="2488309"/>
            <a:ext cx="1944145" cy="290568"/>
          </a:xfrm>
          <a:prstGeom prst="rect">
            <a:avLst/>
          </a:prstGeom>
        </p:spPr>
        <p:txBody>
          <a:bodyPr lIns="0" tIns="0" rIns="0" bIns="0" anchor="b">
            <a:noAutofit/>
          </a:bodyPr>
          <a:lstStyle>
            <a:lvl1pPr marL="0" indent="0">
              <a:lnSpc>
                <a:spcPct val="70000"/>
              </a:lnSpc>
              <a:spcBef>
                <a:spcPts val="0"/>
              </a:spcBef>
              <a:buNone/>
              <a:defRPr sz="900">
                <a:solidFill>
                  <a:schemeClr val="bg1"/>
                </a:solidFill>
                <a:latin typeface="+mj-lt"/>
              </a:defRPr>
            </a:lvl1pPr>
          </a:lstStyle>
          <a:p>
            <a:pPr lvl="0"/>
            <a:r>
              <a:rPr lang="en-US"/>
              <a:t>TITLE</a:t>
            </a:r>
          </a:p>
        </p:txBody>
      </p:sp>
      <p:sp>
        <p:nvSpPr>
          <p:cNvPr id="7" name="Text Placeholder 14">
            <a:extLst>
              <a:ext uri="{FF2B5EF4-FFF2-40B4-BE49-F238E27FC236}">
                <a16:creationId xmlns:a16="http://schemas.microsoft.com/office/drawing/2014/main" id="{CD919ECF-DC65-4443-2431-E0043410529C}"/>
              </a:ext>
            </a:extLst>
          </p:cNvPr>
          <p:cNvSpPr>
            <a:spLocks noGrp="1"/>
          </p:cNvSpPr>
          <p:nvPr>
            <p:ph type="body" sz="quarter" idx="34" hasCustomPrompt="1"/>
          </p:nvPr>
        </p:nvSpPr>
        <p:spPr>
          <a:xfrm>
            <a:off x="6273328" y="2860306"/>
            <a:ext cx="1944146" cy="867632"/>
          </a:xfrm>
        </p:spPr>
        <p:txBody>
          <a:bodyPr lIns="0" tIns="0" rIns="0" bIns="0">
            <a:noAutofit/>
          </a:bodyPr>
          <a:lstStyle>
            <a:lvl1pPr marL="0" indent="0">
              <a:lnSpc>
                <a:spcPct val="90000"/>
              </a:lnSpc>
              <a:spcBef>
                <a:spcPts val="0"/>
              </a:spcBef>
              <a:buNone/>
              <a:defRPr sz="750">
                <a:solidFill>
                  <a:schemeClr val="bg1"/>
                </a:solidFill>
              </a:defRPr>
            </a:lvl1pPr>
          </a:lstStyle>
          <a:p>
            <a:pPr lvl="0"/>
            <a:r>
              <a:rPr lang="en-US"/>
              <a:t>Text</a:t>
            </a:r>
          </a:p>
        </p:txBody>
      </p:sp>
    </p:spTree>
    <p:extLst>
      <p:ext uri="{BB962C8B-B14F-4D97-AF65-F5344CB8AC3E}">
        <p14:creationId xmlns:p14="http://schemas.microsoft.com/office/powerpoint/2010/main" val="1855722616"/>
      </p:ext>
    </p:extLst>
  </p:cSld>
  <p:clrMapOvr>
    <a:masterClrMapping/>
  </p:clrMapOvr>
  <p:transition spd="med"/>
</p:sldLayout>
</file>

<file path=ppt/slideLayouts/slideLayout190.xml><?xml version="1.0" encoding="utf-8"?>
<p:sldLayout xmlns:a="http://schemas.openxmlformats.org/drawingml/2006/main" xmlns:r="http://schemas.openxmlformats.org/officeDocument/2006/relationships" xmlns:p="http://schemas.openxmlformats.org/presentationml/2006/main" showMasterSp="0" preserve="1" userDrawn="1">
  <p:cSld name="Infographic timeline 2">
    <p:bg>
      <p:bgPr>
        <a:solidFill>
          <a:srgbClr val="0F2240"/>
        </a:solidFill>
        <a:effectLst/>
      </p:bgPr>
    </p:bg>
    <p:spTree>
      <p:nvGrpSpPr>
        <p:cNvPr id="1" name=""/>
        <p:cNvGrpSpPr/>
        <p:nvPr/>
      </p:nvGrpSpPr>
      <p:grpSpPr>
        <a:xfrm>
          <a:off x="0" y="0"/>
          <a:ext cx="0" cy="0"/>
          <a:chOff x="0" y="0"/>
          <a:chExt cx="0" cy="0"/>
        </a:xfrm>
      </p:grpSpPr>
      <p:sp>
        <p:nvSpPr>
          <p:cNvPr id="66" name="Slide Number"/>
          <p:cNvSpPr txBox="1">
            <a:spLocks noGrp="1"/>
          </p:cNvSpPr>
          <p:nvPr>
            <p:ph type="sldNum" sz="quarter" idx="2"/>
          </p:nvPr>
        </p:nvSpPr>
        <p:spPr>
          <a:prstGeom prst="rect">
            <a:avLst/>
          </a:prstGeom>
        </p:spPr>
        <p:txBody>
          <a:bodyPr/>
          <a:lstStyle>
            <a:lvl1pPr>
              <a:defRPr>
                <a:solidFill>
                  <a:srgbClr val="FDFAF2"/>
                </a:solidFill>
              </a:defRPr>
            </a:lvl1pPr>
          </a:lstStyle>
          <a:p>
            <a:fld id="{86CB4B4D-7CA3-9044-876B-883B54F8677D}" type="slidenum">
              <a:rPr lang="en-GB" smtClean="0"/>
              <a:pPr/>
              <a:t>‹#›</a:t>
            </a:fld>
            <a:endParaRPr lang="en-GB"/>
          </a:p>
        </p:txBody>
      </p:sp>
      <p:pic>
        <p:nvPicPr>
          <p:cNvPr id="15" name="CGC logo white.png" descr="CGC logo white.png">
            <a:extLst>
              <a:ext uri="{FF2B5EF4-FFF2-40B4-BE49-F238E27FC236}">
                <a16:creationId xmlns:a16="http://schemas.microsoft.com/office/drawing/2014/main" id="{D935F029-D9A4-B9A6-51F4-12FA11B2A4EA}"/>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285750" y="285750"/>
            <a:ext cx="1152091" cy="199818"/>
          </a:xfrm>
          <a:prstGeom prst="rect">
            <a:avLst/>
          </a:prstGeom>
          <a:ln w="12700">
            <a:miter lim="400000"/>
          </a:ln>
        </p:spPr>
      </p:pic>
      <p:cxnSp>
        <p:nvCxnSpPr>
          <p:cNvPr id="20" name="Straight Connector 19">
            <a:extLst>
              <a:ext uri="{FF2B5EF4-FFF2-40B4-BE49-F238E27FC236}">
                <a16:creationId xmlns:a16="http://schemas.microsoft.com/office/drawing/2014/main" id="{A833D396-110F-C624-97CE-9A00852FB61A}"/>
              </a:ext>
            </a:extLst>
          </p:cNvPr>
          <p:cNvCxnSpPr>
            <a:cxnSpLocks/>
            <a:endCxn id="32" idx="6"/>
          </p:cNvCxnSpPr>
          <p:nvPr userDrawn="1"/>
        </p:nvCxnSpPr>
        <p:spPr>
          <a:xfrm>
            <a:off x="0" y="2478524"/>
            <a:ext cx="6363475" cy="0"/>
          </a:xfrm>
          <a:prstGeom prst="line">
            <a:avLst/>
          </a:prstGeom>
          <a:noFill/>
          <a:ln w="12700" cap="flat">
            <a:solidFill>
              <a:srgbClr val="E7E696"/>
            </a:solidFill>
            <a:prstDash val="solid"/>
            <a:miter lim="400000"/>
          </a:ln>
          <a:effectLst/>
          <a:sp3d/>
        </p:spPr>
        <p:style>
          <a:lnRef idx="0">
            <a:scrgbClr r="0" g="0" b="0"/>
          </a:lnRef>
          <a:fillRef idx="0">
            <a:scrgbClr r="0" g="0" b="0"/>
          </a:fillRef>
          <a:effectRef idx="0">
            <a:scrgbClr r="0" g="0" b="0"/>
          </a:effectRef>
          <a:fontRef idx="none"/>
        </p:style>
      </p:cxnSp>
      <p:sp>
        <p:nvSpPr>
          <p:cNvPr id="26" name="Text Placeholder 6">
            <a:extLst>
              <a:ext uri="{FF2B5EF4-FFF2-40B4-BE49-F238E27FC236}">
                <a16:creationId xmlns:a16="http://schemas.microsoft.com/office/drawing/2014/main" id="{8DF4AE7B-64B6-ACB4-9CB3-142545F74983}"/>
              </a:ext>
            </a:extLst>
          </p:cNvPr>
          <p:cNvSpPr>
            <a:spLocks noGrp="1"/>
          </p:cNvSpPr>
          <p:nvPr>
            <p:ph type="body" sz="quarter" idx="27" hasCustomPrompt="1"/>
          </p:nvPr>
        </p:nvSpPr>
        <p:spPr>
          <a:xfrm>
            <a:off x="3165657" y="2115689"/>
            <a:ext cx="366122" cy="230832"/>
          </a:xfrm>
          <a:prstGeom prst="rect">
            <a:avLst/>
          </a:prstGeom>
        </p:spPr>
        <p:txBody>
          <a:bodyPr vert="horz" lIns="0" tIns="0" rIns="0" bIns="0" rtlCol="0" anchor="ctr">
            <a:noAutofit/>
          </a:bodyPr>
          <a:lstStyle>
            <a:lvl1pPr>
              <a:defRPr lang="en-US" sz="1500">
                <a:solidFill>
                  <a:schemeClr val="accent3"/>
                </a:solidFill>
                <a:latin typeface="+mj-lt"/>
              </a:defRPr>
            </a:lvl1pPr>
          </a:lstStyle>
          <a:p>
            <a:pPr marL="0" lvl="0" indent="0" algn="ctr">
              <a:lnSpc>
                <a:spcPct val="70000"/>
              </a:lnSpc>
              <a:spcBef>
                <a:spcPts val="0"/>
              </a:spcBef>
              <a:buNone/>
            </a:pPr>
            <a:r>
              <a:rPr lang="en-US"/>
              <a:t>05</a:t>
            </a:r>
          </a:p>
        </p:txBody>
      </p:sp>
      <p:sp>
        <p:nvSpPr>
          <p:cNvPr id="31" name="Text Placeholder 6">
            <a:extLst>
              <a:ext uri="{FF2B5EF4-FFF2-40B4-BE49-F238E27FC236}">
                <a16:creationId xmlns:a16="http://schemas.microsoft.com/office/drawing/2014/main" id="{6A9ACD58-BDFB-8076-3C6A-E099C54C16AB}"/>
              </a:ext>
            </a:extLst>
          </p:cNvPr>
          <p:cNvSpPr>
            <a:spLocks noGrp="1"/>
          </p:cNvSpPr>
          <p:nvPr>
            <p:ph type="body" sz="quarter" idx="30" hasCustomPrompt="1"/>
          </p:nvPr>
        </p:nvSpPr>
        <p:spPr>
          <a:xfrm>
            <a:off x="6153406" y="2115689"/>
            <a:ext cx="366122" cy="230832"/>
          </a:xfrm>
          <a:prstGeom prst="rect">
            <a:avLst/>
          </a:prstGeom>
        </p:spPr>
        <p:txBody>
          <a:bodyPr vert="horz" lIns="0" tIns="0" rIns="0" bIns="0" rtlCol="0" anchor="ctr">
            <a:noAutofit/>
          </a:bodyPr>
          <a:lstStyle>
            <a:lvl1pPr>
              <a:defRPr lang="en-US" sz="1500">
                <a:solidFill>
                  <a:schemeClr val="accent3"/>
                </a:solidFill>
                <a:latin typeface="+mj-lt"/>
              </a:defRPr>
            </a:lvl1pPr>
          </a:lstStyle>
          <a:p>
            <a:pPr marL="0" lvl="0" indent="0" algn="ctr">
              <a:lnSpc>
                <a:spcPct val="70000"/>
              </a:lnSpc>
              <a:spcBef>
                <a:spcPts val="0"/>
              </a:spcBef>
              <a:buNone/>
            </a:pPr>
            <a:r>
              <a:rPr lang="en-US"/>
              <a:t>06</a:t>
            </a:r>
          </a:p>
        </p:txBody>
      </p:sp>
      <p:sp>
        <p:nvSpPr>
          <p:cNvPr id="32" name="Oval 31">
            <a:extLst>
              <a:ext uri="{FF2B5EF4-FFF2-40B4-BE49-F238E27FC236}">
                <a16:creationId xmlns:a16="http://schemas.microsoft.com/office/drawing/2014/main" id="{BF95C90B-9340-BA27-A3CF-3ACA2019BDAD}"/>
              </a:ext>
            </a:extLst>
          </p:cNvPr>
          <p:cNvSpPr/>
          <p:nvPr userDrawn="1"/>
        </p:nvSpPr>
        <p:spPr>
          <a:xfrm>
            <a:off x="6268886" y="2431229"/>
            <a:ext cx="94589" cy="94589"/>
          </a:xfrm>
          <a:prstGeom prst="ellipse">
            <a:avLst/>
          </a:prstGeom>
          <a:solidFill>
            <a:srgbClr val="E7E696"/>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20000"/>
              </a:lnSpc>
              <a:spcBef>
                <a:spcPts val="0"/>
              </a:spcBef>
              <a:spcAft>
                <a:spcPts val="0"/>
              </a:spcAft>
              <a:buClrTx/>
              <a:buSzTx/>
              <a:buFontTx/>
              <a:buNone/>
              <a:tabLst/>
            </a:pPr>
            <a:endParaRPr kumimoji="0" lang="en-US" sz="3000" b="0" i="0" u="none" strike="noStrike" cap="all" spc="0" normalizeH="0" baseline="0">
              <a:ln>
                <a:noFill/>
              </a:ln>
              <a:solidFill>
                <a:srgbClr val="FFFFFF"/>
              </a:solidFill>
              <a:effectLst/>
              <a:uFillTx/>
              <a:latin typeface="Proxima Nova Extrabold"/>
              <a:ea typeface="Proxima Nova Extrabold"/>
              <a:cs typeface="Proxima Nova Extrabold"/>
              <a:sym typeface="Proxima Nova Extrabold"/>
            </a:endParaRPr>
          </a:p>
        </p:txBody>
      </p:sp>
      <p:sp>
        <p:nvSpPr>
          <p:cNvPr id="4" name="Text Placeholder 6">
            <a:extLst>
              <a:ext uri="{FF2B5EF4-FFF2-40B4-BE49-F238E27FC236}">
                <a16:creationId xmlns:a16="http://schemas.microsoft.com/office/drawing/2014/main" id="{AEBD36EF-15BB-C7AD-6F57-5071E5720CBD}"/>
              </a:ext>
            </a:extLst>
          </p:cNvPr>
          <p:cNvSpPr>
            <a:spLocks noGrp="1"/>
          </p:cNvSpPr>
          <p:nvPr>
            <p:ph type="body" sz="quarter" idx="24" hasCustomPrompt="1"/>
          </p:nvPr>
        </p:nvSpPr>
        <p:spPr>
          <a:xfrm>
            <a:off x="199174" y="2115689"/>
            <a:ext cx="366122" cy="230832"/>
          </a:xfrm>
          <a:prstGeom prst="rect">
            <a:avLst/>
          </a:prstGeom>
        </p:spPr>
        <p:txBody>
          <a:bodyPr vert="horz" lIns="0" tIns="0" rIns="0" bIns="0" rtlCol="0" anchor="ctr">
            <a:noAutofit/>
          </a:bodyPr>
          <a:lstStyle>
            <a:lvl1pPr>
              <a:defRPr lang="en-US" sz="1500">
                <a:solidFill>
                  <a:schemeClr val="accent3"/>
                </a:solidFill>
                <a:latin typeface="+mj-lt"/>
              </a:defRPr>
            </a:lvl1pPr>
          </a:lstStyle>
          <a:p>
            <a:pPr marL="0" lvl="0" indent="0" algn="ctr">
              <a:lnSpc>
                <a:spcPct val="70000"/>
              </a:lnSpc>
              <a:spcBef>
                <a:spcPts val="0"/>
              </a:spcBef>
              <a:buNone/>
            </a:pPr>
            <a:r>
              <a:rPr lang="en-US"/>
              <a:t>04</a:t>
            </a:r>
          </a:p>
        </p:txBody>
      </p:sp>
      <p:sp>
        <p:nvSpPr>
          <p:cNvPr id="5" name="Oval 4">
            <a:extLst>
              <a:ext uri="{FF2B5EF4-FFF2-40B4-BE49-F238E27FC236}">
                <a16:creationId xmlns:a16="http://schemas.microsoft.com/office/drawing/2014/main" id="{259273FE-20E5-DFA1-66F0-9EF1698E3CF5}"/>
              </a:ext>
            </a:extLst>
          </p:cNvPr>
          <p:cNvSpPr/>
          <p:nvPr userDrawn="1"/>
        </p:nvSpPr>
        <p:spPr>
          <a:xfrm>
            <a:off x="314654" y="2431229"/>
            <a:ext cx="94589" cy="94589"/>
          </a:xfrm>
          <a:prstGeom prst="ellipse">
            <a:avLst/>
          </a:prstGeom>
          <a:solidFill>
            <a:srgbClr val="E7E696"/>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20000"/>
              </a:lnSpc>
              <a:spcBef>
                <a:spcPts val="0"/>
              </a:spcBef>
              <a:spcAft>
                <a:spcPts val="0"/>
              </a:spcAft>
              <a:buClrTx/>
              <a:buSzTx/>
              <a:buFontTx/>
              <a:buNone/>
              <a:tabLst/>
            </a:pPr>
            <a:endParaRPr kumimoji="0" lang="en-US" sz="3000" b="0" i="0" u="none" strike="noStrike" cap="all" spc="0" normalizeH="0" baseline="0">
              <a:ln>
                <a:noFill/>
              </a:ln>
              <a:solidFill>
                <a:srgbClr val="FFFFFF"/>
              </a:solidFill>
              <a:effectLst/>
              <a:uFillTx/>
              <a:latin typeface="Proxima Nova Extrabold"/>
              <a:ea typeface="Proxima Nova Extrabold"/>
              <a:cs typeface="Proxima Nova Extrabold"/>
              <a:sym typeface="Proxima Nova Extrabold"/>
            </a:endParaRPr>
          </a:p>
        </p:txBody>
      </p:sp>
      <p:sp>
        <p:nvSpPr>
          <p:cNvPr id="6" name="Oval 5">
            <a:extLst>
              <a:ext uri="{FF2B5EF4-FFF2-40B4-BE49-F238E27FC236}">
                <a16:creationId xmlns:a16="http://schemas.microsoft.com/office/drawing/2014/main" id="{3C817346-C579-4CC1-B477-7C2C207857FC}"/>
              </a:ext>
            </a:extLst>
          </p:cNvPr>
          <p:cNvSpPr/>
          <p:nvPr userDrawn="1"/>
        </p:nvSpPr>
        <p:spPr>
          <a:xfrm>
            <a:off x="3281137" y="2431229"/>
            <a:ext cx="94589" cy="94589"/>
          </a:xfrm>
          <a:prstGeom prst="ellipse">
            <a:avLst/>
          </a:prstGeom>
          <a:solidFill>
            <a:srgbClr val="E7E696"/>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20000"/>
              </a:lnSpc>
              <a:spcBef>
                <a:spcPts val="0"/>
              </a:spcBef>
              <a:spcAft>
                <a:spcPts val="0"/>
              </a:spcAft>
              <a:buClrTx/>
              <a:buSzTx/>
              <a:buFontTx/>
              <a:buNone/>
              <a:tabLst/>
            </a:pPr>
            <a:endParaRPr kumimoji="0" lang="en-US" sz="3000" b="0" i="0" u="none" strike="noStrike" cap="all" spc="0" normalizeH="0" baseline="0">
              <a:ln>
                <a:noFill/>
              </a:ln>
              <a:solidFill>
                <a:srgbClr val="FFFFFF"/>
              </a:solidFill>
              <a:effectLst/>
              <a:uFillTx/>
              <a:latin typeface="Proxima Nova Extrabold"/>
              <a:ea typeface="Proxima Nova Extrabold"/>
              <a:cs typeface="Proxima Nova Extrabold"/>
              <a:sym typeface="Proxima Nova Extrabold"/>
            </a:endParaRPr>
          </a:p>
        </p:txBody>
      </p:sp>
      <p:sp>
        <p:nvSpPr>
          <p:cNvPr id="2" name="Text Placeholder 6">
            <a:extLst>
              <a:ext uri="{FF2B5EF4-FFF2-40B4-BE49-F238E27FC236}">
                <a16:creationId xmlns:a16="http://schemas.microsoft.com/office/drawing/2014/main" id="{EE22F8D7-C295-EB6E-BC5E-957ECA28E5ED}"/>
              </a:ext>
            </a:extLst>
          </p:cNvPr>
          <p:cNvSpPr>
            <a:spLocks noGrp="1"/>
          </p:cNvSpPr>
          <p:nvPr>
            <p:ph type="body" sz="quarter" idx="22" hasCustomPrompt="1"/>
          </p:nvPr>
        </p:nvSpPr>
        <p:spPr>
          <a:xfrm>
            <a:off x="304606" y="2488309"/>
            <a:ext cx="1944145" cy="290568"/>
          </a:xfrm>
          <a:prstGeom prst="rect">
            <a:avLst/>
          </a:prstGeom>
        </p:spPr>
        <p:txBody>
          <a:bodyPr lIns="0" tIns="0" rIns="0" bIns="0" anchor="b">
            <a:noAutofit/>
          </a:bodyPr>
          <a:lstStyle>
            <a:lvl1pPr marL="0" indent="0">
              <a:lnSpc>
                <a:spcPct val="70000"/>
              </a:lnSpc>
              <a:spcBef>
                <a:spcPts val="0"/>
              </a:spcBef>
              <a:buNone/>
              <a:defRPr sz="900">
                <a:solidFill>
                  <a:schemeClr val="bg1"/>
                </a:solidFill>
                <a:latin typeface="+mj-lt"/>
              </a:defRPr>
            </a:lvl1pPr>
          </a:lstStyle>
          <a:p>
            <a:pPr lvl="0"/>
            <a:r>
              <a:rPr lang="en-US"/>
              <a:t>TITLE</a:t>
            </a:r>
          </a:p>
        </p:txBody>
      </p:sp>
      <p:sp>
        <p:nvSpPr>
          <p:cNvPr id="3" name="Text Placeholder 14">
            <a:extLst>
              <a:ext uri="{FF2B5EF4-FFF2-40B4-BE49-F238E27FC236}">
                <a16:creationId xmlns:a16="http://schemas.microsoft.com/office/drawing/2014/main" id="{2642E006-1484-B3CA-A5C1-2C3955AF48ED}"/>
              </a:ext>
            </a:extLst>
          </p:cNvPr>
          <p:cNvSpPr>
            <a:spLocks noGrp="1"/>
          </p:cNvSpPr>
          <p:nvPr>
            <p:ph type="body" sz="quarter" idx="23" hasCustomPrompt="1"/>
          </p:nvPr>
        </p:nvSpPr>
        <p:spPr>
          <a:xfrm>
            <a:off x="304606" y="2860306"/>
            <a:ext cx="1944146" cy="867632"/>
          </a:xfrm>
        </p:spPr>
        <p:txBody>
          <a:bodyPr lIns="0" tIns="0" rIns="0" bIns="0">
            <a:noAutofit/>
          </a:bodyPr>
          <a:lstStyle>
            <a:lvl1pPr marL="0" indent="0">
              <a:lnSpc>
                <a:spcPct val="90000"/>
              </a:lnSpc>
              <a:spcBef>
                <a:spcPts val="0"/>
              </a:spcBef>
              <a:buNone/>
              <a:defRPr sz="750">
                <a:solidFill>
                  <a:schemeClr val="bg1"/>
                </a:solidFill>
              </a:defRPr>
            </a:lvl1pPr>
          </a:lstStyle>
          <a:p>
            <a:pPr lvl="0"/>
            <a:r>
              <a:rPr lang="en-US"/>
              <a:t>Text</a:t>
            </a:r>
          </a:p>
        </p:txBody>
      </p:sp>
      <p:sp>
        <p:nvSpPr>
          <p:cNvPr id="7" name="Text Placeholder 6">
            <a:extLst>
              <a:ext uri="{FF2B5EF4-FFF2-40B4-BE49-F238E27FC236}">
                <a16:creationId xmlns:a16="http://schemas.microsoft.com/office/drawing/2014/main" id="{4669DACA-70EF-C269-41B3-9B81E3EA3610}"/>
              </a:ext>
            </a:extLst>
          </p:cNvPr>
          <p:cNvSpPr>
            <a:spLocks noGrp="1"/>
          </p:cNvSpPr>
          <p:nvPr>
            <p:ph type="body" sz="quarter" idx="31" hasCustomPrompt="1"/>
          </p:nvPr>
        </p:nvSpPr>
        <p:spPr>
          <a:xfrm>
            <a:off x="3288967" y="2488309"/>
            <a:ext cx="1944145" cy="290568"/>
          </a:xfrm>
          <a:prstGeom prst="rect">
            <a:avLst/>
          </a:prstGeom>
        </p:spPr>
        <p:txBody>
          <a:bodyPr lIns="0" tIns="0" rIns="0" bIns="0" anchor="b">
            <a:noAutofit/>
          </a:bodyPr>
          <a:lstStyle>
            <a:lvl1pPr marL="0" indent="0">
              <a:lnSpc>
                <a:spcPct val="70000"/>
              </a:lnSpc>
              <a:spcBef>
                <a:spcPts val="0"/>
              </a:spcBef>
              <a:buNone/>
              <a:defRPr sz="900">
                <a:solidFill>
                  <a:schemeClr val="bg1"/>
                </a:solidFill>
                <a:latin typeface="+mj-lt"/>
              </a:defRPr>
            </a:lvl1pPr>
          </a:lstStyle>
          <a:p>
            <a:pPr lvl="0"/>
            <a:r>
              <a:rPr lang="en-US"/>
              <a:t>TITLE</a:t>
            </a:r>
          </a:p>
        </p:txBody>
      </p:sp>
      <p:sp>
        <p:nvSpPr>
          <p:cNvPr id="8" name="Text Placeholder 14">
            <a:extLst>
              <a:ext uri="{FF2B5EF4-FFF2-40B4-BE49-F238E27FC236}">
                <a16:creationId xmlns:a16="http://schemas.microsoft.com/office/drawing/2014/main" id="{B4C25D3C-6ADD-9C52-DE32-0DD1CAC78949}"/>
              </a:ext>
            </a:extLst>
          </p:cNvPr>
          <p:cNvSpPr>
            <a:spLocks noGrp="1"/>
          </p:cNvSpPr>
          <p:nvPr>
            <p:ph type="body" sz="quarter" idx="32" hasCustomPrompt="1"/>
          </p:nvPr>
        </p:nvSpPr>
        <p:spPr>
          <a:xfrm>
            <a:off x="3288967" y="2860306"/>
            <a:ext cx="1944146" cy="867632"/>
          </a:xfrm>
        </p:spPr>
        <p:txBody>
          <a:bodyPr lIns="0" tIns="0" rIns="0" bIns="0">
            <a:noAutofit/>
          </a:bodyPr>
          <a:lstStyle>
            <a:lvl1pPr marL="0" indent="0">
              <a:lnSpc>
                <a:spcPct val="90000"/>
              </a:lnSpc>
              <a:spcBef>
                <a:spcPts val="0"/>
              </a:spcBef>
              <a:buNone/>
              <a:defRPr sz="750">
                <a:solidFill>
                  <a:schemeClr val="bg1"/>
                </a:solidFill>
              </a:defRPr>
            </a:lvl1pPr>
          </a:lstStyle>
          <a:p>
            <a:pPr lvl="0"/>
            <a:r>
              <a:rPr lang="en-US"/>
              <a:t>Text</a:t>
            </a:r>
          </a:p>
        </p:txBody>
      </p:sp>
      <p:sp>
        <p:nvSpPr>
          <p:cNvPr id="9" name="Text Placeholder 6">
            <a:extLst>
              <a:ext uri="{FF2B5EF4-FFF2-40B4-BE49-F238E27FC236}">
                <a16:creationId xmlns:a16="http://schemas.microsoft.com/office/drawing/2014/main" id="{85E62862-6426-DC9B-40C1-EDEC3106CF79}"/>
              </a:ext>
            </a:extLst>
          </p:cNvPr>
          <p:cNvSpPr>
            <a:spLocks noGrp="1"/>
          </p:cNvSpPr>
          <p:nvPr>
            <p:ph type="body" sz="quarter" idx="33" hasCustomPrompt="1"/>
          </p:nvPr>
        </p:nvSpPr>
        <p:spPr>
          <a:xfrm>
            <a:off x="6273328" y="2488309"/>
            <a:ext cx="1944145" cy="290568"/>
          </a:xfrm>
          <a:prstGeom prst="rect">
            <a:avLst/>
          </a:prstGeom>
        </p:spPr>
        <p:txBody>
          <a:bodyPr lIns="0" tIns="0" rIns="0" bIns="0" anchor="b">
            <a:noAutofit/>
          </a:bodyPr>
          <a:lstStyle>
            <a:lvl1pPr marL="0" indent="0">
              <a:lnSpc>
                <a:spcPct val="70000"/>
              </a:lnSpc>
              <a:spcBef>
                <a:spcPts val="0"/>
              </a:spcBef>
              <a:buNone/>
              <a:defRPr sz="900">
                <a:solidFill>
                  <a:schemeClr val="bg1"/>
                </a:solidFill>
                <a:latin typeface="+mj-lt"/>
              </a:defRPr>
            </a:lvl1pPr>
          </a:lstStyle>
          <a:p>
            <a:pPr lvl="0"/>
            <a:r>
              <a:rPr lang="en-US"/>
              <a:t>TITLE</a:t>
            </a:r>
          </a:p>
        </p:txBody>
      </p:sp>
      <p:sp>
        <p:nvSpPr>
          <p:cNvPr id="10" name="Text Placeholder 14">
            <a:extLst>
              <a:ext uri="{FF2B5EF4-FFF2-40B4-BE49-F238E27FC236}">
                <a16:creationId xmlns:a16="http://schemas.microsoft.com/office/drawing/2014/main" id="{C33A6DC3-FCDF-94C5-9AE5-3DFF3E9C45E5}"/>
              </a:ext>
            </a:extLst>
          </p:cNvPr>
          <p:cNvSpPr>
            <a:spLocks noGrp="1"/>
          </p:cNvSpPr>
          <p:nvPr>
            <p:ph type="body" sz="quarter" idx="34" hasCustomPrompt="1"/>
          </p:nvPr>
        </p:nvSpPr>
        <p:spPr>
          <a:xfrm>
            <a:off x="6273328" y="2860306"/>
            <a:ext cx="1944146" cy="867632"/>
          </a:xfrm>
        </p:spPr>
        <p:txBody>
          <a:bodyPr lIns="0" tIns="0" rIns="0" bIns="0">
            <a:noAutofit/>
          </a:bodyPr>
          <a:lstStyle>
            <a:lvl1pPr marL="0" indent="0">
              <a:lnSpc>
                <a:spcPct val="90000"/>
              </a:lnSpc>
              <a:spcBef>
                <a:spcPts val="0"/>
              </a:spcBef>
              <a:buNone/>
              <a:defRPr sz="750">
                <a:solidFill>
                  <a:schemeClr val="bg1"/>
                </a:solidFill>
              </a:defRPr>
            </a:lvl1pPr>
          </a:lstStyle>
          <a:p>
            <a:pPr lvl="0"/>
            <a:r>
              <a:rPr lang="en-US"/>
              <a:t>Text</a:t>
            </a:r>
          </a:p>
        </p:txBody>
      </p:sp>
    </p:spTree>
    <p:extLst>
      <p:ext uri="{BB962C8B-B14F-4D97-AF65-F5344CB8AC3E}">
        <p14:creationId xmlns:p14="http://schemas.microsoft.com/office/powerpoint/2010/main" val="3472995974"/>
      </p:ext>
    </p:extLst>
  </p:cSld>
  <p:clrMapOvr>
    <a:masterClrMapping/>
  </p:clrMapOvr>
  <p:transition spd="med"/>
</p:sldLayout>
</file>

<file path=ppt/slideLayouts/slideLayout191.xml><?xml version="1.0" encoding="utf-8"?>
<p:sldLayout xmlns:a="http://schemas.openxmlformats.org/drawingml/2006/main" xmlns:r="http://schemas.openxmlformats.org/officeDocument/2006/relationships" xmlns:p="http://schemas.openxmlformats.org/presentationml/2006/main" showMasterSp="0" preserve="1" userDrawn="1">
  <p:cSld name="Infographic 2 column numbered list - burgundy">
    <p:bg>
      <p:bgPr>
        <a:solidFill>
          <a:srgbClr val="730B39"/>
        </a:solidFill>
        <a:effectLst/>
      </p:bgPr>
    </p:bg>
    <p:spTree>
      <p:nvGrpSpPr>
        <p:cNvPr id="1" name=""/>
        <p:cNvGrpSpPr/>
        <p:nvPr/>
      </p:nvGrpSpPr>
      <p:grpSpPr>
        <a:xfrm>
          <a:off x="0" y="0"/>
          <a:ext cx="0" cy="0"/>
          <a:chOff x="0" y="0"/>
          <a:chExt cx="0" cy="0"/>
        </a:xfrm>
      </p:grpSpPr>
      <p:sp>
        <p:nvSpPr>
          <p:cNvPr id="66" name="Slide Number"/>
          <p:cNvSpPr txBox="1">
            <a:spLocks noGrp="1"/>
          </p:cNvSpPr>
          <p:nvPr>
            <p:ph type="sldNum" sz="quarter" idx="2"/>
          </p:nvPr>
        </p:nvSpPr>
        <p:spPr>
          <a:prstGeom prst="rect">
            <a:avLst/>
          </a:prstGeom>
        </p:spPr>
        <p:txBody>
          <a:bodyPr/>
          <a:lstStyle>
            <a:lvl1pPr>
              <a:defRPr>
                <a:solidFill>
                  <a:schemeClr val="bg1"/>
                </a:solidFill>
              </a:defRPr>
            </a:lvl1pPr>
          </a:lstStyle>
          <a:p>
            <a:fld id="{86CB4B4D-7CA3-9044-876B-883B54F8677D}" type="slidenum">
              <a:rPr lang="en-GB" smtClean="0"/>
              <a:pPr/>
              <a:t>‹#›</a:t>
            </a:fld>
            <a:endParaRPr lang="en-GB"/>
          </a:p>
        </p:txBody>
      </p:sp>
      <p:sp>
        <p:nvSpPr>
          <p:cNvPr id="94" name="Text Placeholder 6">
            <a:extLst>
              <a:ext uri="{FF2B5EF4-FFF2-40B4-BE49-F238E27FC236}">
                <a16:creationId xmlns:a16="http://schemas.microsoft.com/office/drawing/2014/main" id="{81F01D7D-047F-D6EA-4DAC-517D860EDD11}"/>
              </a:ext>
            </a:extLst>
          </p:cNvPr>
          <p:cNvSpPr>
            <a:spLocks noGrp="1"/>
          </p:cNvSpPr>
          <p:nvPr>
            <p:ph type="body" sz="quarter" idx="61" hasCustomPrompt="1"/>
          </p:nvPr>
        </p:nvSpPr>
        <p:spPr>
          <a:xfrm>
            <a:off x="225157" y="944946"/>
            <a:ext cx="5006062" cy="762933"/>
          </a:xfrm>
          <a:prstGeom prst="rect">
            <a:avLst/>
          </a:prstGeom>
        </p:spPr>
        <p:txBody>
          <a:bodyPr anchor="b"/>
          <a:lstStyle>
            <a:lvl1pPr marL="0" indent="0">
              <a:lnSpc>
                <a:spcPct val="70000"/>
              </a:lnSpc>
              <a:buNone/>
              <a:defRPr sz="3750">
                <a:solidFill>
                  <a:schemeClr val="bg1"/>
                </a:solidFill>
                <a:latin typeface="+mj-lt"/>
              </a:defRPr>
            </a:lvl1pPr>
          </a:lstStyle>
          <a:p>
            <a:pPr lvl="0"/>
            <a:r>
              <a:rPr lang="en-US"/>
              <a:t>TITLE</a:t>
            </a:r>
          </a:p>
        </p:txBody>
      </p:sp>
      <p:pic>
        <p:nvPicPr>
          <p:cNvPr id="95" name="CGC logo white.png" descr="CGC logo white.png">
            <a:extLst>
              <a:ext uri="{FF2B5EF4-FFF2-40B4-BE49-F238E27FC236}">
                <a16:creationId xmlns:a16="http://schemas.microsoft.com/office/drawing/2014/main" id="{3454345D-1729-E32F-7CD3-E35C9964CEE0}"/>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285750" y="285750"/>
            <a:ext cx="1152091" cy="199818"/>
          </a:xfrm>
          <a:prstGeom prst="rect">
            <a:avLst/>
          </a:prstGeom>
          <a:ln w="12700">
            <a:miter lim="400000"/>
          </a:ln>
        </p:spPr>
      </p:pic>
      <p:sp>
        <p:nvSpPr>
          <p:cNvPr id="2" name="Text Placeholder 6">
            <a:extLst>
              <a:ext uri="{FF2B5EF4-FFF2-40B4-BE49-F238E27FC236}">
                <a16:creationId xmlns:a16="http://schemas.microsoft.com/office/drawing/2014/main" id="{506CC686-DDBC-75AD-D5DB-F22B315388E7}"/>
              </a:ext>
            </a:extLst>
          </p:cNvPr>
          <p:cNvSpPr>
            <a:spLocks noGrp="1"/>
          </p:cNvSpPr>
          <p:nvPr>
            <p:ph type="body" sz="quarter" idx="62" hasCustomPrompt="1"/>
          </p:nvPr>
        </p:nvSpPr>
        <p:spPr>
          <a:xfrm>
            <a:off x="667885" y="1966852"/>
            <a:ext cx="3123870" cy="230832"/>
          </a:xfrm>
          <a:prstGeom prst="rect">
            <a:avLst/>
          </a:prstGeom>
        </p:spPr>
        <p:txBody>
          <a:bodyPr lIns="0" tIns="0" rIns="0" bIns="0" anchor="b">
            <a:noAutofit/>
          </a:bodyPr>
          <a:lstStyle>
            <a:lvl1pPr marL="0" indent="0">
              <a:lnSpc>
                <a:spcPct val="70000"/>
              </a:lnSpc>
              <a:spcBef>
                <a:spcPts val="0"/>
              </a:spcBef>
              <a:buNone/>
              <a:defRPr sz="900">
                <a:solidFill>
                  <a:schemeClr val="bg1"/>
                </a:solidFill>
                <a:latin typeface="+mj-lt"/>
              </a:defRPr>
            </a:lvl1pPr>
          </a:lstStyle>
          <a:p>
            <a:pPr lvl="0"/>
            <a:r>
              <a:rPr lang="en-US"/>
              <a:t>TITLE</a:t>
            </a:r>
          </a:p>
        </p:txBody>
      </p:sp>
      <p:sp>
        <p:nvSpPr>
          <p:cNvPr id="3" name="Text Placeholder 14">
            <a:extLst>
              <a:ext uri="{FF2B5EF4-FFF2-40B4-BE49-F238E27FC236}">
                <a16:creationId xmlns:a16="http://schemas.microsoft.com/office/drawing/2014/main" id="{B05821F1-AFFA-6481-23EB-643C5ED69C4F}"/>
              </a:ext>
            </a:extLst>
          </p:cNvPr>
          <p:cNvSpPr>
            <a:spLocks noGrp="1"/>
          </p:cNvSpPr>
          <p:nvPr>
            <p:ph type="body" sz="quarter" idx="63" hasCustomPrompt="1"/>
          </p:nvPr>
        </p:nvSpPr>
        <p:spPr>
          <a:xfrm>
            <a:off x="671684" y="2268242"/>
            <a:ext cx="3123871" cy="489409"/>
          </a:xfrm>
        </p:spPr>
        <p:txBody>
          <a:bodyPr lIns="0" tIns="0" rIns="0" bIns="0">
            <a:noAutofit/>
          </a:bodyPr>
          <a:lstStyle>
            <a:lvl1pPr marL="0" indent="0">
              <a:lnSpc>
                <a:spcPct val="90000"/>
              </a:lnSpc>
              <a:spcBef>
                <a:spcPts val="0"/>
              </a:spcBef>
              <a:buNone/>
              <a:defRPr sz="750">
                <a:solidFill>
                  <a:schemeClr val="bg1"/>
                </a:solidFill>
              </a:defRPr>
            </a:lvl1pPr>
          </a:lstStyle>
          <a:p>
            <a:pPr lvl="0"/>
            <a:r>
              <a:rPr lang="en-US"/>
              <a:t>Text</a:t>
            </a:r>
          </a:p>
        </p:txBody>
      </p:sp>
      <p:sp>
        <p:nvSpPr>
          <p:cNvPr id="4" name="Text Placeholder 6">
            <a:extLst>
              <a:ext uri="{FF2B5EF4-FFF2-40B4-BE49-F238E27FC236}">
                <a16:creationId xmlns:a16="http://schemas.microsoft.com/office/drawing/2014/main" id="{2E5E4D1D-02C1-6DD5-7FBC-641444D10C98}"/>
              </a:ext>
            </a:extLst>
          </p:cNvPr>
          <p:cNvSpPr>
            <a:spLocks noGrp="1"/>
          </p:cNvSpPr>
          <p:nvPr>
            <p:ph type="body" sz="quarter" idx="64" hasCustomPrompt="1"/>
          </p:nvPr>
        </p:nvSpPr>
        <p:spPr>
          <a:xfrm>
            <a:off x="295798" y="2092154"/>
            <a:ext cx="262453" cy="230832"/>
          </a:xfrm>
          <a:prstGeom prst="rect">
            <a:avLst/>
          </a:prstGeom>
        </p:spPr>
        <p:txBody>
          <a:bodyPr lIns="0" tIns="0" rIns="0" bIns="0" anchor="ctr">
            <a:noAutofit/>
          </a:bodyPr>
          <a:lstStyle>
            <a:lvl1pPr marL="0" indent="0">
              <a:lnSpc>
                <a:spcPct val="70000"/>
              </a:lnSpc>
              <a:spcBef>
                <a:spcPts val="0"/>
              </a:spcBef>
              <a:buNone/>
              <a:defRPr sz="1500">
                <a:solidFill>
                  <a:schemeClr val="accent3"/>
                </a:solidFill>
                <a:latin typeface="+mj-lt"/>
              </a:defRPr>
            </a:lvl1pPr>
          </a:lstStyle>
          <a:p>
            <a:pPr lvl="0"/>
            <a:r>
              <a:rPr lang="en-US"/>
              <a:t>01</a:t>
            </a:r>
          </a:p>
        </p:txBody>
      </p:sp>
      <p:sp>
        <p:nvSpPr>
          <p:cNvPr id="5" name="Text Placeholder 6">
            <a:extLst>
              <a:ext uri="{FF2B5EF4-FFF2-40B4-BE49-F238E27FC236}">
                <a16:creationId xmlns:a16="http://schemas.microsoft.com/office/drawing/2014/main" id="{1F468A37-4BA0-272A-1998-0F01A67BA790}"/>
              </a:ext>
            </a:extLst>
          </p:cNvPr>
          <p:cNvSpPr>
            <a:spLocks noGrp="1"/>
          </p:cNvSpPr>
          <p:nvPr>
            <p:ph type="body" sz="quarter" idx="65" hasCustomPrompt="1"/>
          </p:nvPr>
        </p:nvSpPr>
        <p:spPr>
          <a:xfrm>
            <a:off x="667885" y="2710431"/>
            <a:ext cx="3123870" cy="230832"/>
          </a:xfrm>
          <a:prstGeom prst="rect">
            <a:avLst/>
          </a:prstGeom>
        </p:spPr>
        <p:txBody>
          <a:bodyPr lIns="0" tIns="0" rIns="0" bIns="0" anchor="b">
            <a:noAutofit/>
          </a:bodyPr>
          <a:lstStyle>
            <a:lvl1pPr marL="0" indent="0">
              <a:lnSpc>
                <a:spcPct val="70000"/>
              </a:lnSpc>
              <a:spcBef>
                <a:spcPts val="0"/>
              </a:spcBef>
              <a:buNone/>
              <a:defRPr sz="900">
                <a:solidFill>
                  <a:schemeClr val="bg1"/>
                </a:solidFill>
                <a:latin typeface="+mj-lt"/>
              </a:defRPr>
            </a:lvl1pPr>
          </a:lstStyle>
          <a:p>
            <a:pPr lvl="0"/>
            <a:r>
              <a:rPr lang="en-US"/>
              <a:t>TITLE</a:t>
            </a:r>
          </a:p>
        </p:txBody>
      </p:sp>
      <p:sp>
        <p:nvSpPr>
          <p:cNvPr id="6" name="Text Placeholder 14">
            <a:extLst>
              <a:ext uri="{FF2B5EF4-FFF2-40B4-BE49-F238E27FC236}">
                <a16:creationId xmlns:a16="http://schemas.microsoft.com/office/drawing/2014/main" id="{F01B6031-C48A-D19E-5ABF-E79E70F3B99C}"/>
              </a:ext>
            </a:extLst>
          </p:cNvPr>
          <p:cNvSpPr>
            <a:spLocks noGrp="1"/>
          </p:cNvSpPr>
          <p:nvPr>
            <p:ph type="body" sz="quarter" idx="66" hasCustomPrompt="1"/>
          </p:nvPr>
        </p:nvSpPr>
        <p:spPr>
          <a:xfrm>
            <a:off x="671684" y="3011821"/>
            <a:ext cx="3123871" cy="489409"/>
          </a:xfrm>
        </p:spPr>
        <p:txBody>
          <a:bodyPr lIns="0" tIns="0" rIns="0" bIns="0">
            <a:noAutofit/>
          </a:bodyPr>
          <a:lstStyle>
            <a:lvl1pPr marL="0" indent="0">
              <a:lnSpc>
                <a:spcPct val="90000"/>
              </a:lnSpc>
              <a:spcBef>
                <a:spcPts val="0"/>
              </a:spcBef>
              <a:buNone/>
              <a:defRPr sz="750">
                <a:solidFill>
                  <a:schemeClr val="bg1"/>
                </a:solidFill>
              </a:defRPr>
            </a:lvl1pPr>
          </a:lstStyle>
          <a:p>
            <a:pPr lvl="0"/>
            <a:r>
              <a:rPr lang="en-US"/>
              <a:t>Text</a:t>
            </a:r>
          </a:p>
        </p:txBody>
      </p:sp>
      <p:sp>
        <p:nvSpPr>
          <p:cNvPr id="7" name="Text Placeholder 6">
            <a:extLst>
              <a:ext uri="{FF2B5EF4-FFF2-40B4-BE49-F238E27FC236}">
                <a16:creationId xmlns:a16="http://schemas.microsoft.com/office/drawing/2014/main" id="{BCD09ACD-5F26-11BA-60C0-4AE389D9AA95}"/>
              </a:ext>
            </a:extLst>
          </p:cNvPr>
          <p:cNvSpPr>
            <a:spLocks noGrp="1"/>
          </p:cNvSpPr>
          <p:nvPr>
            <p:ph type="body" sz="quarter" idx="67" hasCustomPrompt="1"/>
          </p:nvPr>
        </p:nvSpPr>
        <p:spPr>
          <a:xfrm>
            <a:off x="295798" y="2835733"/>
            <a:ext cx="262453" cy="230832"/>
          </a:xfrm>
          <a:prstGeom prst="rect">
            <a:avLst/>
          </a:prstGeom>
        </p:spPr>
        <p:txBody>
          <a:bodyPr lIns="0" tIns="0" rIns="0" bIns="0" anchor="ctr">
            <a:noAutofit/>
          </a:bodyPr>
          <a:lstStyle>
            <a:lvl1pPr marL="0" indent="0">
              <a:lnSpc>
                <a:spcPct val="70000"/>
              </a:lnSpc>
              <a:spcBef>
                <a:spcPts val="0"/>
              </a:spcBef>
              <a:buNone/>
              <a:defRPr sz="1500">
                <a:solidFill>
                  <a:schemeClr val="accent3"/>
                </a:solidFill>
                <a:latin typeface="+mj-lt"/>
              </a:defRPr>
            </a:lvl1pPr>
          </a:lstStyle>
          <a:p>
            <a:pPr lvl="0"/>
            <a:r>
              <a:rPr lang="en-US"/>
              <a:t>01</a:t>
            </a:r>
          </a:p>
        </p:txBody>
      </p:sp>
      <p:sp>
        <p:nvSpPr>
          <p:cNvPr id="8" name="Text Placeholder 6">
            <a:extLst>
              <a:ext uri="{FF2B5EF4-FFF2-40B4-BE49-F238E27FC236}">
                <a16:creationId xmlns:a16="http://schemas.microsoft.com/office/drawing/2014/main" id="{2CF85160-79CC-A075-C57D-46214B8F3E85}"/>
              </a:ext>
            </a:extLst>
          </p:cNvPr>
          <p:cNvSpPr>
            <a:spLocks noGrp="1"/>
          </p:cNvSpPr>
          <p:nvPr>
            <p:ph type="body" sz="quarter" idx="68" hasCustomPrompt="1"/>
          </p:nvPr>
        </p:nvSpPr>
        <p:spPr>
          <a:xfrm>
            <a:off x="667885" y="3454007"/>
            <a:ext cx="3123870" cy="230832"/>
          </a:xfrm>
          <a:prstGeom prst="rect">
            <a:avLst/>
          </a:prstGeom>
        </p:spPr>
        <p:txBody>
          <a:bodyPr lIns="0" tIns="0" rIns="0" bIns="0" anchor="b">
            <a:noAutofit/>
          </a:bodyPr>
          <a:lstStyle>
            <a:lvl1pPr marL="0" indent="0">
              <a:lnSpc>
                <a:spcPct val="70000"/>
              </a:lnSpc>
              <a:spcBef>
                <a:spcPts val="0"/>
              </a:spcBef>
              <a:buNone/>
              <a:defRPr sz="900">
                <a:solidFill>
                  <a:schemeClr val="bg1"/>
                </a:solidFill>
                <a:latin typeface="+mj-lt"/>
              </a:defRPr>
            </a:lvl1pPr>
          </a:lstStyle>
          <a:p>
            <a:pPr lvl="0"/>
            <a:r>
              <a:rPr lang="en-US"/>
              <a:t>TITLE</a:t>
            </a:r>
          </a:p>
        </p:txBody>
      </p:sp>
      <p:sp>
        <p:nvSpPr>
          <p:cNvPr id="9" name="Text Placeholder 14">
            <a:extLst>
              <a:ext uri="{FF2B5EF4-FFF2-40B4-BE49-F238E27FC236}">
                <a16:creationId xmlns:a16="http://schemas.microsoft.com/office/drawing/2014/main" id="{104C8E0B-4880-D7E4-93AC-D8A158867E93}"/>
              </a:ext>
            </a:extLst>
          </p:cNvPr>
          <p:cNvSpPr>
            <a:spLocks noGrp="1"/>
          </p:cNvSpPr>
          <p:nvPr>
            <p:ph type="body" sz="quarter" idx="69" hasCustomPrompt="1"/>
          </p:nvPr>
        </p:nvSpPr>
        <p:spPr>
          <a:xfrm>
            <a:off x="671684" y="3755397"/>
            <a:ext cx="3123871" cy="489409"/>
          </a:xfrm>
        </p:spPr>
        <p:txBody>
          <a:bodyPr lIns="0" tIns="0" rIns="0" bIns="0">
            <a:noAutofit/>
          </a:bodyPr>
          <a:lstStyle>
            <a:lvl1pPr marL="0" indent="0">
              <a:lnSpc>
                <a:spcPct val="90000"/>
              </a:lnSpc>
              <a:spcBef>
                <a:spcPts val="0"/>
              </a:spcBef>
              <a:buNone/>
              <a:defRPr sz="750">
                <a:solidFill>
                  <a:schemeClr val="bg1"/>
                </a:solidFill>
              </a:defRPr>
            </a:lvl1pPr>
          </a:lstStyle>
          <a:p>
            <a:pPr lvl="0"/>
            <a:r>
              <a:rPr lang="en-US"/>
              <a:t>Text</a:t>
            </a:r>
          </a:p>
        </p:txBody>
      </p:sp>
      <p:sp>
        <p:nvSpPr>
          <p:cNvPr id="10" name="Text Placeholder 6">
            <a:extLst>
              <a:ext uri="{FF2B5EF4-FFF2-40B4-BE49-F238E27FC236}">
                <a16:creationId xmlns:a16="http://schemas.microsoft.com/office/drawing/2014/main" id="{D4B38E73-97D9-8084-7D7A-4B16687DF0FA}"/>
              </a:ext>
            </a:extLst>
          </p:cNvPr>
          <p:cNvSpPr>
            <a:spLocks noGrp="1"/>
          </p:cNvSpPr>
          <p:nvPr>
            <p:ph type="body" sz="quarter" idx="70" hasCustomPrompt="1"/>
          </p:nvPr>
        </p:nvSpPr>
        <p:spPr>
          <a:xfrm>
            <a:off x="295798" y="3579309"/>
            <a:ext cx="262453" cy="230832"/>
          </a:xfrm>
          <a:prstGeom prst="rect">
            <a:avLst/>
          </a:prstGeom>
        </p:spPr>
        <p:txBody>
          <a:bodyPr lIns="0" tIns="0" rIns="0" bIns="0" anchor="ctr">
            <a:noAutofit/>
          </a:bodyPr>
          <a:lstStyle>
            <a:lvl1pPr marL="0" indent="0">
              <a:lnSpc>
                <a:spcPct val="70000"/>
              </a:lnSpc>
              <a:spcBef>
                <a:spcPts val="0"/>
              </a:spcBef>
              <a:buNone/>
              <a:defRPr sz="1500">
                <a:solidFill>
                  <a:schemeClr val="accent3"/>
                </a:solidFill>
                <a:latin typeface="+mj-lt"/>
              </a:defRPr>
            </a:lvl1pPr>
          </a:lstStyle>
          <a:p>
            <a:pPr lvl="0"/>
            <a:r>
              <a:rPr lang="en-US"/>
              <a:t>01</a:t>
            </a:r>
          </a:p>
        </p:txBody>
      </p:sp>
      <p:sp>
        <p:nvSpPr>
          <p:cNvPr id="11" name="Text Placeholder 6">
            <a:extLst>
              <a:ext uri="{FF2B5EF4-FFF2-40B4-BE49-F238E27FC236}">
                <a16:creationId xmlns:a16="http://schemas.microsoft.com/office/drawing/2014/main" id="{AAC12E01-5705-0C06-426E-967203356B80}"/>
              </a:ext>
            </a:extLst>
          </p:cNvPr>
          <p:cNvSpPr>
            <a:spLocks noGrp="1"/>
          </p:cNvSpPr>
          <p:nvPr>
            <p:ph type="body" sz="quarter" idx="71" hasCustomPrompt="1"/>
          </p:nvPr>
        </p:nvSpPr>
        <p:spPr>
          <a:xfrm>
            <a:off x="667885" y="4197586"/>
            <a:ext cx="3123870" cy="230832"/>
          </a:xfrm>
          <a:prstGeom prst="rect">
            <a:avLst/>
          </a:prstGeom>
        </p:spPr>
        <p:txBody>
          <a:bodyPr lIns="0" tIns="0" rIns="0" bIns="0" anchor="b">
            <a:noAutofit/>
          </a:bodyPr>
          <a:lstStyle>
            <a:lvl1pPr marL="0" indent="0">
              <a:lnSpc>
                <a:spcPct val="70000"/>
              </a:lnSpc>
              <a:spcBef>
                <a:spcPts val="0"/>
              </a:spcBef>
              <a:buNone/>
              <a:defRPr sz="900">
                <a:solidFill>
                  <a:schemeClr val="bg1"/>
                </a:solidFill>
                <a:latin typeface="+mj-lt"/>
              </a:defRPr>
            </a:lvl1pPr>
          </a:lstStyle>
          <a:p>
            <a:pPr lvl="0"/>
            <a:r>
              <a:rPr lang="en-US"/>
              <a:t>TITLE</a:t>
            </a:r>
          </a:p>
        </p:txBody>
      </p:sp>
      <p:sp>
        <p:nvSpPr>
          <p:cNvPr id="12" name="Text Placeholder 14">
            <a:extLst>
              <a:ext uri="{FF2B5EF4-FFF2-40B4-BE49-F238E27FC236}">
                <a16:creationId xmlns:a16="http://schemas.microsoft.com/office/drawing/2014/main" id="{E32CA9FA-AF62-0BFB-BB4B-40879F2522F7}"/>
              </a:ext>
            </a:extLst>
          </p:cNvPr>
          <p:cNvSpPr>
            <a:spLocks noGrp="1"/>
          </p:cNvSpPr>
          <p:nvPr>
            <p:ph type="body" sz="quarter" idx="72" hasCustomPrompt="1"/>
          </p:nvPr>
        </p:nvSpPr>
        <p:spPr>
          <a:xfrm>
            <a:off x="671684" y="4498976"/>
            <a:ext cx="3123871" cy="489409"/>
          </a:xfrm>
        </p:spPr>
        <p:txBody>
          <a:bodyPr lIns="0" tIns="0" rIns="0" bIns="0">
            <a:noAutofit/>
          </a:bodyPr>
          <a:lstStyle>
            <a:lvl1pPr marL="0" indent="0">
              <a:lnSpc>
                <a:spcPct val="90000"/>
              </a:lnSpc>
              <a:spcBef>
                <a:spcPts val="0"/>
              </a:spcBef>
              <a:buNone/>
              <a:defRPr sz="750">
                <a:solidFill>
                  <a:schemeClr val="bg1"/>
                </a:solidFill>
              </a:defRPr>
            </a:lvl1pPr>
          </a:lstStyle>
          <a:p>
            <a:pPr lvl="0"/>
            <a:r>
              <a:rPr lang="en-US"/>
              <a:t>Text</a:t>
            </a:r>
          </a:p>
        </p:txBody>
      </p:sp>
      <p:sp>
        <p:nvSpPr>
          <p:cNvPr id="13" name="Text Placeholder 6">
            <a:extLst>
              <a:ext uri="{FF2B5EF4-FFF2-40B4-BE49-F238E27FC236}">
                <a16:creationId xmlns:a16="http://schemas.microsoft.com/office/drawing/2014/main" id="{DEFF9F22-CFF2-14C4-2AFE-6B83A908EDB9}"/>
              </a:ext>
            </a:extLst>
          </p:cNvPr>
          <p:cNvSpPr>
            <a:spLocks noGrp="1"/>
          </p:cNvSpPr>
          <p:nvPr>
            <p:ph type="body" sz="quarter" idx="73" hasCustomPrompt="1"/>
          </p:nvPr>
        </p:nvSpPr>
        <p:spPr>
          <a:xfrm>
            <a:off x="295798" y="4322888"/>
            <a:ext cx="262453" cy="230832"/>
          </a:xfrm>
          <a:prstGeom prst="rect">
            <a:avLst/>
          </a:prstGeom>
        </p:spPr>
        <p:txBody>
          <a:bodyPr lIns="0" tIns="0" rIns="0" bIns="0" anchor="ctr">
            <a:noAutofit/>
          </a:bodyPr>
          <a:lstStyle>
            <a:lvl1pPr marL="0" indent="0">
              <a:lnSpc>
                <a:spcPct val="70000"/>
              </a:lnSpc>
              <a:spcBef>
                <a:spcPts val="0"/>
              </a:spcBef>
              <a:buNone/>
              <a:defRPr sz="1500">
                <a:solidFill>
                  <a:schemeClr val="accent3"/>
                </a:solidFill>
                <a:latin typeface="+mj-lt"/>
              </a:defRPr>
            </a:lvl1pPr>
          </a:lstStyle>
          <a:p>
            <a:pPr lvl="0"/>
            <a:r>
              <a:rPr lang="en-US"/>
              <a:t>01</a:t>
            </a:r>
          </a:p>
        </p:txBody>
      </p:sp>
      <p:sp>
        <p:nvSpPr>
          <p:cNvPr id="14" name="Text Placeholder 6">
            <a:extLst>
              <a:ext uri="{FF2B5EF4-FFF2-40B4-BE49-F238E27FC236}">
                <a16:creationId xmlns:a16="http://schemas.microsoft.com/office/drawing/2014/main" id="{95C82BE2-5B07-6660-05E9-8B6FF168553E}"/>
              </a:ext>
            </a:extLst>
          </p:cNvPr>
          <p:cNvSpPr>
            <a:spLocks noGrp="1"/>
          </p:cNvSpPr>
          <p:nvPr>
            <p:ph type="body" sz="quarter" idx="74" hasCustomPrompt="1"/>
          </p:nvPr>
        </p:nvSpPr>
        <p:spPr>
          <a:xfrm>
            <a:off x="4948482" y="1966852"/>
            <a:ext cx="3123870" cy="230832"/>
          </a:xfrm>
          <a:prstGeom prst="rect">
            <a:avLst/>
          </a:prstGeom>
        </p:spPr>
        <p:txBody>
          <a:bodyPr lIns="0" tIns="0" rIns="0" bIns="0" anchor="b">
            <a:noAutofit/>
          </a:bodyPr>
          <a:lstStyle>
            <a:lvl1pPr marL="0" indent="0">
              <a:lnSpc>
                <a:spcPct val="70000"/>
              </a:lnSpc>
              <a:spcBef>
                <a:spcPts val="0"/>
              </a:spcBef>
              <a:buNone/>
              <a:defRPr sz="900">
                <a:solidFill>
                  <a:schemeClr val="bg1"/>
                </a:solidFill>
                <a:latin typeface="+mj-lt"/>
              </a:defRPr>
            </a:lvl1pPr>
          </a:lstStyle>
          <a:p>
            <a:pPr lvl="0"/>
            <a:r>
              <a:rPr lang="en-US"/>
              <a:t>TITLE</a:t>
            </a:r>
          </a:p>
        </p:txBody>
      </p:sp>
      <p:sp>
        <p:nvSpPr>
          <p:cNvPr id="15" name="Text Placeholder 14">
            <a:extLst>
              <a:ext uri="{FF2B5EF4-FFF2-40B4-BE49-F238E27FC236}">
                <a16:creationId xmlns:a16="http://schemas.microsoft.com/office/drawing/2014/main" id="{4E325912-9CBE-C769-89CB-6647FAD5FC42}"/>
              </a:ext>
            </a:extLst>
          </p:cNvPr>
          <p:cNvSpPr>
            <a:spLocks noGrp="1"/>
          </p:cNvSpPr>
          <p:nvPr>
            <p:ph type="body" sz="quarter" idx="75" hasCustomPrompt="1"/>
          </p:nvPr>
        </p:nvSpPr>
        <p:spPr>
          <a:xfrm>
            <a:off x="4952281" y="2268242"/>
            <a:ext cx="3123871" cy="489409"/>
          </a:xfrm>
        </p:spPr>
        <p:txBody>
          <a:bodyPr lIns="0" tIns="0" rIns="0" bIns="0">
            <a:noAutofit/>
          </a:bodyPr>
          <a:lstStyle>
            <a:lvl1pPr marL="0" indent="0">
              <a:lnSpc>
                <a:spcPct val="90000"/>
              </a:lnSpc>
              <a:spcBef>
                <a:spcPts val="0"/>
              </a:spcBef>
              <a:buNone/>
              <a:defRPr sz="750">
                <a:solidFill>
                  <a:schemeClr val="bg1"/>
                </a:solidFill>
              </a:defRPr>
            </a:lvl1pPr>
          </a:lstStyle>
          <a:p>
            <a:pPr lvl="0"/>
            <a:r>
              <a:rPr lang="en-US"/>
              <a:t>Text</a:t>
            </a:r>
          </a:p>
        </p:txBody>
      </p:sp>
      <p:sp>
        <p:nvSpPr>
          <p:cNvPr id="16" name="Text Placeholder 6">
            <a:extLst>
              <a:ext uri="{FF2B5EF4-FFF2-40B4-BE49-F238E27FC236}">
                <a16:creationId xmlns:a16="http://schemas.microsoft.com/office/drawing/2014/main" id="{2482D16C-9421-F486-36A7-DBCD5FEB08CF}"/>
              </a:ext>
            </a:extLst>
          </p:cNvPr>
          <p:cNvSpPr>
            <a:spLocks noGrp="1"/>
          </p:cNvSpPr>
          <p:nvPr>
            <p:ph type="body" sz="quarter" idx="76" hasCustomPrompt="1"/>
          </p:nvPr>
        </p:nvSpPr>
        <p:spPr>
          <a:xfrm>
            <a:off x="4576395" y="2092154"/>
            <a:ext cx="262453" cy="230832"/>
          </a:xfrm>
          <a:prstGeom prst="rect">
            <a:avLst/>
          </a:prstGeom>
        </p:spPr>
        <p:txBody>
          <a:bodyPr lIns="0" tIns="0" rIns="0" bIns="0" anchor="ctr">
            <a:noAutofit/>
          </a:bodyPr>
          <a:lstStyle>
            <a:lvl1pPr marL="0" indent="0">
              <a:lnSpc>
                <a:spcPct val="70000"/>
              </a:lnSpc>
              <a:spcBef>
                <a:spcPts val="0"/>
              </a:spcBef>
              <a:buNone/>
              <a:defRPr sz="1500">
                <a:solidFill>
                  <a:schemeClr val="accent3"/>
                </a:solidFill>
                <a:latin typeface="+mj-lt"/>
              </a:defRPr>
            </a:lvl1pPr>
          </a:lstStyle>
          <a:p>
            <a:pPr lvl="0"/>
            <a:r>
              <a:rPr lang="en-US"/>
              <a:t>01</a:t>
            </a:r>
          </a:p>
        </p:txBody>
      </p:sp>
      <p:sp>
        <p:nvSpPr>
          <p:cNvPr id="17" name="Text Placeholder 6">
            <a:extLst>
              <a:ext uri="{FF2B5EF4-FFF2-40B4-BE49-F238E27FC236}">
                <a16:creationId xmlns:a16="http://schemas.microsoft.com/office/drawing/2014/main" id="{992B895E-1CD3-9102-2E71-BB4485EF0A54}"/>
              </a:ext>
            </a:extLst>
          </p:cNvPr>
          <p:cNvSpPr>
            <a:spLocks noGrp="1"/>
          </p:cNvSpPr>
          <p:nvPr>
            <p:ph type="body" sz="quarter" idx="77" hasCustomPrompt="1"/>
          </p:nvPr>
        </p:nvSpPr>
        <p:spPr>
          <a:xfrm>
            <a:off x="4948482" y="2710431"/>
            <a:ext cx="3123870" cy="230832"/>
          </a:xfrm>
          <a:prstGeom prst="rect">
            <a:avLst/>
          </a:prstGeom>
        </p:spPr>
        <p:txBody>
          <a:bodyPr lIns="0" tIns="0" rIns="0" bIns="0" anchor="b">
            <a:noAutofit/>
          </a:bodyPr>
          <a:lstStyle>
            <a:lvl1pPr marL="0" indent="0">
              <a:lnSpc>
                <a:spcPct val="70000"/>
              </a:lnSpc>
              <a:spcBef>
                <a:spcPts val="0"/>
              </a:spcBef>
              <a:buNone/>
              <a:defRPr sz="900">
                <a:solidFill>
                  <a:schemeClr val="bg1"/>
                </a:solidFill>
                <a:latin typeface="+mj-lt"/>
              </a:defRPr>
            </a:lvl1pPr>
          </a:lstStyle>
          <a:p>
            <a:pPr lvl="0"/>
            <a:r>
              <a:rPr lang="en-US"/>
              <a:t>TITLE</a:t>
            </a:r>
          </a:p>
        </p:txBody>
      </p:sp>
      <p:sp>
        <p:nvSpPr>
          <p:cNvPr id="18" name="Text Placeholder 14">
            <a:extLst>
              <a:ext uri="{FF2B5EF4-FFF2-40B4-BE49-F238E27FC236}">
                <a16:creationId xmlns:a16="http://schemas.microsoft.com/office/drawing/2014/main" id="{22B67C45-DAC5-4901-BEB4-311BF92716D8}"/>
              </a:ext>
            </a:extLst>
          </p:cNvPr>
          <p:cNvSpPr>
            <a:spLocks noGrp="1"/>
          </p:cNvSpPr>
          <p:nvPr>
            <p:ph type="body" sz="quarter" idx="78" hasCustomPrompt="1"/>
          </p:nvPr>
        </p:nvSpPr>
        <p:spPr>
          <a:xfrm>
            <a:off x="4952281" y="3011821"/>
            <a:ext cx="3123871" cy="489409"/>
          </a:xfrm>
        </p:spPr>
        <p:txBody>
          <a:bodyPr lIns="0" tIns="0" rIns="0" bIns="0">
            <a:noAutofit/>
          </a:bodyPr>
          <a:lstStyle>
            <a:lvl1pPr marL="0" indent="0">
              <a:lnSpc>
                <a:spcPct val="90000"/>
              </a:lnSpc>
              <a:spcBef>
                <a:spcPts val="0"/>
              </a:spcBef>
              <a:buNone/>
              <a:defRPr sz="750">
                <a:solidFill>
                  <a:schemeClr val="bg1"/>
                </a:solidFill>
              </a:defRPr>
            </a:lvl1pPr>
          </a:lstStyle>
          <a:p>
            <a:pPr lvl="0"/>
            <a:r>
              <a:rPr lang="en-US"/>
              <a:t>Text</a:t>
            </a:r>
          </a:p>
        </p:txBody>
      </p:sp>
      <p:sp>
        <p:nvSpPr>
          <p:cNvPr id="19" name="Text Placeholder 6">
            <a:extLst>
              <a:ext uri="{FF2B5EF4-FFF2-40B4-BE49-F238E27FC236}">
                <a16:creationId xmlns:a16="http://schemas.microsoft.com/office/drawing/2014/main" id="{BE17DC96-35DB-8DDB-C639-60639EC3CFE7}"/>
              </a:ext>
            </a:extLst>
          </p:cNvPr>
          <p:cNvSpPr>
            <a:spLocks noGrp="1"/>
          </p:cNvSpPr>
          <p:nvPr>
            <p:ph type="body" sz="quarter" idx="79" hasCustomPrompt="1"/>
          </p:nvPr>
        </p:nvSpPr>
        <p:spPr>
          <a:xfrm>
            <a:off x="4576395" y="2835733"/>
            <a:ext cx="262453" cy="230832"/>
          </a:xfrm>
          <a:prstGeom prst="rect">
            <a:avLst/>
          </a:prstGeom>
        </p:spPr>
        <p:txBody>
          <a:bodyPr lIns="0" tIns="0" rIns="0" bIns="0" anchor="ctr">
            <a:noAutofit/>
          </a:bodyPr>
          <a:lstStyle>
            <a:lvl1pPr marL="0" indent="0">
              <a:lnSpc>
                <a:spcPct val="70000"/>
              </a:lnSpc>
              <a:spcBef>
                <a:spcPts val="0"/>
              </a:spcBef>
              <a:buNone/>
              <a:defRPr sz="1500">
                <a:solidFill>
                  <a:schemeClr val="accent3"/>
                </a:solidFill>
                <a:latin typeface="+mj-lt"/>
              </a:defRPr>
            </a:lvl1pPr>
          </a:lstStyle>
          <a:p>
            <a:pPr lvl="0"/>
            <a:r>
              <a:rPr lang="en-US"/>
              <a:t>01</a:t>
            </a:r>
          </a:p>
        </p:txBody>
      </p:sp>
      <p:sp>
        <p:nvSpPr>
          <p:cNvPr id="23" name="Text Placeholder 6">
            <a:extLst>
              <a:ext uri="{FF2B5EF4-FFF2-40B4-BE49-F238E27FC236}">
                <a16:creationId xmlns:a16="http://schemas.microsoft.com/office/drawing/2014/main" id="{106252CA-B64B-E228-9A4D-528B96B30F2C}"/>
              </a:ext>
            </a:extLst>
          </p:cNvPr>
          <p:cNvSpPr>
            <a:spLocks noGrp="1"/>
          </p:cNvSpPr>
          <p:nvPr>
            <p:ph type="body" sz="quarter" idx="80" hasCustomPrompt="1"/>
          </p:nvPr>
        </p:nvSpPr>
        <p:spPr>
          <a:xfrm>
            <a:off x="4948482" y="3454007"/>
            <a:ext cx="3123870" cy="230832"/>
          </a:xfrm>
          <a:prstGeom prst="rect">
            <a:avLst/>
          </a:prstGeom>
        </p:spPr>
        <p:txBody>
          <a:bodyPr lIns="0" tIns="0" rIns="0" bIns="0" anchor="b">
            <a:noAutofit/>
          </a:bodyPr>
          <a:lstStyle>
            <a:lvl1pPr marL="0" indent="0">
              <a:lnSpc>
                <a:spcPct val="70000"/>
              </a:lnSpc>
              <a:spcBef>
                <a:spcPts val="0"/>
              </a:spcBef>
              <a:buNone/>
              <a:defRPr sz="900">
                <a:solidFill>
                  <a:schemeClr val="bg1"/>
                </a:solidFill>
                <a:latin typeface="+mj-lt"/>
              </a:defRPr>
            </a:lvl1pPr>
          </a:lstStyle>
          <a:p>
            <a:pPr lvl="0"/>
            <a:r>
              <a:rPr lang="en-US"/>
              <a:t>TITLE</a:t>
            </a:r>
          </a:p>
        </p:txBody>
      </p:sp>
      <p:sp>
        <p:nvSpPr>
          <p:cNvPr id="24" name="Text Placeholder 14">
            <a:extLst>
              <a:ext uri="{FF2B5EF4-FFF2-40B4-BE49-F238E27FC236}">
                <a16:creationId xmlns:a16="http://schemas.microsoft.com/office/drawing/2014/main" id="{F9149F5F-F802-2FFE-23E2-C08979B9C86C}"/>
              </a:ext>
            </a:extLst>
          </p:cNvPr>
          <p:cNvSpPr>
            <a:spLocks noGrp="1"/>
          </p:cNvSpPr>
          <p:nvPr>
            <p:ph type="body" sz="quarter" idx="81" hasCustomPrompt="1"/>
          </p:nvPr>
        </p:nvSpPr>
        <p:spPr>
          <a:xfrm>
            <a:off x="4952281" y="3755397"/>
            <a:ext cx="3123871" cy="489409"/>
          </a:xfrm>
        </p:spPr>
        <p:txBody>
          <a:bodyPr lIns="0" tIns="0" rIns="0" bIns="0">
            <a:noAutofit/>
          </a:bodyPr>
          <a:lstStyle>
            <a:lvl1pPr marL="0" indent="0">
              <a:lnSpc>
                <a:spcPct val="90000"/>
              </a:lnSpc>
              <a:spcBef>
                <a:spcPts val="0"/>
              </a:spcBef>
              <a:buNone/>
              <a:defRPr sz="750">
                <a:solidFill>
                  <a:schemeClr val="bg1"/>
                </a:solidFill>
              </a:defRPr>
            </a:lvl1pPr>
          </a:lstStyle>
          <a:p>
            <a:pPr lvl="0"/>
            <a:r>
              <a:rPr lang="en-US"/>
              <a:t>Text</a:t>
            </a:r>
          </a:p>
        </p:txBody>
      </p:sp>
      <p:sp>
        <p:nvSpPr>
          <p:cNvPr id="25" name="Text Placeholder 6">
            <a:extLst>
              <a:ext uri="{FF2B5EF4-FFF2-40B4-BE49-F238E27FC236}">
                <a16:creationId xmlns:a16="http://schemas.microsoft.com/office/drawing/2014/main" id="{41A95FAF-B2E5-A8CB-28AF-D8CBFFC2D1E1}"/>
              </a:ext>
            </a:extLst>
          </p:cNvPr>
          <p:cNvSpPr>
            <a:spLocks noGrp="1"/>
          </p:cNvSpPr>
          <p:nvPr>
            <p:ph type="body" sz="quarter" idx="82" hasCustomPrompt="1"/>
          </p:nvPr>
        </p:nvSpPr>
        <p:spPr>
          <a:xfrm>
            <a:off x="4576395" y="3579309"/>
            <a:ext cx="262453" cy="230832"/>
          </a:xfrm>
          <a:prstGeom prst="rect">
            <a:avLst/>
          </a:prstGeom>
        </p:spPr>
        <p:txBody>
          <a:bodyPr lIns="0" tIns="0" rIns="0" bIns="0" anchor="ctr">
            <a:noAutofit/>
          </a:bodyPr>
          <a:lstStyle>
            <a:lvl1pPr marL="0" indent="0">
              <a:lnSpc>
                <a:spcPct val="70000"/>
              </a:lnSpc>
              <a:spcBef>
                <a:spcPts val="0"/>
              </a:spcBef>
              <a:buNone/>
              <a:defRPr sz="1500">
                <a:solidFill>
                  <a:schemeClr val="accent3"/>
                </a:solidFill>
                <a:latin typeface="+mj-lt"/>
              </a:defRPr>
            </a:lvl1pPr>
          </a:lstStyle>
          <a:p>
            <a:pPr lvl="0"/>
            <a:r>
              <a:rPr lang="en-US"/>
              <a:t>01</a:t>
            </a:r>
          </a:p>
        </p:txBody>
      </p:sp>
      <p:sp>
        <p:nvSpPr>
          <p:cNvPr id="26" name="Text Placeholder 6">
            <a:extLst>
              <a:ext uri="{FF2B5EF4-FFF2-40B4-BE49-F238E27FC236}">
                <a16:creationId xmlns:a16="http://schemas.microsoft.com/office/drawing/2014/main" id="{25F26B71-E91A-4FAE-849C-86231C76CFC2}"/>
              </a:ext>
            </a:extLst>
          </p:cNvPr>
          <p:cNvSpPr>
            <a:spLocks noGrp="1"/>
          </p:cNvSpPr>
          <p:nvPr>
            <p:ph type="body" sz="quarter" idx="83" hasCustomPrompt="1"/>
          </p:nvPr>
        </p:nvSpPr>
        <p:spPr>
          <a:xfrm>
            <a:off x="4948482" y="4197586"/>
            <a:ext cx="3123870" cy="230832"/>
          </a:xfrm>
          <a:prstGeom prst="rect">
            <a:avLst/>
          </a:prstGeom>
        </p:spPr>
        <p:txBody>
          <a:bodyPr lIns="0" tIns="0" rIns="0" bIns="0" anchor="b">
            <a:noAutofit/>
          </a:bodyPr>
          <a:lstStyle>
            <a:lvl1pPr marL="0" indent="0">
              <a:lnSpc>
                <a:spcPct val="70000"/>
              </a:lnSpc>
              <a:spcBef>
                <a:spcPts val="0"/>
              </a:spcBef>
              <a:buNone/>
              <a:defRPr sz="900">
                <a:solidFill>
                  <a:schemeClr val="bg1"/>
                </a:solidFill>
                <a:latin typeface="+mj-lt"/>
              </a:defRPr>
            </a:lvl1pPr>
          </a:lstStyle>
          <a:p>
            <a:pPr lvl="0"/>
            <a:r>
              <a:rPr lang="en-US"/>
              <a:t>TITLE</a:t>
            </a:r>
          </a:p>
        </p:txBody>
      </p:sp>
      <p:sp>
        <p:nvSpPr>
          <p:cNvPr id="27" name="Text Placeholder 14">
            <a:extLst>
              <a:ext uri="{FF2B5EF4-FFF2-40B4-BE49-F238E27FC236}">
                <a16:creationId xmlns:a16="http://schemas.microsoft.com/office/drawing/2014/main" id="{D9E9DA1E-1E27-63B2-16E5-E07C71BC992E}"/>
              </a:ext>
            </a:extLst>
          </p:cNvPr>
          <p:cNvSpPr>
            <a:spLocks noGrp="1"/>
          </p:cNvSpPr>
          <p:nvPr>
            <p:ph type="body" sz="quarter" idx="84" hasCustomPrompt="1"/>
          </p:nvPr>
        </p:nvSpPr>
        <p:spPr>
          <a:xfrm>
            <a:off x="4952281" y="4498976"/>
            <a:ext cx="3123871" cy="489409"/>
          </a:xfrm>
        </p:spPr>
        <p:txBody>
          <a:bodyPr lIns="0" tIns="0" rIns="0" bIns="0">
            <a:noAutofit/>
          </a:bodyPr>
          <a:lstStyle>
            <a:lvl1pPr marL="0" indent="0">
              <a:lnSpc>
                <a:spcPct val="90000"/>
              </a:lnSpc>
              <a:spcBef>
                <a:spcPts val="0"/>
              </a:spcBef>
              <a:buNone/>
              <a:defRPr sz="750">
                <a:solidFill>
                  <a:schemeClr val="bg1"/>
                </a:solidFill>
              </a:defRPr>
            </a:lvl1pPr>
          </a:lstStyle>
          <a:p>
            <a:pPr lvl="0"/>
            <a:r>
              <a:rPr lang="en-US"/>
              <a:t>Text</a:t>
            </a:r>
          </a:p>
        </p:txBody>
      </p:sp>
      <p:sp>
        <p:nvSpPr>
          <p:cNvPr id="28" name="Text Placeholder 6">
            <a:extLst>
              <a:ext uri="{FF2B5EF4-FFF2-40B4-BE49-F238E27FC236}">
                <a16:creationId xmlns:a16="http://schemas.microsoft.com/office/drawing/2014/main" id="{B6786EAD-D440-35AC-96A0-0F0DB8C2B639}"/>
              </a:ext>
            </a:extLst>
          </p:cNvPr>
          <p:cNvSpPr>
            <a:spLocks noGrp="1"/>
          </p:cNvSpPr>
          <p:nvPr>
            <p:ph type="body" sz="quarter" idx="85" hasCustomPrompt="1"/>
          </p:nvPr>
        </p:nvSpPr>
        <p:spPr>
          <a:xfrm>
            <a:off x="4576395" y="4322888"/>
            <a:ext cx="262453" cy="230832"/>
          </a:xfrm>
          <a:prstGeom prst="rect">
            <a:avLst/>
          </a:prstGeom>
        </p:spPr>
        <p:txBody>
          <a:bodyPr lIns="0" tIns="0" rIns="0" bIns="0" anchor="ctr">
            <a:noAutofit/>
          </a:bodyPr>
          <a:lstStyle>
            <a:lvl1pPr marL="0" indent="0">
              <a:lnSpc>
                <a:spcPct val="70000"/>
              </a:lnSpc>
              <a:spcBef>
                <a:spcPts val="0"/>
              </a:spcBef>
              <a:buNone/>
              <a:defRPr sz="1500">
                <a:solidFill>
                  <a:schemeClr val="accent3"/>
                </a:solidFill>
                <a:latin typeface="+mj-lt"/>
              </a:defRPr>
            </a:lvl1pPr>
          </a:lstStyle>
          <a:p>
            <a:pPr lvl="0"/>
            <a:r>
              <a:rPr lang="en-US"/>
              <a:t>01</a:t>
            </a:r>
          </a:p>
        </p:txBody>
      </p:sp>
    </p:spTree>
    <p:extLst>
      <p:ext uri="{BB962C8B-B14F-4D97-AF65-F5344CB8AC3E}">
        <p14:creationId xmlns:p14="http://schemas.microsoft.com/office/powerpoint/2010/main" val="2736256384"/>
      </p:ext>
    </p:extLst>
  </p:cSld>
  <p:clrMapOvr>
    <a:masterClrMapping/>
  </p:clrMapOvr>
  <p:transition spd="med"/>
</p:sldLayout>
</file>

<file path=ppt/slideLayouts/slideLayout192.xml><?xml version="1.0" encoding="utf-8"?>
<p:sldLayout xmlns:a="http://schemas.openxmlformats.org/drawingml/2006/main" xmlns:r="http://schemas.openxmlformats.org/officeDocument/2006/relationships" xmlns:p="http://schemas.openxmlformats.org/presentationml/2006/main" showMasterSp="0" preserve="1" userDrawn="1">
  <p:cSld name="3 column title, text">
    <p:bg>
      <p:bgPr>
        <a:solidFill>
          <a:srgbClr val="0143FD"/>
        </a:solidFill>
        <a:effectLst/>
      </p:bgPr>
    </p:bg>
    <p:spTree>
      <p:nvGrpSpPr>
        <p:cNvPr id="1" name=""/>
        <p:cNvGrpSpPr/>
        <p:nvPr/>
      </p:nvGrpSpPr>
      <p:grpSpPr>
        <a:xfrm>
          <a:off x="0" y="0"/>
          <a:ext cx="0" cy="0"/>
          <a:chOff x="0" y="0"/>
          <a:chExt cx="0" cy="0"/>
        </a:xfrm>
      </p:grpSpPr>
      <p:sp>
        <p:nvSpPr>
          <p:cNvPr id="66" name="Slide Number"/>
          <p:cNvSpPr txBox="1">
            <a:spLocks noGrp="1"/>
          </p:cNvSpPr>
          <p:nvPr>
            <p:ph type="sldNum" sz="quarter" idx="2"/>
          </p:nvPr>
        </p:nvSpPr>
        <p:spPr>
          <a:prstGeom prst="rect">
            <a:avLst/>
          </a:prstGeom>
        </p:spPr>
        <p:txBody>
          <a:bodyPr/>
          <a:lstStyle>
            <a:lvl1pPr>
              <a:defRPr>
                <a:solidFill>
                  <a:schemeClr val="bg1"/>
                </a:solidFill>
              </a:defRPr>
            </a:lvl1pPr>
          </a:lstStyle>
          <a:p>
            <a:fld id="{86CB4B4D-7CA3-9044-876B-883B54F8677D}" type="slidenum">
              <a:rPr lang="en-GB" smtClean="0"/>
              <a:pPr/>
              <a:t>‹#›</a:t>
            </a:fld>
            <a:endParaRPr lang="en-GB"/>
          </a:p>
        </p:txBody>
      </p:sp>
      <p:pic>
        <p:nvPicPr>
          <p:cNvPr id="95" name="CGC logo white.png" descr="CGC logo white.png">
            <a:extLst>
              <a:ext uri="{FF2B5EF4-FFF2-40B4-BE49-F238E27FC236}">
                <a16:creationId xmlns:a16="http://schemas.microsoft.com/office/drawing/2014/main" id="{3454345D-1729-E32F-7CD3-E35C9964CEE0}"/>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285750" y="285750"/>
            <a:ext cx="1152091" cy="199818"/>
          </a:xfrm>
          <a:prstGeom prst="rect">
            <a:avLst/>
          </a:prstGeom>
          <a:ln w="12700">
            <a:miter lim="400000"/>
          </a:ln>
        </p:spPr>
      </p:pic>
      <p:sp>
        <p:nvSpPr>
          <p:cNvPr id="14" name="Text Placeholder 6">
            <a:extLst>
              <a:ext uri="{FF2B5EF4-FFF2-40B4-BE49-F238E27FC236}">
                <a16:creationId xmlns:a16="http://schemas.microsoft.com/office/drawing/2014/main" id="{0C72EF2F-0D2F-4A88-EC22-9809E5C8290E}"/>
              </a:ext>
            </a:extLst>
          </p:cNvPr>
          <p:cNvSpPr>
            <a:spLocks noGrp="1"/>
          </p:cNvSpPr>
          <p:nvPr>
            <p:ph type="body" sz="quarter" idx="49" hasCustomPrompt="1"/>
          </p:nvPr>
        </p:nvSpPr>
        <p:spPr>
          <a:xfrm>
            <a:off x="3593805" y="2358263"/>
            <a:ext cx="1593042" cy="230832"/>
          </a:xfrm>
          <a:prstGeom prst="rect">
            <a:avLst/>
          </a:prstGeom>
        </p:spPr>
        <p:txBody>
          <a:bodyPr lIns="0" tIns="0" rIns="0" bIns="0" anchor="b">
            <a:noAutofit/>
          </a:bodyPr>
          <a:lstStyle>
            <a:lvl1pPr marL="0" indent="0">
              <a:lnSpc>
                <a:spcPct val="70000"/>
              </a:lnSpc>
              <a:spcBef>
                <a:spcPts val="0"/>
              </a:spcBef>
              <a:buNone/>
              <a:defRPr sz="900">
                <a:solidFill>
                  <a:schemeClr val="bg1"/>
                </a:solidFill>
                <a:latin typeface="+mj-lt"/>
              </a:defRPr>
            </a:lvl1pPr>
          </a:lstStyle>
          <a:p>
            <a:pPr lvl="0"/>
            <a:r>
              <a:rPr lang="en-US"/>
              <a:t>TITLE</a:t>
            </a:r>
          </a:p>
        </p:txBody>
      </p:sp>
      <p:sp>
        <p:nvSpPr>
          <p:cNvPr id="15" name="Text Placeholder 14">
            <a:extLst>
              <a:ext uri="{FF2B5EF4-FFF2-40B4-BE49-F238E27FC236}">
                <a16:creationId xmlns:a16="http://schemas.microsoft.com/office/drawing/2014/main" id="{8229BE70-D84A-D11C-7F1B-251DC16DC88F}"/>
              </a:ext>
            </a:extLst>
          </p:cNvPr>
          <p:cNvSpPr>
            <a:spLocks noGrp="1"/>
          </p:cNvSpPr>
          <p:nvPr>
            <p:ph type="body" sz="quarter" idx="50" hasCustomPrompt="1"/>
          </p:nvPr>
        </p:nvSpPr>
        <p:spPr>
          <a:xfrm>
            <a:off x="3593805" y="2657840"/>
            <a:ext cx="1593043" cy="837699"/>
          </a:xfrm>
        </p:spPr>
        <p:txBody>
          <a:bodyPr lIns="0" tIns="0" rIns="0" bIns="0">
            <a:noAutofit/>
          </a:bodyPr>
          <a:lstStyle>
            <a:lvl1pPr marL="0" indent="0">
              <a:lnSpc>
                <a:spcPct val="90000"/>
              </a:lnSpc>
              <a:spcBef>
                <a:spcPts val="0"/>
              </a:spcBef>
              <a:buNone/>
              <a:defRPr sz="750">
                <a:solidFill>
                  <a:schemeClr val="bg1"/>
                </a:solidFill>
              </a:defRPr>
            </a:lvl1pPr>
          </a:lstStyle>
          <a:p>
            <a:pPr lvl="0"/>
            <a:r>
              <a:rPr lang="en-US"/>
              <a:t>Text</a:t>
            </a:r>
          </a:p>
        </p:txBody>
      </p:sp>
      <p:sp>
        <p:nvSpPr>
          <p:cNvPr id="2" name="Text Placeholder 6">
            <a:extLst>
              <a:ext uri="{FF2B5EF4-FFF2-40B4-BE49-F238E27FC236}">
                <a16:creationId xmlns:a16="http://schemas.microsoft.com/office/drawing/2014/main" id="{17117240-481C-C702-C8E5-958C2BCCE96C}"/>
              </a:ext>
            </a:extLst>
          </p:cNvPr>
          <p:cNvSpPr>
            <a:spLocks noGrp="1"/>
          </p:cNvSpPr>
          <p:nvPr>
            <p:ph type="body" sz="quarter" idx="61" hasCustomPrompt="1"/>
          </p:nvPr>
        </p:nvSpPr>
        <p:spPr>
          <a:xfrm>
            <a:off x="5412556" y="2358263"/>
            <a:ext cx="1593042" cy="230832"/>
          </a:xfrm>
          <a:prstGeom prst="rect">
            <a:avLst/>
          </a:prstGeom>
        </p:spPr>
        <p:txBody>
          <a:bodyPr lIns="0" tIns="0" rIns="0" bIns="0" anchor="b">
            <a:noAutofit/>
          </a:bodyPr>
          <a:lstStyle>
            <a:lvl1pPr marL="0" indent="0">
              <a:lnSpc>
                <a:spcPct val="70000"/>
              </a:lnSpc>
              <a:spcBef>
                <a:spcPts val="0"/>
              </a:spcBef>
              <a:buNone/>
              <a:defRPr sz="900">
                <a:solidFill>
                  <a:schemeClr val="bg1"/>
                </a:solidFill>
                <a:latin typeface="+mj-lt"/>
              </a:defRPr>
            </a:lvl1pPr>
          </a:lstStyle>
          <a:p>
            <a:pPr lvl="0"/>
            <a:r>
              <a:rPr lang="en-US"/>
              <a:t>TITLE</a:t>
            </a:r>
          </a:p>
        </p:txBody>
      </p:sp>
      <p:sp>
        <p:nvSpPr>
          <p:cNvPr id="3" name="Text Placeholder 14">
            <a:extLst>
              <a:ext uri="{FF2B5EF4-FFF2-40B4-BE49-F238E27FC236}">
                <a16:creationId xmlns:a16="http://schemas.microsoft.com/office/drawing/2014/main" id="{9441C1A2-4018-858E-C997-5E2B0F03E71E}"/>
              </a:ext>
            </a:extLst>
          </p:cNvPr>
          <p:cNvSpPr>
            <a:spLocks noGrp="1"/>
          </p:cNvSpPr>
          <p:nvPr>
            <p:ph type="body" sz="quarter" idx="62" hasCustomPrompt="1"/>
          </p:nvPr>
        </p:nvSpPr>
        <p:spPr>
          <a:xfrm>
            <a:off x="5412556" y="2657840"/>
            <a:ext cx="1593043" cy="837699"/>
          </a:xfrm>
        </p:spPr>
        <p:txBody>
          <a:bodyPr lIns="0" tIns="0" rIns="0" bIns="0">
            <a:noAutofit/>
          </a:bodyPr>
          <a:lstStyle>
            <a:lvl1pPr marL="0" indent="0">
              <a:lnSpc>
                <a:spcPct val="90000"/>
              </a:lnSpc>
              <a:spcBef>
                <a:spcPts val="0"/>
              </a:spcBef>
              <a:buNone/>
              <a:defRPr sz="750">
                <a:solidFill>
                  <a:schemeClr val="bg1"/>
                </a:solidFill>
              </a:defRPr>
            </a:lvl1pPr>
          </a:lstStyle>
          <a:p>
            <a:pPr lvl="0"/>
            <a:r>
              <a:rPr lang="en-US"/>
              <a:t>Text</a:t>
            </a:r>
          </a:p>
        </p:txBody>
      </p:sp>
      <p:sp>
        <p:nvSpPr>
          <p:cNvPr id="4" name="Text Placeholder 6">
            <a:extLst>
              <a:ext uri="{FF2B5EF4-FFF2-40B4-BE49-F238E27FC236}">
                <a16:creationId xmlns:a16="http://schemas.microsoft.com/office/drawing/2014/main" id="{C568F11C-75E8-2082-E53D-726C4078D89C}"/>
              </a:ext>
            </a:extLst>
          </p:cNvPr>
          <p:cNvSpPr>
            <a:spLocks noGrp="1"/>
          </p:cNvSpPr>
          <p:nvPr>
            <p:ph type="body" sz="quarter" idx="63" hasCustomPrompt="1"/>
          </p:nvPr>
        </p:nvSpPr>
        <p:spPr>
          <a:xfrm>
            <a:off x="7231308" y="2358263"/>
            <a:ext cx="1593042" cy="230832"/>
          </a:xfrm>
          <a:prstGeom prst="rect">
            <a:avLst/>
          </a:prstGeom>
        </p:spPr>
        <p:txBody>
          <a:bodyPr lIns="0" tIns="0" rIns="0" bIns="0" anchor="b">
            <a:noAutofit/>
          </a:bodyPr>
          <a:lstStyle>
            <a:lvl1pPr marL="0" indent="0">
              <a:lnSpc>
                <a:spcPct val="70000"/>
              </a:lnSpc>
              <a:spcBef>
                <a:spcPts val="0"/>
              </a:spcBef>
              <a:buNone/>
              <a:defRPr sz="900">
                <a:solidFill>
                  <a:schemeClr val="bg1"/>
                </a:solidFill>
                <a:latin typeface="+mj-lt"/>
              </a:defRPr>
            </a:lvl1pPr>
          </a:lstStyle>
          <a:p>
            <a:pPr lvl="0"/>
            <a:r>
              <a:rPr lang="en-US"/>
              <a:t>TITLE</a:t>
            </a:r>
          </a:p>
        </p:txBody>
      </p:sp>
      <p:sp>
        <p:nvSpPr>
          <p:cNvPr id="5" name="Text Placeholder 14">
            <a:extLst>
              <a:ext uri="{FF2B5EF4-FFF2-40B4-BE49-F238E27FC236}">
                <a16:creationId xmlns:a16="http://schemas.microsoft.com/office/drawing/2014/main" id="{47C803ED-75D2-F3FD-1962-D9AC65FBBDC6}"/>
              </a:ext>
            </a:extLst>
          </p:cNvPr>
          <p:cNvSpPr>
            <a:spLocks noGrp="1"/>
          </p:cNvSpPr>
          <p:nvPr>
            <p:ph type="body" sz="quarter" idx="64" hasCustomPrompt="1"/>
          </p:nvPr>
        </p:nvSpPr>
        <p:spPr>
          <a:xfrm>
            <a:off x="7231308" y="2657840"/>
            <a:ext cx="1593043" cy="837699"/>
          </a:xfrm>
        </p:spPr>
        <p:txBody>
          <a:bodyPr lIns="0" tIns="0" rIns="0" bIns="0">
            <a:noAutofit/>
          </a:bodyPr>
          <a:lstStyle>
            <a:lvl1pPr marL="0" indent="0">
              <a:lnSpc>
                <a:spcPct val="90000"/>
              </a:lnSpc>
              <a:spcBef>
                <a:spcPts val="0"/>
              </a:spcBef>
              <a:buNone/>
              <a:defRPr sz="750">
                <a:solidFill>
                  <a:schemeClr val="bg1"/>
                </a:solidFill>
              </a:defRPr>
            </a:lvl1pPr>
          </a:lstStyle>
          <a:p>
            <a:pPr lvl="0"/>
            <a:r>
              <a:rPr lang="en-US"/>
              <a:t>Text</a:t>
            </a:r>
          </a:p>
        </p:txBody>
      </p:sp>
      <p:sp>
        <p:nvSpPr>
          <p:cNvPr id="6" name="Text Placeholder 6">
            <a:extLst>
              <a:ext uri="{FF2B5EF4-FFF2-40B4-BE49-F238E27FC236}">
                <a16:creationId xmlns:a16="http://schemas.microsoft.com/office/drawing/2014/main" id="{0E2B5618-5A15-916D-CBC6-5EA2DE9CD000}"/>
              </a:ext>
            </a:extLst>
          </p:cNvPr>
          <p:cNvSpPr>
            <a:spLocks noGrp="1"/>
          </p:cNvSpPr>
          <p:nvPr>
            <p:ph type="body" sz="quarter" idx="65" hasCustomPrompt="1"/>
          </p:nvPr>
        </p:nvSpPr>
        <p:spPr>
          <a:xfrm>
            <a:off x="3593805" y="3554017"/>
            <a:ext cx="1593042" cy="230832"/>
          </a:xfrm>
          <a:prstGeom prst="rect">
            <a:avLst/>
          </a:prstGeom>
        </p:spPr>
        <p:txBody>
          <a:bodyPr lIns="0" tIns="0" rIns="0" bIns="0" anchor="b">
            <a:noAutofit/>
          </a:bodyPr>
          <a:lstStyle>
            <a:lvl1pPr marL="0" indent="0">
              <a:lnSpc>
                <a:spcPct val="70000"/>
              </a:lnSpc>
              <a:spcBef>
                <a:spcPts val="0"/>
              </a:spcBef>
              <a:buNone/>
              <a:defRPr sz="900">
                <a:solidFill>
                  <a:schemeClr val="bg1"/>
                </a:solidFill>
                <a:latin typeface="+mj-lt"/>
              </a:defRPr>
            </a:lvl1pPr>
          </a:lstStyle>
          <a:p>
            <a:pPr lvl="0"/>
            <a:r>
              <a:rPr lang="en-US"/>
              <a:t>TITLE</a:t>
            </a:r>
          </a:p>
        </p:txBody>
      </p:sp>
      <p:sp>
        <p:nvSpPr>
          <p:cNvPr id="7" name="Text Placeholder 14">
            <a:extLst>
              <a:ext uri="{FF2B5EF4-FFF2-40B4-BE49-F238E27FC236}">
                <a16:creationId xmlns:a16="http://schemas.microsoft.com/office/drawing/2014/main" id="{351A5847-9470-42D4-3E44-07F7366F4461}"/>
              </a:ext>
            </a:extLst>
          </p:cNvPr>
          <p:cNvSpPr>
            <a:spLocks noGrp="1"/>
          </p:cNvSpPr>
          <p:nvPr>
            <p:ph type="body" sz="quarter" idx="66" hasCustomPrompt="1"/>
          </p:nvPr>
        </p:nvSpPr>
        <p:spPr>
          <a:xfrm>
            <a:off x="3593805" y="3853594"/>
            <a:ext cx="1593043" cy="837699"/>
          </a:xfrm>
        </p:spPr>
        <p:txBody>
          <a:bodyPr lIns="0" tIns="0" rIns="0" bIns="0">
            <a:noAutofit/>
          </a:bodyPr>
          <a:lstStyle>
            <a:lvl1pPr marL="0" indent="0">
              <a:lnSpc>
                <a:spcPct val="90000"/>
              </a:lnSpc>
              <a:spcBef>
                <a:spcPts val="0"/>
              </a:spcBef>
              <a:buNone/>
              <a:defRPr sz="750">
                <a:solidFill>
                  <a:schemeClr val="bg1"/>
                </a:solidFill>
              </a:defRPr>
            </a:lvl1pPr>
          </a:lstStyle>
          <a:p>
            <a:pPr lvl="0"/>
            <a:r>
              <a:rPr lang="en-US"/>
              <a:t>Text</a:t>
            </a:r>
          </a:p>
        </p:txBody>
      </p:sp>
      <p:sp>
        <p:nvSpPr>
          <p:cNvPr id="8" name="Text Placeholder 6">
            <a:extLst>
              <a:ext uri="{FF2B5EF4-FFF2-40B4-BE49-F238E27FC236}">
                <a16:creationId xmlns:a16="http://schemas.microsoft.com/office/drawing/2014/main" id="{92669F90-BFD6-C658-1848-C471F0039FA5}"/>
              </a:ext>
            </a:extLst>
          </p:cNvPr>
          <p:cNvSpPr>
            <a:spLocks noGrp="1"/>
          </p:cNvSpPr>
          <p:nvPr>
            <p:ph type="body" sz="quarter" idx="67" hasCustomPrompt="1"/>
          </p:nvPr>
        </p:nvSpPr>
        <p:spPr>
          <a:xfrm>
            <a:off x="5412556" y="3554017"/>
            <a:ext cx="1593042" cy="230832"/>
          </a:xfrm>
          <a:prstGeom prst="rect">
            <a:avLst/>
          </a:prstGeom>
        </p:spPr>
        <p:txBody>
          <a:bodyPr lIns="0" tIns="0" rIns="0" bIns="0" anchor="b">
            <a:noAutofit/>
          </a:bodyPr>
          <a:lstStyle>
            <a:lvl1pPr marL="0" indent="0">
              <a:lnSpc>
                <a:spcPct val="70000"/>
              </a:lnSpc>
              <a:spcBef>
                <a:spcPts val="0"/>
              </a:spcBef>
              <a:buNone/>
              <a:defRPr sz="900">
                <a:solidFill>
                  <a:schemeClr val="bg1"/>
                </a:solidFill>
                <a:latin typeface="+mj-lt"/>
              </a:defRPr>
            </a:lvl1pPr>
          </a:lstStyle>
          <a:p>
            <a:pPr lvl="0"/>
            <a:r>
              <a:rPr lang="en-US"/>
              <a:t>TITLE</a:t>
            </a:r>
          </a:p>
        </p:txBody>
      </p:sp>
      <p:sp>
        <p:nvSpPr>
          <p:cNvPr id="9" name="Text Placeholder 14">
            <a:extLst>
              <a:ext uri="{FF2B5EF4-FFF2-40B4-BE49-F238E27FC236}">
                <a16:creationId xmlns:a16="http://schemas.microsoft.com/office/drawing/2014/main" id="{8606901C-57F3-79BA-BD61-D722172412A2}"/>
              </a:ext>
            </a:extLst>
          </p:cNvPr>
          <p:cNvSpPr>
            <a:spLocks noGrp="1"/>
          </p:cNvSpPr>
          <p:nvPr>
            <p:ph type="body" sz="quarter" idx="68" hasCustomPrompt="1"/>
          </p:nvPr>
        </p:nvSpPr>
        <p:spPr>
          <a:xfrm>
            <a:off x="5412556" y="3853594"/>
            <a:ext cx="1593043" cy="837699"/>
          </a:xfrm>
        </p:spPr>
        <p:txBody>
          <a:bodyPr lIns="0" tIns="0" rIns="0" bIns="0">
            <a:noAutofit/>
          </a:bodyPr>
          <a:lstStyle>
            <a:lvl1pPr marL="0" indent="0">
              <a:lnSpc>
                <a:spcPct val="90000"/>
              </a:lnSpc>
              <a:spcBef>
                <a:spcPts val="0"/>
              </a:spcBef>
              <a:buNone/>
              <a:defRPr sz="750">
                <a:solidFill>
                  <a:schemeClr val="bg1"/>
                </a:solidFill>
              </a:defRPr>
            </a:lvl1pPr>
          </a:lstStyle>
          <a:p>
            <a:pPr lvl="0"/>
            <a:r>
              <a:rPr lang="en-US"/>
              <a:t>Text</a:t>
            </a:r>
          </a:p>
        </p:txBody>
      </p:sp>
      <p:sp>
        <p:nvSpPr>
          <p:cNvPr id="10" name="Text Placeholder 6">
            <a:extLst>
              <a:ext uri="{FF2B5EF4-FFF2-40B4-BE49-F238E27FC236}">
                <a16:creationId xmlns:a16="http://schemas.microsoft.com/office/drawing/2014/main" id="{E363AB9C-7BCA-BC5B-C0A6-478D3C74400D}"/>
              </a:ext>
            </a:extLst>
          </p:cNvPr>
          <p:cNvSpPr>
            <a:spLocks noGrp="1"/>
          </p:cNvSpPr>
          <p:nvPr>
            <p:ph type="body" sz="quarter" idx="69" hasCustomPrompt="1"/>
          </p:nvPr>
        </p:nvSpPr>
        <p:spPr>
          <a:xfrm>
            <a:off x="7231308" y="3554017"/>
            <a:ext cx="1593042" cy="230832"/>
          </a:xfrm>
          <a:prstGeom prst="rect">
            <a:avLst/>
          </a:prstGeom>
        </p:spPr>
        <p:txBody>
          <a:bodyPr lIns="0" tIns="0" rIns="0" bIns="0" anchor="b">
            <a:noAutofit/>
          </a:bodyPr>
          <a:lstStyle>
            <a:lvl1pPr marL="0" indent="0">
              <a:lnSpc>
                <a:spcPct val="70000"/>
              </a:lnSpc>
              <a:spcBef>
                <a:spcPts val="0"/>
              </a:spcBef>
              <a:buNone/>
              <a:defRPr sz="900">
                <a:solidFill>
                  <a:schemeClr val="bg1"/>
                </a:solidFill>
                <a:latin typeface="+mj-lt"/>
              </a:defRPr>
            </a:lvl1pPr>
          </a:lstStyle>
          <a:p>
            <a:pPr lvl="0"/>
            <a:r>
              <a:rPr lang="en-US"/>
              <a:t>TITLE</a:t>
            </a:r>
          </a:p>
        </p:txBody>
      </p:sp>
      <p:sp>
        <p:nvSpPr>
          <p:cNvPr id="11" name="Text Placeholder 14">
            <a:extLst>
              <a:ext uri="{FF2B5EF4-FFF2-40B4-BE49-F238E27FC236}">
                <a16:creationId xmlns:a16="http://schemas.microsoft.com/office/drawing/2014/main" id="{BC85E92F-3044-961D-D7C7-E27F468499A4}"/>
              </a:ext>
            </a:extLst>
          </p:cNvPr>
          <p:cNvSpPr>
            <a:spLocks noGrp="1"/>
          </p:cNvSpPr>
          <p:nvPr>
            <p:ph type="body" sz="quarter" idx="70" hasCustomPrompt="1"/>
          </p:nvPr>
        </p:nvSpPr>
        <p:spPr>
          <a:xfrm>
            <a:off x="7231308" y="3853594"/>
            <a:ext cx="1593043" cy="837699"/>
          </a:xfrm>
        </p:spPr>
        <p:txBody>
          <a:bodyPr lIns="0" tIns="0" rIns="0" bIns="0">
            <a:noAutofit/>
          </a:bodyPr>
          <a:lstStyle>
            <a:lvl1pPr marL="0" indent="0">
              <a:lnSpc>
                <a:spcPct val="90000"/>
              </a:lnSpc>
              <a:spcBef>
                <a:spcPts val="0"/>
              </a:spcBef>
              <a:buNone/>
              <a:defRPr sz="750">
                <a:solidFill>
                  <a:schemeClr val="bg1"/>
                </a:solidFill>
              </a:defRPr>
            </a:lvl1pPr>
          </a:lstStyle>
          <a:p>
            <a:pPr lvl="0"/>
            <a:r>
              <a:rPr lang="en-US"/>
              <a:t>Text</a:t>
            </a:r>
          </a:p>
        </p:txBody>
      </p:sp>
    </p:spTree>
    <p:extLst>
      <p:ext uri="{BB962C8B-B14F-4D97-AF65-F5344CB8AC3E}">
        <p14:creationId xmlns:p14="http://schemas.microsoft.com/office/powerpoint/2010/main" val="3110751383"/>
      </p:ext>
    </p:extLst>
  </p:cSld>
  <p:clrMapOvr>
    <a:masterClrMapping/>
  </p:clrMapOvr>
  <p:transition spd="med"/>
</p:sldLayout>
</file>

<file path=ppt/slideLayouts/slideLayout193.xml><?xml version="1.0" encoding="utf-8"?>
<p:sldLayout xmlns:a="http://schemas.openxmlformats.org/drawingml/2006/main" xmlns:r="http://schemas.openxmlformats.org/officeDocument/2006/relationships" xmlns:p="http://schemas.openxmlformats.org/presentationml/2006/main" showMasterSp="0" preserve="1" userDrawn="1">
  <p:cSld name="Image &amp; content subhead - dark">
    <p:bg>
      <p:bgPr>
        <a:solidFill>
          <a:srgbClr val="0F2240"/>
        </a:solidFill>
        <a:effectLst/>
      </p:bgPr>
    </p:bg>
    <p:spTree>
      <p:nvGrpSpPr>
        <p:cNvPr id="1" name=""/>
        <p:cNvGrpSpPr/>
        <p:nvPr/>
      </p:nvGrpSpPr>
      <p:grpSpPr>
        <a:xfrm>
          <a:off x="0" y="0"/>
          <a:ext cx="0" cy="0"/>
          <a:chOff x="0" y="0"/>
          <a:chExt cx="0" cy="0"/>
        </a:xfrm>
      </p:grpSpPr>
      <p:sp>
        <p:nvSpPr>
          <p:cNvPr id="66" name="Slide Number"/>
          <p:cNvSpPr txBox="1">
            <a:spLocks noGrp="1"/>
          </p:cNvSpPr>
          <p:nvPr>
            <p:ph type="sldNum" sz="quarter" idx="2"/>
          </p:nvPr>
        </p:nvSpPr>
        <p:spPr>
          <a:prstGeom prst="rect">
            <a:avLst/>
          </a:prstGeom>
        </p:spPr>
        <p:txBody>
          <a:bodyPr/>
          <a:lstStyle>
            <a:lvl1pPr>
              <a:defRPr>
                <a:solidFill>
                  <a:srgbClr val="FDFAF2"/>
                </a:solidFill>
              </a:defRPr>
            </a:lvl1pPr>
          </a:lstStyle>
          <a:p>
            <a:fld id="{86CB4B4D-7CA3-9044-876B-883B54F8677D}" type="slidenum">
              <a:rPr lang="en-GB" smtClean="0"/>
              <a:pPr/>
              <a:t>‹#›</a:t>
            </a:fld>
            <a:endParaRPr lang="en-GB"/>
          </a:p>
        </p:txBody>
      </p:sp>
      <p:pic>
        <p:nvPicPr>
          <p:cNvPr id="15" name="CGC logo white.png" descr="CGC logo white.png">
            <a:extLst>
              <a:ext uri="{FF2B5EF4-FFF2-40B4-BE49-F238E27FC236}">
                <a16:creationId xmlns:a16="http://schemas.microsoft.com/office/drawing/2014/main" id="{D935F029-D9A4-B9A6-51F4-12FA11B2A4EA}"/>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285750" y="285750"/>
            <a:ext cx="1152091" cy="199818"/>
          </a:xfrm>
          <a:prstGeom prst="rect">
            <a:avLst/>
          </a:prstGeom>
          <a:ln w="12700">
            <a:miter lim="400000"/>
          </a:ln>
        </p:spPr>
      </p:pic>
      <p:grpSp>
        <p:nvGrpSpPr>
          <p:cNvPr id="7" name="Group">
            <a:extLst>
              <a:ext uri="{FF2B5EF4-FFF2-40B4-BE49-F238E27FC236}">
                <a16:creationId xmlns:a16="http://schemas.microsoft.com/office/drawing/2014/main" id="{1724632D-460E-0D0C-1426-B5761083A665}"/>
              </a:ext>
            </a:extLst>
          </p:cNvPr>
          <p:cNvGrpSpPr/>
          <p:nvPr/>
        </p:nvGrpSpPr>
        <p:grpSpPr>
          <a:xfrm>
            <a:off x="5505079" y="1894873"/>
            <a:ext cx="3329212" cy="2448654"/>
            <a:chOff x="0" y="0"/>
            <a:chExt cx="8877897" cy="6529740"/>
          </a:xfrm>
        </p:grpSpPr>
        <p:sp>
          <p:nvSpPr>
            <p:cNvPr id="9" name="Oval">
              <a:extLst>
                <a:ext uri="{FF2B5EF4-FFF2-40B4-BE49-F238E27FC236}">
                  <a16:creationId xmlns:a16="http://schemas.microsoft.com/office/drawing/2014/main" id="{37E80937-2F08-F001-DAD7-E7E2F4503E40}"/>
                </a:ext>
              </a:extLst>
            </p:cNvPr>
            <p:cNvSpPr/>
            <p:nvPr/>
          </p:nvSpPr>
          <p:spPr>
            <a:xfrm>
              <a:off x="3259869" y="-1"/>
              <a:ext cx="5618029" cy="6529742"/>
            </a:xfrm>
            <a:prstGeom prst="ellipse">
              <a:avLst/>
            </a:prstGeom>
            <a:solidFill>
              <a:srgbClr val="E7E69F"/>
            </a:solidFill>
            <a:ln w="12700" cap="flat">
              <a:noFill/>
              <a:miter lim="400000"/>
            </a:ln>
            <a:effectLst/>
          </p:spPr>
          <p:txBody>
            <a:bodyPr wrap="square" lIns="19050" tIns="19050" rIns="19050" bIns="19050" numCol="1" anchor="ctr">
              <a:noAutofit/>
            </a:bodyPr>
            <a:lstStyle/>
            <a:p>
              <a:pPr algn="ctr" defTabSz="309563">
                <a:lnSpc>
                  <a:spcPct val="120000"/>
                </a:lnSpc>
                <a:spcBef>
                  <a:spcPts val="0"/>
                </a:spcBef>
                <a:defRPr cap="all">
                  <a:solidFill>
                    <a:srgbClr val="FFFFFF"/>
                  </a:solidFill>
                  <a:latin typeface="Proxima Nova Extrabold"/>
                  <a:ea typeface="Proxima Nova Extrabold"/>
                  <a:cs typeface="Proxima Nova Extrabold"/>
                  <a:sym typeface="Proxima Nova Extrabold"/>
                </a:defRPr>
              </a:pPr>
              <a:endParaRPr sz="422"/>
            </a:p>
          </p:txBody>
        </p:sp>
        <p:sp>
          <p:nvSpPr>
            <p:cNvPr id="10" name="Rectangle">
              <a:extLst>
                <a:ext uri="{FF2B5EF4-FFF2-40B4-BE49-F238E27FC236}">
                  <a16:creationId xmlns:a16="http://schemas.microsoft.com/office/drawing/2014/main" id="{311DB79B-D896-562A-9776-75A163E88821}"/>
                </a:ext>
              </a:extLst>
            </p:cNvPr>
            <p:cNvSpPr/>
            <p:nvPr/>
          </p:nvSpPr>
          <p:spPr>
            <a:xfrm>
              <a:off x="0" y="0"/>
              <a:ext cx="6178466" cy="6529741"/>
            </a:xfrm>
            <a:prstGeom prst="rect">
              <a:avLst/>
            </a:prstGeom>
            <a:solidFill>
              <a:srgbClr val="E7E69F"/>
            </a:solidFill>
            <a:ln w="12700" cap="flat">
              <a:noFill/>
              <a:miter lim="400000"/>
            </a:ln>
            <a:effectLst/>
          </p:spPr>
          <p:txBody>
            <a:bodyPr wrap="square" lIns="19050" tIns="19050" rIns="19050" bIns="19050" numCol="1" anchor="ctr">
              <a:noAutofit/>
            </a:bodyPr>
            <a:lstStyle/>
            <a:p>
              <a:pPr algn="ctr" defTabSz="309563">
                <a:lnSpc>
                  <a:spcPct val="120000"/>
                </a:lnSpc>
                <a:spcBef>
                  <a:spcPts val="0"/>
                </a:spcBef>
                <a:defRPr cap="all">
                  <a:solidFill>
                    <a:srgbClr val="FFFFFF"/>
                  </a:solidFill>
                  <a:latin typeface="Proxima Nova Extrabold"/>
                  <a:ea typeface="Proxima Nova Extrabold"/>
                  <a:cs typeface="Proxima Nova Extrabold"/>
                  <a:sym typeface="Proxima Nova Extrabold"/>
                </a:defRPr>
              </a:pPr>
              <a:endParaRPr sz="422"/>
            </a:p>
          </p:txBody>
        </p:sp>
      </p:grpSp>
      <p:sp>
        <p:nvSpPr>
          <p:cNvPr id="23" name="Picture Placeholder 7">
            <a:extLst>
              <a:ext uri="{FF2B5EF4-FFF2-40B4-BE49-F238E27FC236}">
                <a16:creationId xmlns:a16="http://schemas.microsoft.com/office/drawing/2014/main" id="{879C9CCE-1706-1A0B-75B2-2FA437CCBA93}"/>
              </a:ext>
            </a:extLst>
          </p:cNvPr>
          <p:cNvSpPr>
            <a:spLocks noGrp="1"/>
          </p:cNvSpPr>
          <p:nvPr>
            <p:ph type="pic" sz="quarter" idx="14"/>
          </p:nvPr>
        </p:nvSpPr>
        <p:spPr>
          <a:xfrm>
            <a:off x="5796541" y="1241513"/>
            <a:ext cx="2244627" cy="2857668"/>
          </a:xfrm>
          <a:prstGeom prst="rect">
            <a:avLst/>
          </a:prstGeom>
          <a:effectLst>
            <a:softEdge rad="101600"/>
          </a:effectLst>
        </p:spPr>
        <p:txBody>
          <a:bodyPr/>
          <a:lstStyle/>
          <a:p>
            <a:endParaRPr lang="en-US"/>
          </a:p>
        </p:txBody>
      </p:sp>
      <p:sp>
        <p:nvSpPr>
          <p:cNvPr id="27" name="Text Placeholder 6">
            <a:extLst>
              <a:ext uri="{FF2B5EF4-FFF2-40B4-BE49-F238E27FC236}">
                <a16:creationId xmlns:a16="http://schemas.microsoft.com/office/drawing/2014/main" id="{636A2ABD-9208-DF7E-1325-5D7AE93DD5AF}"/>
              </a:ext>
            </a:extLst>
          </p:cNvPr>
          <p:cNvSpPr>
            <a:spLocks noGrp="1"/>
          </p:cNvSpPr>
          <p:nvPr>
            <p:ph type="body" sz="quarter" idx="61" hasCustomPrompt="1"/>
          </p:nvPr>
        </p:nvSpPr>
        <p:spPr>
          <a:xfrm>
            <a:off x="623278" y="1152260"/>
            <a:ext cx="4316609" cy="762933"/>
          </a:xfrm>
          <a:prstGeom prst="rect">
            <a:avLst/>
          </a:prstGeom>
        </p:spPr>
        <p:txBody>
          <a:bodyPr lIns="0" tIns="0" rIns="0" bIns="0" anchor="b">
            <a:noAutofit/>
          </a:bodyPr>
          <a:lstStyle>
            <a:lvl1pPr marL="0" indent="0">
              <a:lnSpc>
                <a:spcPct val="70000"/>
              </a:lnSpc>
              <a:buNone/>
              <a:defRPr sz="3750">
                <a:solidFill>
                  <a:schemeClr val="bg1"/>
                </a:solidFill>
                <a:latin typeface="+mj-lt"/>
              </a:defRPr>
            </a:lvl1pPr>
          </a:lstStyle>
          <a:p>
            <a:pPr lvl="0"/>
            <a:r>
              <a:rPr lang="en-US"/>
              <a:t>TITLE</a:t>
            </a:r>
          </a:p>
        </p:txBody>
      </p:sp>
      <p:sp>
        <p:nvSpPr>
          <p:cNvPr id="28" name="Text Placeholder 6">
            <a:extLst>
              <a:ext uri="{FF2B5EF4-FFF2-40B4-BE49-F238E27FC236}">
                <a16:creationId xmlns:a16="http://schemas.microsoft.com/office/drawing/2014/main" id="{88A6E011-62F1-CAA1-19DF-65800375A704}"/>
              </a:ext>
            </a:extLst>
          </p:cNvPr>
          <p:cNvSpPr>
            <a:spLocks noGrp="1"/>
          </p:cNvSpPr>
          <p:nvPr>
            <p:ph type="body" sz="quarter" idx="22" hasCustomPrompt="1"/>
          </p:nvPr>
        </p:nvSpPr>
        <p:spPr>
          <a:xfrm>
            <a:off x="621116" y="2098069"/>
            <a:ext cx="3920233" cy="230832"/>
          </a:xfrm>
          <a:prstGeom prst="rect">
            <a:avLst/>
          </a:prstGeom>
        </p:spPr>
        <p:txBody>
          <a:bodyPr lIns="0" tIns="0" rIns="0" bIns="0" anchor="b">
            <a:noAutofit/>
          </a:bodyPr>
          <a:lstStyle>
            <a:lvl1pPr marL="0" indent="0">
              <a:lnSpc>
                <a:spcPct val="70000"/>
              </a:lnSpc>
              <a:spcBef>
                <a:spcPts val="0"/>
              </a:spcBef>
              <a:buNone/>
              <a:defRPr sz="1200">
                <a:solidFill>
                  <a:schemeClr val="accent3"/>
                </a:solidFill>
                <a:latin typeface="+mj-lt"/>
              </a:defRPr>
            </a:lvl1pPr>
          </a:lstStyle>
          <a:p>
            <a:pPr lvl="0"/>
            <a:r>
              <a:rPr lang="en-US"/>
              <a:t>TITLE</a:t>
            </a:r>
          </a:p>
        </p:txBody>
      </p:sp>
      <p:sp>
        <p:nvSpPr>
          <p:cNvPr id="33" name="Text Placeholder 14">
            <a:extLst>
              <a:ext uri="{FF2B5EF4-FFF2-40B4-BE49-F238E27FC236}">
                <a16:creationId xmlns:a16="http://schemas.microsoft.com/office/drawing/2014/main" id="{273108AE-2BA1-C871-6193-DB85A891F1E3}"/>
              </a:ext>
            </a:extLst>
          </p:cNvPr>
          <p:cNvSpPr>
            <a:spLocks noGrp="1"/>
          </p:cNvSpPr>
          <p:nvPr>
            <p:ph type="body" sz="quarter" idx="23" hasCustomPrompt="1"/>
          </p:nvPr>
        </p:nvSpPr>
        <p:spPr>
          <a:xfrm>
            <a:off x="623312" y="2345610"/>
            <a:ext cx="3920234" cy="300083"/>
          </a:xfrm>
        </p:spPr>
        <p:txBody>
          <a:bodyPr lIns="0" tIns="0" rIns="0" bIns="0">
            <a:noAutofit/>
          </a:bodyPr>
          <a:lstStyle>
            <a:lvl1pPr marL="0" indent="0">
              <a:lnSpc>
                <a:spcPct val="90000"/>
              </a:lnSpc>
              <a:spcBef>
                <a:spcPts val="0"/>
              </a:spcBef>
              <a:buNone/>
              <a:defRPr sz="750">
                <a:solidFill>
                  <a:schemeClr val="bg1"/>
                </a:solidFill>
              </a:defRPr>
            </a:lvl1pPr>
          </a:lstStyle>
          <a:p>
            <a:pPr lvl="0"/>
            <a:r>
              <a:rPr lang="en-US"/>
              <a:t>Text</a:t>
            </a:r>
          </a:p>
        </p:txBody>
      </p:sp>
      <p:sp>
        <p:nvSpPr>
          <p:cNvPr id="25" name="Text Placeholder 6">
            <a:extLst>
              <a:ext uri="{FF2B5EF4-FFF2-40B4-BE49-F238E27FC236}">
                <a16:creationId xmlns:a16="http://schemas.microsoft.com/office/drawing/2014/main" id="{13AA9CA2-85C4-CF46-4C30-25F103EDB2EC}"/>
              </a:ext>
            </a:extLst>
          </p:cNvPr>
          <p:cNvSpPr>
            <a:spLocks noGrp="1"/>
          </p:cNvSpPr>
          <p:nvPr>
            <p:ph type="body" sz="quarter" idx="62" hasCustomPrompt="1"/>
          </p:nvPr>
        </p:nvSpPr>
        <p:spPr>
          <a:xfrm>
            <a:off x="621116" y="2585749"/>
            <a:ext cx="3920233" cy="230832"/>
          </a:xfrm>
          <a:prstGeom prst="rect">
            <a:avLst/>
          </a:prstGeom>
        </p:spPr>
        <p:txBody>
          <a:bodyPr lIns="0" tIns="0" rIns="0" bIns="0" anchor="b">
            <a:noAutofit/>
          </a:bodyPr>
          <a:lstStyle>
            <a:lvl1pPr marL="0" indent="0">
              <a:lnSpc>
                <a:spcPct val="70000"/>
              </a:lnSpc>
              <a:spcBef>
                <a:spcPts val="0"/>
              </a:spcBef>
              <a:buNone/>
              <a:defRPr sz="1200">
                <a:solidFill>
                  <a:schemeClr val="accent3"/>
                </a:solidFill>
                <a:latin typeface="+mj-lt"/>
              </a:defRPr>
            </a:lvl1pPr>
          </a:lstStyle>
          <a:p>
            <a:pPr lvl="0"/>
            <a:r>
              <a:rPr lang="en-US"/>
              <a:t>TITLE</a:t>
            </a:r>
          </a:p>
        </p:txBody>
      </p:sp>
      <p:sp>
        <p:nvSpPr>
          <p:cNvPr id="26" name="Text Placeholder 14">
            <a:extLst>
              <a:ext uri="{FF2B5EF4-FFF2-40B4-BE49-F238E27FC236}">
                <a16:creationId xmlns:a16="http://schemas.microsoft.com/office/drawing/2014/main" id="{052CF0BD-6B7B-6AC7-E2A6-A1D600E6C907}"/>
              </a:ext>
            </a:extLst>
          </p:cNvPr>
          <p:cNvSpPr>
            <a:spLocks noGrp="1"/>
          </p:cNvSpPr>
          <p:nvPr>
            <p:ph type="body" sz="quarter" idx="63" hasCustomPrompt="1"/>
          </p:nvPr>
        </p:nvSpPr>
        <p:spPr>
          <a:xfrm>
            <a:off x="623312" y="2833290"/>
            <a:ext cx="3920234" cy="300083"/>
          </a:xfrm>
        </p:spPr>
        <p:txBody>
          <a:bodyPr lIns="0" tIns="0" rIns="0" bIns="0">
            <a:noAutofit/>
          </a:bodyPr>
          <a:lstStyle>
            <a:lvl1pPr marL="0" indent="0">
              <a:lnSpc>
                <a:spcPct val="90000"/>
              </a:lnSpc>
              <a:spcBef>
                <a:spcPts val="0"/>
              </a:spcBef>
              <a:buNone/>
              <a:defRPr sz="750">
                <a:solidFill>
                  <a:schemeClr val="bg1"/>
                </a:solidFill>
              </a:defRPr>
            </a:lvl1pPr>
          </a:lstStyle>
          <a:p>
            <a:pPr lvl="0"/>
            <a:r>
              <a:rPr lang="en-US"/>
              <a:t>Text</a:t>
            </a:r>
          </a:p>
        </p:txBody>
      </p:sp>
      <p:sp>
        <p:nvSpPr>
          <p:cNvPr id="29" name="Text Placeholder 6">
            <a:extLst>
              <a:ext uri="{FF2B5EF4-FFF2-40B4-BE49-F238E27FC236}">
                <a16:creationId xmlns:a16="http://schemas.microsoft.com/office/drawing/2014/main" id="{8005BD20-98E8-28E7-5515-95C8E5A116EE}"/>
              </a:ext>
            </a:extLst>
          </p:cNvPr>
          <p:cNvSpPr>
            <a:spLocks noGrp="1"/>
          </p:cNvSpPr>
          <p:nvPr>
            <p:ph type="body" sz="quarter" idx="64" hasCustomPrompt="1"/>
          </p:nvPr>
        </p:nvSpPr>
        <p:spPr>
          <a:xfrm>
            <a:off x="621116" y="3087200"/>
            <a:ext cx="3920233" cy="230832"/>
          </a:xfrm>
          <a:prstGeom prst="rect">
            <a:avLst/>
          </a:prstGeom>
        </p:spPr>
        <p:txBody>
          <a:bodyPr lIns="0" tIns="0" rIns="0" bIns="0" anchor="b">
            <a:noAutofit/>
          </a:bodyPr>
          <a:lstStyle>
            <a:lvl1pPr marL="0" indent="0">
              <a:lnSpc>
                <a:spcPct val="70000"/>
              </a:lnSpc>
              <a:spcBef>
                <a:spcPts val="0"/>
              </a:spcBef>
              <a:buNone/>
              <a:defRPr sz="1200">
                <a:solidFill>
                  <a:schemeClr val="accent3"/>
                </a:solidFill>
                <a:latin typeface="+mj-lt"/>
              </a:defRPr>
            </a:lvl1pPr>
          </a:lstStyle>
          <a:p>
            <a:pPr lvl="0"/>
            <a:r>
              <a:rPr lang="en-US"/>
              <a:t>TITLE</a:t>
            </a:r>
          </a:p>
        </p:txBody>
      </p:sp>
      <p:sp>
        <p:nvSpPr>
          <p:cNvPr id="30" name="Text Placeholder 14">
            <a:extLst>
              <a:ext uri="{FF2B5EF4-FFF2-40B4-BE49-F238E27FC236}">
                <a16:creationId xmlns:a16="http://schemas.microsoft.com/office/drawing/2014/main" id="{E1ADACA2-5606-3D09-26D1-AD63C87185F1}"/>
              </a:ext>
            </a:extLst>
          </p:cNvPr>
          <p:cNvSpPr>
            <a:spLocks noGrp="1"/>
          </p:cNvSpPr>
          <p:nvPr>
            <p:ph type="body" sz="quarter" idx="65" hasCustomPrompt="1"/>
          </p:nvPr>
        </p:nvSpPr>
        <p:spPr>
          <a:xfrm>
            <a:off x="623312" y="3334741"/>
            <a:ext cx="3920234" cy="300083"/>
          </a:xfrm>
        </p:spPr>
        <p:txBody>
          <a:bodyPr lIns="0" tIns="0" rIns="0" bIns="0">
            <a:noAutofit/>
          </a:bodyPr>
          <a:lstStyle>
            <a:lvl1pPr marL="0" indent="0">
              <a:lnSpc>
                <a:spcPct val="90000"/>
              </a:lnSpc>
              <a:spcBef>
                <a:spcPts val="0"/>
              </a:spcBef>
              <a:buNone/>
              <a:defRPr sz="750">
                <a:solidFill>
                  <a:schemeClr val="bg1"/>
                </a:solidFill>
              </a:defRPr>
            </a:lvl1pPr>
          </a:lstStyle>
          <a:p>
            <a:pPr lvl="0"/>
            <a:r>
              <a:rPr lang="en-US"/>
              <a:t>Text</a:t>
            </a:r>
          </a:p>
        </p:txBody>
      </p:sp>
      <p:sp>
        <p:nvSpPr>
          <p:cNvPr id="31" name="Text Placeholder 6">
            <a:extLst>
              <a:ext uri="{FF2B5EF4-FFF2-40B4-BE49-F238E27FC236}">
                <a16:creationId xmlns:a16="http://schemas.microsoft.com/office/drawing/2014/main" id="{7DFAA9F0-05FF-8E6B-BBFB-344F7CE7E0F1}"/>
              </a:ext>
            </a:extLst>
          </p:cNvPr>
          <p:cNvSpPr>
            <a:spLocks noGrp="1"/>
          </p:cNvSpPr>
          <p:nvPr>
            <p:ph type="body" sz="quarter" idx="66" hasCustomPrompt="1"/>
          </p:nvPr>
        </p:nvSpPr>
        <p:spPr>
          <a:xfrm>
            <a:off x="621116" y="3574880"/>
            <a:ext cx="3920233" cy="230832"/>
          </a:xfrm>
          <a:prstGeom prst="rect">
            <a:avLst/>
          </a:prstGeom>
        </p:spPr>
        <p:txBody>
          <a:bodyPr lIns="0" tIns="0" rIns="0" bIns="0" anchor="b">
            <a:noAutofit/>
          </a:bodyPr>
          <a:lstStyle>
            <a:lvl1pPr marL="0" indent="0">
              <a:lnSpc>
                <a:spcPct val="70000"/>
              </a:lnSpc>
              <a:spcBef>
                <a:spcPts val="0"/>
              </a:spcBef>
              <a:buNone/>
              <a:defRPr sz="1200">
                <a:solidFill>
                  <a:schemeClr val="accent3"/>
                </a:solidFill>
                <a:latin typeface="+mj-lt"/>
              </a:defRPr>
            </a:lvl1pPr>
          </a:lstStyle>
          <a:p>
            <a:pPr lvl="0"/>
            <a:r>
              <a:rPr lang="en-US"/>
              <a:t>TITLE</a:t>
            </a:r>
          </a:p>
        </p:txBody>
      </p:sp>
      <p:sp>
        <p:nvSpPr>
          <p:cNvPr id="32" name="Text Placeholder 14">
            <a:extLst>
              <a:ext uri="{FF2B5EF4-FFF2-40B4-BE49-F238E27FC236}">
                <a16:creationId xmlns:a16="http://schemas.microsoft.com/office/drawing/2014/main" id="{7F6E63CC-534B-C9BA-29C2-2BE6FDF49BC6}"/>
              </a:ext>
            </a:extLst>
          </p:cNvPr>
          <p:cNvSpPr>
            <a:spLocks noGrp="1"/>
          </p:cNvSpPr>
          <p:nvPr>
            <p:ph type="body" sz="quarter" idx="67" hasCustomPrompt="1"/>
          </p:nvPr>
        </p:nvSpPr>
        <p:spPr>
          <a:xfrm>
            <a:off x="623312" y="3822421"/>
            <a:ext cx="3920234" cy="300083"/>
          </a:xfrm>
        </p:spPr>
        <p:txBody>
          <a:bodyPr lIns="0" tIns="0" rIns="0" bIns="0">
            <a:noAutofit/>
          </a:bodyPr>
          <a:lstStyle>
            <a:lvl1pPr marL="0" indent="0">
              <a:lnSpc>
                <a:spcPct val="90000"/>
              </a:lnSpc>
              <a:spcBef>
                <a:spcPts val="0"/>
              </a:spcBef>
              <a:buNone/>
              <a:defRPr sz="750">
                <a:solidFill>
                  <a:schemeClr val="bg1"/>
                </a:solidFill>
              </a:defRPr>
            </a:lvl1pPr>
          </a:lstStyle>
          <a:p>
            <a:pPr lvl="0"/>
            <a:r>
              <a:rPr lang="en-US"/>
              <a:t>Text</a:t>
            </a:r>
          </a:p>
        </p:txBody>
      </p:sp>
    </p:spTree>
    <p:extLst>
      <p:ext uri="{BB962C8B-B14F-4D97-AF65-F5344CB8AC3E}">
        <p14:creationId xmlns:p14="http://schemas.microsoft.com/office/powerpoint/2010/main" val="656754396"/>
      </p:ext>
    </p:extLst>
  </p:cSld>
  <p:clrMapOvr>
    <a:masterClrMapping/>
  </p:clrMapOvr>
  <p:transition spd="med"/>
</p:sldLayout>
</file>

<file path=ppt/slideLayouts/slideLayout194.xml><?xml version="1.0" encoding="utf-8"?>
<p:sldLayout xmlns:a="http://schemas.openxmlformats.org/drawingml/2006/main" xmlns:r="http://schemas.openxmlformats.org/officeDocument/2006/relationships" xmlns:p="http://schemas.openxmlformats.org/presentationml/2006/main" showMasterSp="0" preserve="1" userDrawn="1">
  <p:cSld name="Image &amp; content subhead - light">
    <p:bg>
      <p:bgPr>
        <a:solidFill>
          <a:srgbClr val="FDFAF2"/>
        </a:solidFill>
        <a:effectLst/>
      </p:bgPr>
    </p:bg>
    <p:spTree>
      <p:nvGrpSpPr>
        <p:cNvPr id="1" name=""/>
        <p:cNvGrpSpPr/>
        <p:nvPr/>
      </p:nvGrpSpPr>
      <p:grpSpPr>
        <a:xfrm>
          <a:off x="0" y="0"/>
          <a:ext cx="0" cy="0"/>
          <a:chOff x="0" y="0"/>
          <a:chExt cx="0" cy="0"/>
        </a:xfrm>
      </p:grpSpPr>
      <p:sp>
        <p:nvSpPr>
          <p:cNvPr id="66" name="Slide Number"/>
          <p:cNvSpPr txBox="1">
            <a:spLocks noGrp="1"/>
          </p:cNvSpPr>
          <p:nvPr>
            <p:ph type="sldNum" sz="quarter" idx="2"/>
          </p:nvPr>
        </p:nvSpPr>
        <p:spPr>
          <a:prstGeom prst="rect">
            <a:avLst/>
          </a:prstGeom>
        </p:spPr>
        <p:txBody>
          <a:bodyPr/>
          <a:lstStyle/>
          <a:p>
            <a:fld id="{86CB4B4D-7CA3-9044-876B-883B54F8677D}" type="slidenum">
              <a:t>‹#›</a:t>
            </a:fld>
            <a:endParaRPr/>
          </a:p>
        </p:txBody>
      </p:sp>
      <p:pic>
        <p:nvPicPr>
          <p:cNvPr id="2" name="Rectangle 355-5.svg" descr="Rectangle 355-5.svg">
            <a:extLst>
              <a:ext uri="{FF2B5EF4-FFF2-40B4-BE49-F238E27FC236}">
                <a16:creationId xmlns:a16="http://schemas.microsoft.com/office/drawing/2014/main" id="{C4E3825D-EABB-6EC8-4FE7-F18BFD661605}"/>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5860083" y="1655732"/>
            <a:ext cx="2945392" cy="2945392"/>
          </a:xfrm>
          <a:prstGeom prst="rect">
            <a:avLst/>
          </a:prstGeom>
          <a:ln w="12700">
            <a:miter lim="400000"/>
          </a:ln>
        </p:spPr>
      </p:pic>
      <p:sp>
        <p:nvSpPr>
          <p:cNvPr id="5" name="Picture Placeholder 7">
            <a:extLst>
              <a:ext uri="{FF2B5EF4-FFF2-40B4-BE49-F238E27FC236}">
                <a16:creationId xmlns:a16="http://schemas.microsoft.com/office/drawing/2014/main" id="{7EBBE9B9-FAC3-0BF1-1E1E-0BFB45DFA4AE}"/>
              </a:ext>
            </a:extLst>
          </p:cNvPr>
          <p:cNvSpPr>
            <a:spLocks noGrp="1"/>
          </p:cNvSpPr>
          <p:nvPr>
            <p:ph type="pic" sz="quarter" idx="14"/>
          </p:nvPr>
        </p:nvSpPr>
        <p:spPr>
          <a:xfrm>
            <a:off x="5636492" y="717853"/>
            <a:ext cx="2244627" cy="2857668"/>
          </a:xfrm>
          <a:prstGeom prst="rect">
            <a:avLst/>
          </a:prstGeom>
          <a:effectLst>
            <a:softEdge rad="101600"/>
          </a:effectLst>
        </p:spPr>
        <p:txBody>
          <a:bodyPr/>
          <a:lstStyle/>
          <a:p>
            <a:endParaRPr lang="en-US"/>
          </a:p>
        </p:txBody>
      </p:sp>
      <p:pic>
        <p:nvPicPr>
          <p:cNvPr id="6" name="CGC logo.png" descr="CGC logo.png">
            <a:extLst>
              <a:ext uri="{FF2B5EF4-FFF2-40B4-BE49-F238E27FC236}">
                <a16:creationId xmlns:a16="http://schemas.microsoft.com/office/drawing/2014/main" id="{8E229C55-3C67-8726-DECB-2DD544A825B0}"/>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285750" y="285750"/>
            <a:ext cx="1152525" cy="199894"/>
          </a:xfrm>
          <a:prstGeom prst="rect">
            <a:avLst/>
          </a:prstGeom>
          <a:ln w="12700">
            <a:miter lim="400000"/>
          </a:ln>
        </p:spPr>
      </p:pic>
      <p:sp>
        <p:nvSpPr>
          <p:cNvPr id="3" name="Text Placeholder 6">
            <a:extLst>
              <a:ext uri="{FF2B5EF4-FFF2-40B4-BE49-F238E27FC236}">
                <a16:creationId xmlns:a16="http://schemas.microsoft.com/office/drawing/2014/main" id="{D5EDD3C7-1583-F7D5-D855-01AA51983BD3}"/>
              </a:ext>
            </a:extLst>
          </p:cNvPr>
          <p:cNvSpPr>
            <a:spLocks noGrp="1"/>
          </p:cNvSpPr>
          <p:nvPr>
            <p:ph type="body" sz="quarter" idx="61" hasCustomPrompt="1"/>
          </p:nvPr>
        </p:nvSpPr>
        <p:spPr>
          <a:xfrm>
            <a:off x="623278" y="1152260"/>
            <a:ext cx="4316609" cy="762933"/>
          </a:xfrm>
          <a:prstGeom prst="rect">
            <a:avLst/>
          </a:prstGeom>
        </p:spPr>
        <p:txBody>
          <a:bodyPr lIns="0" tIns="0" rIns="0" bIns="0" anchor="b">
            <a:noAutofit/>
          </a:bodyPr>
          <a:lstStyle>
            <a:lvl1pPr marL="0" indent="0">
              <a:lnSpc>
                <a:spcPct val="70000"/>
              </a:lnSpc>
              <a:buNone/>
              <a:defRPr sz="3750">
                <a:solidFill>
                  <a:schemeClr val="tx1"/>
                </a:solidFill>
                <a:latin typeface="+mj-lt"/>
              </a:defRPr>
            </a:lvl1pPr>
          </a:lstStyle>
          <a:p>
            <a:pPr lvl="0"/>
            <a:r>
              <a:rPr lang="en-US"/>
              <a:t>TITLE</a:t>
            </a:r>
          </a:p>
        </p:txBody>
      </p:sp>
      <p:sp>
        <p:nvSpPr>
          <p:cNvPr id="4" name="Text Placeholder 6">
            <a:extLst>
              <a:ext uri="{FF2B5EF4-FFF2-40B4-BE49-F238E27FC236}">
                <a16:creationId xmlns:a16="http://schemas.microsoft.com/office/drawing/2014/main" id="{8ED074F3-BC0D-3134-5C34-FD221D3B31B1}"/>
              </a:ext>
            </a:extLst>
          </p:cNvPr>
          <p:cNvSpPr>
            <a:spLocks noGrp="1"/>
          </p:cNvSpPr>
          <p:nvPr>
            <p:ph type="body" sz="quarter" idx="22" hasCustomPrompt="1"/>
          </p:nvPr>
        </p:nvSpPr>
        <p:spPr>
          <a:xfrm>
            <a:off x="621116" y="2098069"/>
            <a:ext cx="3920233" cy="230832"/>
          </a:xfrm>
          <a:prstGeom prst="rect">
            <a:avLst/>
          </a:prstGeom>
        </p:spPr>
        <p:txBody>
          <a:bodyPr lIns="0" tIns="0" rIns="0" bIns="0" anchor="b">
            <a:noAutofit/>
          </a:bodyPr>
          <a:lstStyle>
            <a:lvl1pPr marL="0" indent="0">
              <a:lnSpc>
                <a:spcPct val="70000"/>
              </a:lnSpc>
              <a:spcBef>
                <a:spcPts val="0"/>
              </a:spcBef>
              <a:buNone/>
              <a:defRPr sz="1200">
                <a:solidFill>
                  <a:schemeClr val="tx1"/>
                </a:solidFill>
                <a:latin typeface="+mj-lt"/>
              </a:defRPr>
            </a:lvl1pPr>
          </a:lstStyle>
          <a:p>
            <a:pPr lvl="0"/>
            <a:r>
              <a:rPr lang="en-US"/>
              <a:t>TITLE</a:t>
            </a:r>
          </a:p>
        </p:txBody>
      </p:sp>
      <p:sp>
        <p:nvSpPr>
          <p:cNvPr id="7" name="Text Placeholder 14">
            <a:extLst>
              <a:ext uri="{FF2B5EF4-FFF2-40B4-BE49-F238E27FC236}">
                <a16:creationId xmlns:a16="http://schemas.microsoft.com/office/drawing/2014/main" id="{3C063E6F-F90C-5574-C1F4-16DC7E3135D9}"/>
              </a:ext>
            </a:extLst>
          </p:cNvPr>
          <p:cNvSpPr>
            <a:spLocks noGrp="1"/>
          </p:cNvSpPr>
          <p:nvPr>
            <p:ph type="body" sz="quarter" idx="23" hasCustomPrompt="1"/>
          </p:nvPr>
        </p:nvSpPr>
        <p:spPr>
          <a:xfrm>
            <a:off x="623312" y="2345610"/>
            <a:ext cx="3920234" cy="300083"/>
          </a:xfrm>
        </p:spPr>
        <p:txBody>
          <a:bodyPr lIns="0" tIns="0" rIns="0" bIns="0">
            <a:noAutofit/>
          </a:bodyPr>
          <a:lstStyle>
            <a:lvl1pPr marL="0" indent="0">
              <a:lnSpc>
                <a:spcPct val="90000"/>
              </a:lnSpc>
              <a:spcBef>
                <a:spcPts val="0"/>
              </a:spcBef>
              <a:buNone/>
              <a:defRPr sz="750">
                <a:solidFill>
                  <a:schemeClr val="tx1"/>
                </a:solidFill>
              </a:defRPr>
            </a:lvl1pPr>
          </a:lstStyle>
          <a:p>
            <a:pPr lvl="0"/>
            <a:r>
              <a:rPr lang="en-US"/>
              <a:t>Text</a:t>
            </a:r>
          </a:p>
        </p:txBody>
      </p:sp>
      <p:sp>
        <p:nvSpPr>
          <p:cNvPr id="8" name="Text Placeholder 6">
            <a:extLst>
              <a:ext uri="{FF2B5EF4-FFF2-40B4-BE49-F238E27FC236}">
                <a16:creationId xmlns:a16="http://schemas.microsoft.com/office/drawing/2014/main" id="{5EBDA438-344A-8A57-8C9A-1A8A94696BC5}"/>
              </a:ext>
            </a:extLst>
          </p:cNvPr>
          <p:cNvSpPr>
            <a:spLocks noGrp="1"/>
          </p:cNvSpPr>
          <p:nvPr>
            <p:ph type="body" sz="quarter" idx="62" hasCustomPrompt="1"/>
          </p:nvPr>
        </p:nvSpPr>
        <p:spPr>
          <a:xfrm>
            <a:off x="621116" y="2585749"/>
            <a:ext cx="3920233" cy="230832"/>
          </a:xfrm>
          <a:prstGeom prst="rect">
            <a:avLst/>
          </a:prstGeom>
        </p:spPr>
        <p:txBody>
          <a:bodyPr lIns="0" tIns="0" rIns="0" bIns="0" anchor="b">
            <a:noAutofit/>
          </a:bodyPr>
          <a:lstStyle>
            <a:lvl1pPr marL="0" indent="0">
              <a:lnSpc>
                <a:spcPct val="70000"/>
              </a:lnSpc>
              <a:spcBef>
                <a:spcPts val="0"/>
              </a:spcBef>
              <a:buNone/>
              <a:defRPr sz="1200">
                <a:solidFill>
                  <a:schemeClr val="tx1"/>
                </a:solidFill>
                <a:latin typeface="+mj-lt"/>
              </a:defRPr>
            </a:lvl1pPr>
          </a:lstStyle>
          <a:p>
            <a:pPr lvl="0"/>
            <a:r>
              <a:rPr lang="en-US"/>
              <a:t>TITLE</a:t>
            </a:r>
          </a:p>
        </p:txBody>
      </p:sp>
      <p:sp>
        <p:nvSpPr>
          <p:cNvPr id="9" name="Text Placeholder 14">
            <a:extLst>
              <a:ext uri="{FF2B5EF4-FFF2-40B4-BE49-F238E27FC236}">
                <a16:creationId xmlns:a16="http://schemas.microsoft.com/office/drawing/2014/main" id="{4FDDB662-D984-B0DD-0FE0-902D03025E0A}"/>
              </a:ext>
            </a:extLst>
          </p:cNvPr>
          <p:cNvSpPr>
            <a:spLocks noGrp="1"/>
          </p:cNvSpPr>
          <p:nvPr>
            <p:ph type="body" sz="quarter" idx="63" hasCustomPrompt="1"/>
          </p:nvPr>
        </p:nvSpPr>
        <p:spPr>
          <a:xfrm>
            <a:off x="623312" y="2833290"/>
            <a:ext cx="3920234" cy="300083"/>
          </a:xfrm>
        </p:spPr>
        <p:txBody>
          <a:bodyPr lIns="0" tIns="0" rIns="0" bIns="0">
            <a:noAutofit/>
          </a:bodyPr>
          <a:lstStyle>
            <a:lvl1pPr marL="0" indent="0">
              <a:lnSpc>
                <a:spcPct val="90000"/>
              </a:lnSpc>
              <a:spcBef>
                <a:spcPts val="0"/>
              </a:spcBef>
              <a:buNone/>
              <a:defRPr sz="750">
                <a:solidFill>
                  <a:schemeClr val="tx1"/>
                </a:solidFill>
              </a:defRPr>
            </a:lvl1pPr>
          </a:lstStyle>
          <a:p>
            <a:pPr lvl="0"/>
            <a:r>
              <a:rPr lang="en-US"/>
              <a:t>Text</a:t>
            </a:r>
          </a:p>
        </p:txBody>
      </p:sp>
      <p:sp>
        <p:nvSpPr>
          <p:cNvPr id="10" name="Text Placeholder 6">
            <a:extLst>
              <a:ext uri="{FF2B5EF4-FFF2-40B4-BE49-F238E27FC236}">
                <a16:creationId xmlns:a16="http://schemas.microsoft.com/office/drawing/2014/main" id="{AC6A2694-95CF-1CC4-93F6-EDE867949387}"/>
              </a:ext>
            </a:extLst>
          </p:cNvPr>
          <p:cNvSpPr>
            <a:spLocks noGrp="1"/>
          </p:cNvSpPr>
          <p:nvPr>
            <p:ph type="body" sz="quarter" idx="64" hasCustomPrompt="1"/>
          </p:nvPr>
        </p:nvSpPr>
        <p:spPr>
          <a:xfrm>
            <a:off x="621116" y="3087200"/>
            <a:ext cx="3920233" cy="230832"/>
          </a:xfrm>
          <a:prstGeom prst="rect">
            <a:avLst/>
          </a:prstGeom>
        </p:spPr>
        <p:txBody>
          <a:bodyPr lIns="0" tIns="0" rIns="0" bIns="0" anchor="b">
            <a:noAutofit/>
          </a:bodyPr>
          <a:lstStyle>
            <a:lvl1pPr marL="0" indent="0">
              <a:lnSpc>
                <a:spcPct val="70000"/>
              </a:lnSpc>
              <a:spcBef>
                <a:spcPts val="0"/>
              </a:spcBef>
              <a:buNone/>
              <a:defRPr sz="1200">
                <a:solidFill>
                  <a:schemeClr val="tx1"/>
                </a:solidFill>
                <a:latin typeface="+mj-lt"/>
              </a:defRPr>
            </a:lvl1pPr>
          </a:lstStyle>
          <a:p>
            <a:pPr lvl="0"/>
            <a:r>
              <a:rPr lang="en-US"/>
              <a:t>TITLE</a:t>
            </a:r>
          </a:p>
        </p:txBody>
      </p:sp>
      <p:sp>
        <p:nvSpPr>
          <p:cNvPr id="11" name="Text Placeholder 14">
            <a:extLst>
              <a:ext uri="{FF2B5EF4-FFF2-40B4-BE49-F238E27FC236}">
                <a16:creationId xmlns:a16="http://schemas.microsoft.com/office/drawing/2014/main" id="{0A67D22A-5C72-D0EE-B97D-0021C8C15837}"/>
              </a:ext>
            </a:extLst>
          </p:cNvPr>
          <p:cNvSpPr>
            <a:spLocks noGrp="1"/>
          </p:cNvSpPr>
          <p:nvPr>
            <p:ph type="body" sz="quarter" idx="65" hasCustomPrompt="1"/>
          </p:nvPr>
        </p:nvSpPr>
        <p:spPr>
          <a:xfrm>
            <a:off x="623312" y="3334741"/>
            <a:ext cx="3920234" cy="300083"/>
          </a:xfrm>
        </p:spPr>
        <p:txBody>
          <a:bodyPr lIns="0" tIns="0" rIns="0" bIns="0">
            <a:noAutofit/>
          </a:bodyPr>
          <a:lstStyle>
            <a:lvl1pPr marL="0" indent="0">
              <a:lnSpc>
                <a:spcPct val="90000"/>
              </a:lnSpc>
              <a:spcBef>
                <a:spcPts val="0"/>
              </a:spcBef>
              <a:buNone/>
              <a:defRPr sz="750">
                <a:solidFill>
                  <a:schemeClr val="tx1"/>
                </a:solidFill>
              </a:defRPr>
            </a:lvl1pPr>
          </a:lstStyle>
          <a:p>
            <a:pPr lvl="0"/>
            <a:r>
              <a:rPr lang="en-US"/>
              <a:t>Text</a:t>
            </a:r>
          </a:p>
        </p:txBody>
      </p:sp>
      <p:sp>
        <p:nvSpPr>
          <p:cNvPr id="12" name="Text Placeholder 6">
            <a:extLst>
              <a:ext uri="{FF2B5EF4-FFF2-40B4-BE49-F238E27FC236}">
                <a16:creationId xmlns:a16="http://schemas.microsoft.com/office/drawing/2014/main" id="{FDF68B82-F614-D00C-305C-A24E84B3C396}"/>
              </a:ext>
            </a:extLst>
          </p:cNvPr>
          <p:cNvSpPr>
            <a:spLocks noGrp="1"/>
          </p:cNvSpPr>
          <p:nvPr>
            <p:ph type="body" sz="quarter" idx="66" hasCustomPrompt="1"/>
          </p:nvPr>
        </p:nvSpPr>
        <p:spPr>
          <a:xfrm>
            <a:off x="621116" y="3574880"/>
            <a:ext cx="3920233" cy="230832"/>
          </a:xfrm>
          <a:prstGeom prst="rect">
            <a:avLst/>
          </a:prstGeom>
        </p:spPr>
        <p:txBody>
          <a:bodyPr lIns="0" tIns="0" rIns="0" bIns="0" anchor="b">
            <a:noAutofit/>
          </a:bodyPr>
          <a:lstStyle>
            <a:lvl1pPr marL="0" indent="0">
              <a:lnSpc>
                <a:spcPct val="70000"/>
              </a:lnSpc>
              <a:spcBef>
                <a:spcPts val="0"/>
              </a:spcBef>
              <a:buNone/>
              <a:defRPr sz="1200">
                <a:solidFill>
                  <a:schemeClr val="tx1"/>
                </a:solidFill>
                <a:latin typeface="+mj-lt"/>
              </a:defRPr>
            </a:lvl1pPr>
          </a:lstStyle>
          <a:p>
            <a:pPr lvl="0"/>
            <a:r>
              <a:rPr lang="en-US"/>
              <a:t>TITLE</a:t>
            </a:r>
          </a:p>
        </p:txBody>
      </p:sp>
      <p:sp>
        <p:nvSpPr>
          <p:cNvPr id="13" name="Text Placeholder 14">
            <a:extLst>
              <a:ext uri="{FF2B5EF4-FFF2-40B4-BE49-F238E27FC236}">
                <a16:creationId xmlns:a16="http://schemas.microsoft.com/office/drawing/2014/main" id="{4FB453FB-B63F-D81D-9413-8C88D1162E61}"/>
              </a:ext>
            </a:extLst>
          </p:cNvPr>
          <p:cNvSpPr>
            <a:spLocks noGrp="1"/>
          </p:cNvSpPr>
          <p:nvPr>
            <p:ph type="body" sz="quarter" idx="67" hasCustomPrompt="1"/>
          </p:nvPr>
        </p:nvSpPr>
        <p:spPr>
          <a:xfrm>
            <a:off x="623312" y="3822421"/>
            <a:ext cx="3920234" cy="300083"/>
          </a:xfrm>
        </p:spPr>
        <p:txBody>
          <a:bodyPr lIns="0" tIns="0" rIns="0" bIns="0">
            <a:noAutofit/>
          </a:bodyPr>
          <a:lstStyle>
            <a:lvl1pPr marL="0" indent="0">
              <a:lnSpc>
                <a:spcPct val="90000"/>
              </a:lnSpc>
              <a:spcBef>
                <a:spcPts val="0"/>
              </a:spcBef>
              <a:buNone/>
              <a:defRPr sz="750">
                <a:solidFill>
                  <a:schemeClr val="tx1"/>
                </a:solidFill>
              </a:defRPr>
            </a:lvl1pPr>
          </a:lstStyle>
          <a:p>
            <a:pPr lvl="0"/>
            <a:r>
              <a:rPr lang="en-US"/>
              <a:t>Text</a:t>
            </a:r>
          </a:p>
        </p:txBody>
      </p:sp>
    </p:spTree>
    <p:extLst>
      <p:ext uri="{BB962C8B-B14F-4D97-AF65-F5344CB8AC3E}">
        <p14:creationId xmlns:p14="http://schemas.microsoft.com/office/powerpoint/2010/main" val="316309869"/>
      </p:ext>
    </p:extLst>
  </p:cSld>
  <p:clrMapOvr>
    <a:masterClrMapping/>
  </p:clrMapOvr>
  <p:transition spd="med"/>
</p:sldLayout>
</file>

<file path=ppt/slideLayouts/slideLayout195.xml><?xml version="1.0" encoding="utf-8"?>
<p:sldLayout xmlns:a="http://schemas.openxmlformats.org/drawingml/2006/main" xmlns:r="http://schemas.openxmlformats.org/officeDocument/2006/relationships" xmlns:p="http://schemas.openxmlformats.org/presentationml/2006/main" showMasterSp="0" preserve="1" userDrawn="1">
  <p:cSld name="Infographic title, text, timeline - light">
    <p:bg>
      <p:bgPr>
        <a:solidFill>
          <a:srgbClr val="FDFAF2"/>
        </a:solidFill>
        <a:effectLst/>
      </p:bgPr>
    </p:bg>
    <p:spTree>
      <p:nvGrpSpPr>
        <p:cNvPr id="1" name=""/>
        <p:cNvGrpSpPr/>
        <p:nvPr/>
      </p:nvGrpSpPr>
      <p:grpSpPr>
        <a:xfrm>
          <a:off x="0" y="0"/>
          <a:ext cx="0" cy="0"/>
          <a:chOff x="0" y="0"/>
          <a:chExt cx="0" cy="0"/>
        </a:xfrm>
      </p:grpSpPr>
      <p:cxnSp>
        <p:nvCxnSpPr>
          <p:cNvPr id="26" name="Straight Connector 25">
            <a:extLst>
              <a:ext uri="{FF2B5EF4-FFF2-40B4-BE49-F238E27FC236}">
                <a16:creationId xmlns:a16="http://schemas.microsoft.com/office/drawing/2014/main" id="{DAC565EA-D3CC-495A-2239-9B80749A071C}"/>
              </a:ext>
            </a:extLst>
          </p:cNvPr>
          <p:cNvCxnSpPr>
            <a:cxnSpLocks/>
          </p:cNvCxnSpPr>
          <p:nvPr userDrawn="1"/>
        </p:nvCxnSpPr>
        <p:spPr>
          <a:xfrm>
            <a:off x="940449" y="3135794"/>
            <a:ext cx="7241701" cy="0"/>
          </a:xfrm>
          <a:prstGeom prst="line">
            <a:avLst/>
          </a:prstGeom>
          <a:noFill/>
          <a:ln w="12700" cap="flat">
            <a:solidFill>
              <a:srgbClr val="0F2240">
                <a:alpha val="40000"/>
              </a:srgbClr>
            </a:solidFill>
            <a:prstDash val="solid"/>
            <a:miter lim="400000"/>
          </a:ln>
          <a:effectLst/>
          <a:sp3d/>
        </p:spPr>
        <p:style>
          <a:lnRef idx="0">
            <a:scrgbClr r="0" g="0" b="0"/>
          </a:lnRef>
          <a:fillRef idx="0">
            <a:scrgbClr r="0" g="0" b="0"/>
          </a:fillRef>
          <a:effectRef idx="0">
            <a:scrgbClr r="0" g="0" b="0"/>
          </a:effectRef>
          <a:fontRef idx="none"/>
        </p:style>
      </p:cxnSp>
      <p:pic>
        <p:nvPicPr>
          <p:cNvPr id="65" name="CGC logo.png" descr="CGC logo.png"/>
          <p:cNvPicPr>
            <a:picLocks noChangeAspect="1"/>
          </p:cNvPicPr>
          <p:nvPr/>
        </p:nvPicPr>
        <p:blipFill>
          <a:blip r:embed="rId2" cstate="hqprint">
            <a:extLst>
              <a:ext uri="{28A0092B-C50C-407E-A947-70E740481C1C}">
                <a14:useLocalDpi xmlns:a14="http://schemas.microsoft.com/office/drawing/2010/main"/>
              </a:ext>
            </a:extLst>
          </a:blip>
          <a:stretch>
            <a:fillRect/>
          </a:stretch>
        </p:blipFill>
        <p:spPr>
          <a:xfrm>
            <a:off x="285750" y="285750"/>
            <a:ext cx="1152525" cy="199894"/>
          </a:xfrm>
          <a:prstGeom prst="rect">
            <a:avLst/>
          </a:prstGeom>
          <a:ln w="12700">
            <a:miter lim="400000"/>
          </a:ln>
        </p:spPr>
      </p:pic>
      <p:sp>
        <p:nvSpPr>
          <p:cNvPr id="66" name="Slide Number"/>
          <p:cNvSpPr txBox="1">
            <a:spLocks noGrp="1"/>
          </p:cNvSpPr>
          <p:nvPr>
            <p:ph type="sldNum" sz="quarter" idx="2"/>
          </p:nvPr>
        </p:nvSpPr>
        <p:spPr>
          <a:prstGeom prst="rect">
            <a:avLst/>
          </a:prstGeom>
        </p:spPr>
        <p:txBody>
          <a:bodyPr/>
          <a:lstStyle>
            <a:lvl1pPr>
              <a:defRPr>
                <a:solidFill>
                  <a:schemeClr val="tx1"/>
                </a:solidFill>
              </a:defRPr>
            </a:lvl1pPr>
          </a:lstStyle>
          <a:p>
            <a:fld id="{86CB4B4D-7CA3-9044-876B-883B54F8677D}" type="slidenum">
              <a:rPr lang="en-GB" smtClean="0"/>
              <a:pPr/>
              <a:t>‹#›</a:t>
            </a:fld>
            <a:endParaRPr lang="en-GB"/>
          </a:p>
        </p:txBody>
      </p:sp>
      <p:sp>
        <p:nvSpPr>
          <p:cNvPr id="16" name="Text Placeholder 6">
            <a:extLst>
              <a:ext uri="{FF2B5EF4-FFF2-40B4-BE49-F238E27FC236}">
                <a16:creationId xmlns:a16="http://schemas.microsoft.com/office/drawing/2014/main" id="{450EB989-D91A-197F-4946-FD41E5E26142}"/>
              </a:ext>
            </a:extLst>
          </p:cNvPr>
          <p:cNvSpPr>
            <a:spLocks noGrp="1"/>
          </p:cNvSpPr>
          <p:nvPr>
            <p:ph type="body" sz="quarter" idx="61" hasCustomPrompt="1"/>
          </p:nvPr>
        </p:nvSpPr>
        <p:spPr>
          <a:xfrm>
            <a:off x="623278" y="895100"/>
            <a:ext cx="4316609" cy="762933"/>
          </a:xfrm>
          <a:prstGeom prst="rect">
            <a:avLst/>
          </a:prstGeom>
        </p:spPr>
        <p:txBody>
          <a:bodyPr lIns="0" tIns="0" rIns="0" bIns="0" anchor="b">
            <a:noAutofit/>
          </a:bodyPr>
          <a:lstStyle>
            <a:lvl1pPr marL="0" indent="0">
              <a:lnSpc>
                <a:spcPct val="70000"/>
              </a:lnSpc>
              <a:buNone/>
              <a:defRPr sz="3750">
                <a:solidFill>
                  <a:schemeClr val="accent1"/>
                </a:solidFill>
                <a:latin typeface="+mj-lt"/>
              </a:defRPr>
            </a:lvl1pPr>
          </a:lstStyle>
          <a:p>
            <a:pPr lvl="0"/>
            <a:r>
              <a:rPr lang="en-US"/>
              <a:t>TITLE</a:t>
            </a:r>
          </a:p>
        </p:txBody>
      </p:sp>
      <p:sp>
        <p:nvSpPr>
          <p:cNvPr id="17" name="Text Placeholder 14">
            <a:extLst>
              <a:ext uri="{FF2B5EF4-FFF2-40B4-BE49-F238E27FC236}">
                <a16:creationId xmlns:a16="http://schemas.microsoft.com/office/drawing/2014/main" id="{F8623A14-3A27-1680-02D2-090BE0E1A4F3}"/>
              </a:ext>
            </a:extLst>
          </p:cNvPr>
          <p:cNvSpPr>
            <a:spLocks noGrp="1"/>
          </p:cNvSpPr>
          <p:nvPr>
            <p:ph type="body" sz="quarter" idx="23" hasCustomPrompt="1"/>
          </p:nvPr>
        </p:nvSpPr>
        <p:spPr>
          <a:xfrm>
            <a:off x="623277" y="1948972"/>
            <a:ext cx="4801145" cy="300083"/>
          </a:xfrm>
        </p:spPr>
        <p:txBody>
          <a:bodyPr lIns="0" tIns="0" rIns="0" bIns="0">
            <a:noAutofit/>
          </a:bodyPr>
          <a:lstStyle>
            <a:lvl1pPr marL="0" indent="0">
              <a:lnSpc>
                <a:spcPct val="90000"/>
              </a:lnSpc>
              <a:spcBef>
                <a:spcPts val="0"/>
              </a:spcBef>
              <a:buNone/>
              <a:defRPr sz="1200">
                <a:solidFill>
                  <a:schemeClr val="tx1"/>
                </a:solidFill>
              </a:defRPr>
            </a:lvl1pPr>
          </a:lstStyle>
          <a:p>
            <a:pPr lvl="0"/>
            <a:r>
              <a:rPr lang="en-US"/>
              <a:t>Text</a:t>
            </a:r>
          </a:p>
        </p:txBody>
      </p:sp>
      <p:sp>
        <p:nvSpPr>
          <p:cNvPr id="27" name="Text Placeholder 6">
            <a:extLst>
              <a:ext uri="{FF2B5EF4-FFF2-40B4-BE49-F238E27FC236}">
                <a16:creationId xmlns:a16="http://schemas.microsoft.com/office/drawing/2014/main" id="{1259F19E-DD82-8BAB-E5C5-40973A686373}"/>
              </a:ext>
            </a:extLst>
          </p:cNvPr>
          <p:cNvSpPr>
            <a:spLocks noGrp="1"/>
          </p:cNvSpPr>
          <p:nvPr>
            <p:ph type="body" sz="quarter" idx="22" hasCustomPrompt="1"/>
          </p:nvPr>
        </p:nvSpPr>
        <p:spPr>
          <a:xfrm>
            <a:off x="300157" y="3310904"/>
            <a:ext cx="1280583" cy="230832"/>
          </a:xfrm>
          <a:prstGeom prst="rect">
            <a:avLst/>
          </a:prstGeom>
        </p:spPr>
        <p:txBody>
          <a:bodyPr anchor="b">
            <a:noAutofit/>
          </a:bodyPr>
          <a:lstStyle>
            <a:lvl1pPr marL="0" indent="0" algn="ctr">
              <a:lnSpc>
                <a:spcPct val="70000"/>
              </a:lnSpc>
              <a:spcBef>
                <a:spcPts val="0"/>
              </a:spcBef>
              <a:buNone/>
              <a:defRPr sz="900">
                <a:solidFill>
                  <a:schemeClr val="tx1"/>
                </a:solidFill>
                <a:latin typeface="+mj-lt"/>
              </a:defRPr>
            </a:lvl1pPr>
          </a:lstStyle>
          <a:p>
            <a:pPr lvl="0"/>
            <a:r>
              <a:rPr lang="en-US"/>
              <a:t>TITLE</a:t>
            </a:r>
          </a:p>
        </p:txBody>
      </p:sp>
      <p:sp>
        <p:nvSpPr>
          <p:cNvPr id="33" name="Oval 32">
            <a:extLst>
              <a:ext uri="{FF2B5EF4-FFF2-40B4-BE49-F238E27FC236}">
                <a16:creationId xmlns:a16="http://schemas.microsoft.com/office/drawing/2014/main" id="{2C15FECA-FE7F-21DA-6D69-66D2FBEA209D}"/>
              </a:ext>
            </a:extLst>
          </p:cNvPr>
          <p:cNvSpPr/>
          <p:nvPr userDrawn="1"/>
        </p:nvSpPr>
        <p:spPr>
          <a:xfrm>
            <a:off x="899115" y="3091201"/>
            <a:ext cx="94589" cy="94589"/>
          </a:xfrm>
          <a:prstGeom prst="ellipse">
            <a:avLst/>
          </a:prstGeom>
          <a:solidFill>
            <a:srgbClr val="0143FD"/>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20000"/>
              </a:lnSpc>
              <a:spcBef>
                <a:spcPts val="0"/>
              </a:spcBef>
              <a:spcAft>
                <a:spcPts val="0"/>
              </a:spcAft>
              <a:buClrTx/>
              <a:buSzTx/>
              <a:buFontTx/>
              <a:buNone/>
              <a:tabLst/>
            </a:pPr>
            <a:endParaRPr kumimoji="0" lang="en-US" sz="3000" b="0" i="0" u="none" strike="noStrike" cap="all" spc="0" normalizeH="0" baseline="0">
              <a:ln>
                <a:noFill/>
              </a:ln>
              <a:solidFill>
                <a:srgbClr val="FFFFFF"/>
              </a:solidFill>
              <a:effectLst/>
              <a:uFillTx/>
              <a:latin typeface="Proxima Nova Extrabold"/>
              <a:ea typeface="Proxima Nova Extrabold"/>
              <a:cs typeface="Proxima Nova Extrabold"/>
              <a:sym typeface="Proxima Nova Extrabold"/>
            </a:endParaRPr>
          </a:p>
        </p:txBody>
      </p:sp>
      <p:sp>
        <p:nvSpPr>
          <p:cNvPr id="34" name="Oval 33">
            <a:extLst>
              <a:ext uri="{FF2B5EF4-FFF2-40B4-BE49-F238E27FC236}">
                <a16:creationId xmlns:a16="http://schemas.microsoft.com/office/drawing/2014/main" id="{A985A4D5-C4E8-46F9-E5C9-34B24F669972}"/>
              </a:ext>
            </a:extLst>
          </p:cNvPr>
          <p:cNvSpPr/>
          <p:nvPr userDrawn="1"/>
        </p:nvSpPr>
        <p:spPr>
          <a:xfrm>
            <a:off x="2713341" y="3091081"/>
            <a:ext cx="94589" cy="94589"/>
          </a:xfrm>
          <a:prstGeom prst="ellipse">
            <a:avLst/>
          </a:prstGeom>
          <a:solidFill>
            <a:srgbClr val="0143FD"/>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20000"/>
              </a:lnSpc>
              <a:spcBef>
                <a:spcPts val="0"/>
              </a:spcBef>
              <a:spcAft>
                <a:spcPts val="0"/>
              </a:spcAft>
              <a:buClrTx/>
              <a:buSzTx/>
              <a:buFontTx/>
              <a:buNone/>
              <a:tabLst/>
            </a:pPr>
            <a:endParaRPr kumimoji="0" lang="en-US" sz="3000" b="0" i="0" u="none" strike="noStrike" cap="all" spc="0" normalizeH="0" baseline="0">
              <a:ln>
                <a:noFill/>
              </a:ln>
              <a:solidFill>
                <a:srgbClr val="FFFFFF"/>
              </a:solidFill>
              <a:effectLst/>
              <a:uFillTx/>
              <a:latin typeface="Proxima Nova Extrabold"/>
              <a:ea typeface="Proxima Nova Extrabold"/>
              <a:cs typeface="Proxima Nova Extrabold"/>
              <a:sym typeface="Proxima Nova Extrabold"/>
            </a:endParaRPr>
          </a:p>
        </p:txBody>
      </p:sp>
      <p:sp>
        <p:nvSpPr>
          <p:cNvPr id="37" name="Oval 36">
            <a:extLst>
              <a:ext uri="{FF2B5EF4-FFF2-40B4-BE49-F238E27FC236}">
                <a16:creationId xmlns:a16="http://schemas.microsoft.com/office/drawing/2014/main" id="{2E94268C-AC40-47E1-C185-360674E6BA9D}"/>
              </a:ext>
            </a:extLst>
          </p:cNvPr>
          <p:cNvSpPr/>
          <p:nvPr userDrawn="1"/>
        </p:nvSpPr>
        <p:spPr>
          <a:xfrm>
            <a:off x="4531509" y="3091081"/>
            <a:ext cx="94589" cy="94589"/>
          </a:xfrm>
          <a:prstGeom prst="ellipse">
            <a:avLst/>
          </a:prstGeom>
          <a:solidFill>
            <a:srgbClr val="0143FD"/>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20000"/>
              </a:lnSpc>
              <a:spcBef>
                <a:spcPts val="0"/>
              </a:spcBef>
              <a:spcAft>
                <a:spcPts val="0"/>
              </a:spcAft>
              <a:buClrTx/>
              <a:buSzTx/>
              <a:buFontTx/>
              <a:buNone/>
              <a:tabLst/>
            </a:pPr>
            <a:endParaRPr kumimoji="0" lang="en-US" sz="3000" b="0" i="0" u="none" strike="noStrike" cap="all" spc="0" normalizeH="0" baseline="0">
              <a:ln>
                <a:noFill/>
              </a:ln>
              <a:solidFill>
                <a:srgbClr val="FFFFFF"/>
              </a:solidFill>
              <a:effectLst/>
              <a:uFillTx/>
              <a:latin typeface="Proxima Nova Extrabold"/>
              <a:ea typeface="Proxima Nova Extrabold"/>
              <a:cs typeface="Proxima Nova Extrabold"/>
              <a:sym typeface="Proxima Nova Extrabold"/>
            </a:endParaRPr>
          </a:p>
        </p:txBody>
      </p:sp>
      <p:sp>
        <p:nvSpPr>
          <p:cNvPr id="38" name="Oval 37">
            <a:extLst>
              <a:ext uri="{FF2B5EF4-FFF2-40B4-BE49-F238E27FC236}">
                <a16:creationId xmlns:a16="http://schemas.microsoft.com/office/drawing/2014/main" id="{50E30F53-3607-ED04-DAED-5093450CDC1D}"/>
              </a:ext>
            </a:extLst>
          </p:cNvPr>
          <p:cNvSpPr/>
          <p:nvPr userDrawn="1"/>
        </p:nvSpPr>
        <p:spPr>
          <a:xfrm>
            <a:off x="6349676" y="3091081"/>
            <a:ext cx="94589" cy="94589"/>
          </a:xfrm>
          <a:prstGeom prst="ellipse">
            <a:avLst/>
          </a:prstGeom>
          <a:solidFill>
            <a:srgbClr val="0143FD"/>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20000"/>
              </a:lnSpc>
              <a:spcBef>
                <a:spcPts val="0"/>
              </a:spcBef>
              <a:spcAft>
                <a:spcPts val="0"/>
              </a:spcAft>
              <a:buClrTx/>
              <a:buSzTx/>
              <a:buFontTx/>
              <a:buNone/>
              <a:tabLst/>
            </a:pPr>
            <a:endParaRPr kumimoji="0" lang="en-US" sz="3000" b="0" i="0" u="none" strike="noStrike" cap="all" spc="0" normalizeH="0" baseline="0">
              <a:ln>
                <a:noFill/>
              </a:ln>
              <a:solidFill>
                <a:srgbClr val="FFFFFF"/>
              </a:solidFill>
              <a:effectLst/>
              <a:uFillTx/>
              <a:latin typeface="Proxima Nova Extrabold"/>
              <a:ea typeface="Proxima Nova Extrabold"/>
              <a:cs typeface="Proxima Nova Extrabold"/>
              <a:sym typeface="Proxima Nova Extrabold"/>
            </a:endParaRPr>
          </a:p>
        </p:txBody>
      </p:sp>
      <p:sp>
        <p:nvSpPr>
          <p:cNvPr id="39" name="Oval 38">
            <a:extLst>
              <a:ext uri="{FF2B5EF4-FFF2-40B4-BE49-F238E27FC236}">
                <a16:creationId xmlns:a16="http://schemas.microsoft.com/office/drawing/2014/main" id="{42CA0899-6DC8-480A-3E1D-A867EAD53D09}"/>
              </a:ext>
            </a:extLst>
          </p:cNvPr>
          <p:cNvSpPr/>
          <p:nvPr userDrawn="1"/>
        </p:nvSpPr>
        <p:spPr>
          <a:xfrm>
            <a:off x="8135946" y="3091081"/>
            <a:ext cx="94589" cy="94589"/>
          </a:xfrm>
          <a:prstGeom prst="ellipse">
            <a:avLst/>
          </a:prstGeom>
          <a:solidFill>
            <a:srgbClr val="0143FD"/>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20000"/>
              </a:lnSpc>
              <a:spcBef>
                <a:spcPts val="0"/>
              </a:spcBef>
              <a:spcAft>
                <a:spcPts val="0"/>
              </a:spcAft>
              <a:buClrTx/>
              <a:buSzTx/>
              <a:buFontTx/>
              <a:buNone/>
              <a:tabLst/>
            </a:pPr>
            <a:endParaRPr kumimoji="0" lang="en-US" sz="3000" b="0" i="0" u="none" strike="noStrike" cap="all" spc="0" normalizeH="0" baseline="0">
              <a:ln>
                <a:noFill/>
              </a:ln>
              <a:solidFill>
                <a:srgbClr val="FFFFFF"/>
              </a:solidFill>
              <a:effectLst/>
              <a:uFillTx/>
              <a:latin typeface="Proxima Nova Extrabold"/>
              <a:ea typeface="Proxima Nova Extrabold"/>
              <a:cs typeface="Proxima Nova Extrabold"/>
              <a:sym typeface="Proxima Nova Extrabold"/>
            </a:endParaRPr>
          </a:p>
        </p:txBody>
      </p:sp>
      <p:sp>
        <p:nvSpPr>
          <p:cNvPr id="40" name="Text Placeholder 6">
            <a:extLst>
              <a:ext uri="{FF2B5EF4-FFF2-40B4-BE49-F238E27FC236}">
                <a16:creationId xmlns:a16="http://schemas.microsoft.com/office/drawing/2014/main" id="{B0F2A8C7-6437-E7AD-61CB-846465A13383}"/>
              </a:ext>
            </a:extLst>
          </p:cNvPr>
          <p:cNvSpPr>
            <a:spLocks noGrp="1"/>
          </p:cNvSpPr>
          <p:nvPr>
            <p:ph type="body" sz="quarter" idx="62" hasCustomPrompt="1"/>
          </p:nvPr>
        </p:nvSpPr>
        <p:spPr>
          <a:xfrm>
            <a:off x="2120490" y="3310904"/>
            <a:ext cx="1280583" cy="230832"/>
          </a:xfrm>
          <a:prstGeom prst="rect">
            <a:avLst/>
          </a:prstGeom>
        </p:spPr>
        <p:txBody>
          <a:bodyPr anchor="b">
            <a:noAutofit/>
          </a:bodyPr>
          <a:lstStyle>
            <a:lvl1pPr marL="0" indent="0" algn="ctr">
              <a:lnSpc>
                <a:spcPct val="70000"/>
              </a:lnSpc>
              <a:spcBef>
                <a:spcPts val="0"/>
              </a:spcBef>
              <a:buNone/>
              <a:defRPr sz="900">
                <a:solidFill>
                  <a:schemeClr val="tx1"/>
                </a:solidFill>
                <a:latin typeface="+mj-lt"/>
              </a:defRPr>
            </a:lvl1pPr>
          </a:lstStyle>
          <a:p>
            <a:pPr lvl="0"/>
            <a:r>
              <a:rPr lang="en-US"/>
              <a:t>TITLE</a:t>
            </a:r>
          </a:p>
        </p:txBody>
      </p:sp>
      <p:sp>
        <p:nvSpPr>
          <p:cNvPr id="41" name="Text Placeholder 6">
            <a:extLst>
              <a:ext uri="{FF2B5EF4-FFF2-40B4-BE49-F238E27FC236}">
                <a16:creationId xmlns:a16="http://schemas.microsoft.com/office/drawing/2014/main" id="{7F3475F8-39C0-650A-5B0D-F1B23AB380F2}"/>
              </a:ext>
            </a:extLst>
          </p:cNvPr>
          <p:cNvSpPr>
            <a:spLocks noGrp="1"/>
          </p:cNvSpPr>
          <p:nvPr>
            <p:ph type="body" sz="quarter" idx="63" hasCustomPrompt="1"/>
          </p:nvPr>
        </p:nvSpPr>
        <p:spPr>
          <a:xfrm>
            <a:off x="3932356" y="3310904"/>
            <a:ext cx="1280583" cy="230832"/>
          </a:xfrm>
          <a:prstGeom prst="rect">
            <a:avLst/>
          </a:prstGeom>
        </p:spPr>
        <p:txBody>
          <a:bodyPr anchor="b">
            <a:noAutofit/>
          </a:bodyPr>
          <a:lstStyle>
            <a:lvl1pPr marL="0" indent="0" algn="ctr">
              <a:lnSpc>
                <a:spcPct val="70000"/>
              </a:lnSpc>
              <a:spcBef>
                <a:spcPts val="0"/>
              </a:spcBef>
              <a:buNone/>
              <a:defRPr sz="900">
                <a:solidFill>
                  <a:schemeClr val="tx1"/>
                </a:solidFill>
                <a:latin typeface="+mj-lt"/>
              </a:defRPr>
            </a:lvl1pPr>
          </a:lstStyle>
          <a:p>
            <a:pPr lvl="0"/>
            <a:r>
              <a:rPr lang="en-US"/>
              <a:t>TITLE</a:t>
            </a:r>
          </a:p>
        </p:txBody>
      </p:sp>
      <p:sp>
        <p:nvSpPr>
          <p:cNvPr id="42" name="Text Placeholder 6">
            <a:extLst>
              <a:ext uri="{FF2B5EF4-FFF2-40B4-BE49-F238E27FC236}">
                <a16:creationId xmlns:a16="http://schemas.microsoft.com/office/drawing/2014/main" id="{8FC39C1E-3EF1-D005-29A5-C437F0365C3F}"/>
              </a:ext>
            </a:extLst>
          </p:cNvPr>
          <p:cNvSpPr>
            <a:spLocks noGrp="1"/>
          </p:cNvSpPr>
          <p:nvPr>
            <p:ph type="body" sz="quarter" idx="64" hasCustomPrompt="1"/>
          </p:nvPr>
        </p:nvSpPr>
        <p:spPr>
          <a:xfrm>
            <a:off x="5752690" y="3310904"/>
            <a:ext cx="1280583" cy="230832"/>
          </a:xfrm>
          <a:prstGeom prst="rect">
            <a:avLst/>
          </a:prstGeom>
        </p:spPr>
        <p:txBody>
          <a:bodyPr anchor="b">
            <a:noAutofit/>
          </a:bodyPr>
          <a:lstStyle>
            <a:lvl1pPr marL="0" indent="0" algn="ctr">
              <a:lnSpc>
                <a:spcPct val="70000"/>
              </a:lnSpc>
              <a:spcBef>
                <a:spcPts val="0"/>
              </a:spcBef>
              <a:buNone/>
              <a:defRPr sz="900">
                <a:solidFill>
                  <a:schemeClr val="tx1"/>
                </a:solidFill>
                <a:latin typeface="+mj-lt"/>
              </a:defRPr>
            </a:lvl1pPr>
          </a:lstStyle>
          <a:p>
            <a:pPr lvl="0"/>
            <a:r>
              <a:rPr lang="en-US"/>
              <a:t>TITLE</a:t>
            </a:r>
          </a:p>
        </p:txBody>
      </p:sp>
      <p:sp>
        <p:nvSpPr>
          <p:cNvPr id="43" name="Text Placeholder 6">
            <a:extLst>
              <a:ext uri="{FF2B5EF4-FFF2-40B4-BE49-F238E27FC236}">
                <a16:creationId xmlns:a16="http://schemas.microsoft.com/office/drawing/2014/main" id="{78604AE5-3AB0-B77A-3370-BD26B00A8AAF}"/>
              </a:ext>
            </a:extLst>
          </p:cNvPr>
          <p:cNvSpPr>
            <a:spLocks noGrp="1"/>
          </p:cNvSpPr>
          <p:nvPr>
            <p:ph type="body" sz="quarter" idx="65" hasCustomPrompt="1"/>
          </p:nvPr>
        </p:nvSpPr>
        <p:spPr>
          <a:xfrm>
            <a:off x="7539157" y="3310904"/>
            <a:ext cx="1280583" cy="230832"/>
          </a:xfrm>
          <a:prstGeom prst="rect">
            <a:avLst/>
          </a:prstGeom>
        </p:spPr>
        <p:txBody>
          <a:bodyPr anchor="b">
            <a:noAutofit/>
          </a:bodyPr>
          <a:lstStyle>
            <a:lvl1pPr marL="0" indent="0" algn="ctr">
              <a:lnSpc>
                <a:spcPct val="70000"/>
              </a:lnSpc>
              <a:spcBef>
                <a:spcPts val="0"/>
              </a:spcBef>
              <a:buNone/>
              <a:defRPr sz="900">
                <a:solidFill>
                  <a:schemeClr val="tx1"/>
                </a:solidFill>
                <a:latin typeface="+mj-lt"/>
              </a:defRPr>
            </a:lvl1pPr>
          </a:lstStyle>
          <a:p>
            <a:pPr lvl="0"/>
            <a:r>
              <a:rPr lang="en-US"/>
              <a:t>TITLE</a:t>
            </a:r>
          </a:p>
        </p:txBody>
      </p:sp>
      <p:sp>
        <p:nvSpPr>
          <p:cNvPr id="44" name="Text Placeholder 14">
            <a:extLst>
              <a:ext uri="{FF2B5EF4-FFF2-40B4-BE49-F238E27FC236}">
                <a16:creationId xmlns:a16="http://schemas.microsoft.com/office/drawing/2014/main" id="{1B168656-1101-E58F-4216-85286F4F2F1A}"/>
              </a:ext>
            </a:extLst>
          </p:cNvPr>
          <p:cNvSpPr>
            <a:spLocks noGrp="1"/>
          </p:cNvSpPr>
          <p:nvPr>
            <p:ph type="body" sz="quarter" idx="66" hasCustomPrompt="1"/>
          </p:nvPr>
        </p:nvSpPr>
        <p:spPr>
          <a:xfrm>
            <a:off x="624223" y="4485108"/>
            <a:ext cx="6294264" cy="300083"/>
          </a:xfrm>
        </p:spPr>
        <p:txBody>
          <a:bodyPr lIns="0" tIns="0" rIns="0" bIns="0">
            <a:noAutofit/>
          </a:bodyPr>
          <a:lstStyle>
            <a:lvl1pPr marL="0" indent="0">
              <a:lnSpc>
                <a:spcPct val="90000"/>
              </a:lnSpc>
              <a:spcBef>
                <a:spcPts val="0"/>
              </a:spcBef>
              <a:buNone/>
              <a:defRPr sz="680">
                <a:solidFill>
                  <a:schemeClr val="tx1"/>
                </a:solidFill>
              </a:defRPr>
            </a:lvl1pPr>
          </a:lstStyle>
          <a:p>
            <a:pPr lvl="0"/>
            <a:r>
              <a:rPr lang="en-US"/>
              <a:t>Text</a:t>
            </a:r>
          </a:p>
        </p:txBody>
      </p:sp>
    </p:spTree>
    <p:extLst>
      <p:ext uri="{BB962C8B-B14F-4D97-AF65-F5344CB8AC3E}">
        <p14:creationId xmlns:p14="http://schemas.microsoft.com/office/powerpoint/2010/main" val="2676929983"/>
      </p:ext>
    </p:extLst>
  </p:cSld>
  <p:clrMapOvr>
    <a:masterClrMapping/>
  </p:clrMapOvr>
  <p:transition spd="med"/>
</p:sldLayout>
</file>

<file path=ppt/slideLayouts/slideLayout196.xml><?xml version="1.0" encoding="utf-8"?>
<p:sldLayout xmlns:a="http://schemas.openxmlformats.org/drawingml/2006/main" xmlns:r="http://schemas.openxmlformats.org/officeDocument/2006/relationships" xmlns:p="http://schemas.openxmlformats.org/presentationml/2006/main" showMasterSp="0" preserve="1" userDrawn="1">
  <p:cSld name="Infographic title, text, timeline - blue">
    <p:bg>
      <p:bgPr>
        <a:solidFill>
          <a:srgbClr val="0143FD"/>
        </a:solidFill>
        <a:effectLst/>
      </p:bgPr>
    </p:bg>
    <p:spTree>
      <p:nvGrpSpPr>
        <p:cNvPr id="1" name=""/>
        <p:cNvGrpSpPr/>
        <p:nvPr/>
      </p:nvGrpSpPr>
      <p:grpSpPr>
        <a:xfrm>
          <a:off x="0" y="0"/>
          <a:ext cx="0" cy="0"/>
          <a:chOff x="0" y="0"/>
          <a:chExt cx="0" cy="0"/>
        </a:xfrm>
      </p:grpSpPr>
      <p:cxnSp>
        <p:nvCxnSpPr>
          <p:cNvPr id="26" name="Straight Connector 25">
            <a:extLst>
              <a:ext uri="{FF2B5EF4-FFF2-40B4-BE49-F238E27FC236}">
                <a16:creationId xmlns:a16="http://schemas.microsoft.com/office/drawing/2014/main" id="{DAC565EA-D3CC-495A-2239-9B80749A071C}"/>
              </a:ext>
            </a:extLst>
          </p:cNvPr>
          <p:cNvCxnSpPr>
            <a:cxnSpLocks/>
          </p:cNvCxnSpPr>
          <p:nvPr userDrawn="1"/>
        </p:nvCxnSpPr>
        <p:spPr>
          <a:xfrm>
            <a:off x="940449" y="3135794"/>
            <a:ext cx="7241701" cy="0"/>
          </a:xfrm>
          <a:prstGeom prst="line">
            <a:avLst/>
          </a:prstGeom>
          <a:noFill/>
          <a:ln w="12700" cap="flat">
            <a:solidFill>
              <a:srgbClr val="E7E696">
                <a:alpha val="40000"/>
              </a:srgbClr>
            </a:solidFill>
            <a:prstDash val="solid"/>
            <a:miter lim="400000"/>
          </a:ln>
          <a:effectLst/>
          <a:sp3d/>
        </p:spPr>
        <p:style>
          <a:lnRef idx="0">
            <a:scrgbClr r="0" g="0" b="0"/>
          </a:lnRef>
          <a:fillRef idx="0">
            <a:scrgbClr r="0" g="0" b="0"/>
          </a:fillRef>
          <a:effectRef idx="0">
            <a:scrgbClr r="0" g="0" b="0"/>
          </a:effectRef>
          <a:fontRef idx="none"/>
        </p:style>
      </p:cxnSp>
      <p:sp>
        <p:nvSpPr>
          <p:cNvPr id="66" name="Slide Number"/>
          <p:cNvSpPr txBox="1">
            <a:spLocks noGrp="1"/>
          </p:cNvSpPr>
          <p:nvPr>
            <p:ph type="sldNum" sz="quarter" idx="2"/>
          </p:nvPr>
        </p:nvSpPr>
        <p:spPr>
          <a:prstGeom prst="rect">
            <a:avLst/>
          </a:prstGeom>
        </p:spPr>
        <p:txBody>
          <a:bodyPr/>
          <a:lstStyle>
            <a:lvl1pPr>
              <a:defRPr>
                <a:solidFill>
                  <a:schemeClr val="bg1"/>
                </a:solidFill>
              </a:defRPr>
            </a:lvl1pPr>
          </a:lstStyle>
          <a:p>
            <a:fld id="{86CB4B4D-7CA3-9044-876B-883B54F8677D}" type="slidenum">
              <a:rPr lang="en-GB" smtClean="0"/>
              <a:pPr/>
              <a:t>‹#›</a:t>
            </a:fld>
            <a:endParaRPr lang="en-GB"/>
          </a:p>
        </p:txBody>
      </p:sp>
      <p:sp>
        <p:nvSpPr>
          <p:cNvPr id="27" name="Text Placeholder 6">
            <a:extLst>
              <a:ext uri="{FF2B5EF4-FFF2-40B4-BE49-F238E27FC236}">
                <a16:creationId xmlns:a16="http://schemas.microsoft.com/office/drawing/2014/main" id="{1259F19E-DD82-8BAB-E5C5-40973A686373}"/>
              </a:ext>
            </a:extLst>
          </p:cNvPr>
          <p:cNvSpPr>
            <a:spLocks noGrp="1"/>
          </p:cNvSpPr>
          <p:nvPr>
            <p:ph type="body" sz="quarter" idx="22" hasCustomPrompt="1"/>
          </p:nvPr>
        </p:nvSpPr>
        <p:spPr>
          <a:xfrm>
            <a:off x="300157" y="3310904"/>
            <a:ext cx="1280583" cy="230832"/>
          </a:xfrm>
          <a:prstGeom prst="rect">
            <a:avLst/>
          </a:prstGeom>
        </p:spPr>
        <p:txBody>
          <a:bodyPr anchor="b">
            <a:noAutofit/>
          </a:bodyPr>
          <a:lstStyle>
            <a:lvl1pPr marL="0" indent="0" algn="ctr">
              <a:lnSpc>
                <a:spcPct val="70000"/>
              </a:lnSpc>
              <a:spcBef>
                <a:spcPts val="0"/>
              </a:spcBef>
              <a:buNone/>
              <a:defRPr sz="900">
                <a:solidFill>
                  <a:schemeClr val="bg1"/>
                </a:solidFill>
                <a:latin typeface="+mj-lt"/>
              </a:defRPr>
            </a:lvl1pPr>
          </a:lstStyle>
          <a:p>
            <a:pPr lvl="0"/>
            <a:r>
              <a:rPr lang="en-US"/>
              <a:t>TITLE</a:t>
            </a:r>
          </a:p>
        </p:txBody>
      </p:sp>
      <p:sp>
        <p:nvSpPr>
          <p:cNvPr id="33" name="Oval 32">
            <a:extLst>
              <a:ext uri="{FF2B5EF4-FFF2-40B4-BE49-F238E27FC236}">
                <a16:creationId xmlns:a16="http://schemas.microsoft.com/office/drawing/2014/main" id="{2C15FECA-FE7F-21DA-6D69-66D2FBEA209D}"/>
              </a:ext>
            </a:extLst>
          </p:cNvPr>
          <p:cNvSpPr/>
          <p:nvPr userDrawn="1"/>
        </p:nvSpPr>
        <p:spPr>
          <a:xfrm>
            <a:off x="899115" y="3091201"/>
            <a:ext cx="94589" cy="94589"/>
          </a:xfrm>
          <a:prstGeom prst="ellipse">
            <a:avLst/>
          </a:prstGeom>
          <a:solidFill>
            <a:srgbClr val="E7E696"/>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20000"/>
              </a:lnSpc>
              <a:spcBef>
                <a:spcPts val="0"/>
              </a:spcBef>
              <a:spcAft>
                <a:spcPts val="0"/>
              </a:spcAft>
              <a:buClrTx/>
              <a:buSzTx/>
              <a:buFontTx/>
              <a:buNone/>
              <a:tabLst/>
            </a:pPr>
            <a:endParaRPr kumimoji="0" lang="en-US" sz="3000" b="0" i="0" u="none" strike="noStrike" cap="all" spc="0" normalizeH="0" baseline="0">
              <a:ln>
                <a:noFill/>
              </a:ln>
              <a:solidFill>
                <a:srgbClr val="FFFFFF"/>
              </a:solidFill>
              <a:effectLst/>
              <a:uFillTx/>
              <a:latin typeface="Proxima Nova Extrabold"/>
              <a:ea typeface="Proxima Nova Extrabold"/>
              <a:cs typeface="Proxima Nova Extrabold"/>
              <a:sym typeface="Proxima Nova Extrabold"/>
            </a:endParaRPr>
          </a:p>
        </p:txBody>
      </p:sp>
      <p:sp>
        <p:nvSpPr>
          <p:cNvPr id="34" name="Oval 33">
            <a:extLst>
              <a:ext uri="{FF2B5EF4-FFF2-40B4-BE49-F238E27FC236}">
                <a16:creationId xmlns:a16="http://schemas.microsoft.com/office/drawing/2014/main" id="{A985A4D5-C4E8-46F9-E5C9-34B24F669972}"/>
              </a:ext>
            </a:extLst>
          </p:cNvPr>
          <p:cNvSpPr/>
          <p:nvPr userDrawn="1"/>
        </p:nvSpPr>
        <p:spPr>
          <a:xfrm>
            <a:off x="2713341" y="3091081"/>
            <a:ext cx="94589" cy="94589"/>
          </a:xfrm>
          <a:prstGeom prst="ellipse">
            <a:avLst/>
          </a:prstGeom>
          <a:solidFill>
            <a:srgbClr val="E7E696"/>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20000"/>
              </a:lnSpc>
              <a:spcBef>
                <a:spcPts val="0"/>
              </a:spcBef>
              <a:spcAft>
                <a:spcPts val="0"/>
              </a:spcAft>
              <a:buClrTx/>
              <a:buSzTx/>
              <a:buFontTx/>
              <a:buNone/>
              <a:tabLst/>
            </a:pPr>
            <a:endParaRPr kumimoji="0" lang="en-US" sz="3000" b="0" i="0" u="none" strike="noStrike" cap="all" spc="0" normalizeH="0" baseline="0">
              <a:ln>
                <a:noFill/>
              </a:ln>
              <a:solidFill>
                <a:srgbClr val="FFFFFF"/>
              </a:solidFill>
              <a:effectLst/>
              <a:uFillTx/>
              <a:latin typeface="Proxima Nova Extrabold"/>
              <a:ea typeface="Proxima Nova Extrabold"/>
              <a:cs typeface="Proxima Nova Extrabold"/>
              <a:sym typeface="Proxima Nova Extrabold"/>
            </a:endParaRPr>
          </a:p>
        </p:txBody>
      </p:sp>
      <p:sp>
        <p:nvSpPr>
          <p:cNvPr id="37" name="Oval 36">
            <a:extLst>
              <a:ext uri="{FF2B5EF4-FFF2-40B4-BE49-F238E27FC236}">
                <a16:creationId xmlns:a16="http://schemas.microsoft.com/office/drawing/2014/main" id="{2E94268C-AC40-47E1-C185-360674E6BA9D}"/>
              </a:ext>
            </a:extLst>
          </p:cNvPr>
          <p:cNvSpPr/>
          <p:nvPr userDrawn="1"/>
        </p:nvSpPr>
        <p:spPr>
          <a:xfrm>
            <a:off x="4531509" y="3091081"/>
            <a:ext cx="94589" cy="94589"/>
          </a:xfrm>
          <a:prstGeom prst="ellipse">
            <a:avLst/>
          </a:prstGeom>
          <a:solidFill>
            <a:srgbClr val="E7E696"/>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20000"/>
              </a:lnSpc>
              <a:spcBef>
                <a:spcPts val="0"/>
              </a:spcBef>
              <a:spcAft>
                <a:spcPts val="0"/>
              </a:spcAft>
              <a:buClrTx/>
              <a:buSzTx/>
              <a:buFontTx/>
              <a:buNone/>
              <a:tabLst/>
            </a:pPr>
            <a:endParaRPr kumimoji="0" lang="en-US" sz="3000" b="0" i="0" u="none" strike="noStrike" cap="all" spc="0" normalizeH="0" baseline="0">
              <a:ln>
                <a:noFill/>
              </a:ln>
              <a:solidFill>
                <a:srgbClr val="FFFFFF"/>
              </a:solidFill>
              <a:effectLst/>
              <a:uFillTx/>
              <a:latin typeface="Proxima Nova Extrabold"/>
              <a:ea typeface="Proxima Nova Extrabold"/>
              <a:cs typeface="Proxima Nova Extrabold"/>
              <a:sym typeface="Proxima Nova Extrabold"/>
            </a:endParaRPr>
          </a:p>
        </p:txBody>
      </p:sp>
      <p:sp>
        <p:nvSpPr>
          <p:cNvPr id="38" name="Oval 37">
            <a:extLst>
              <a:ext uri="{FF2B5EF4-FFF2-40B4-BE49-F238E27FC236}">
                <a16:creationId xmlns:a16="http://schemas.microsoft.com/office/drawing/2014/main" id="{50E30F53-3607-ED04-DAED-5093450CDC1D}"/>
              </a:ext>
            </a:extLst>
          </p:cNvPr>
          <p:cNvSpPr/>
          <p:nvPr userDrawn="1"/>
        </p:nvSpPr>
        <p:spPr>
          <a:xfrm>
            <a:off x="6349676" y="3091081"/>
            <a:ext cx="94589" cy="94589"/>
          </a:xfrm>
          <a:prstGeom prst="ellipse">
            <a:avLst/>
          </a:prstGeom>
          <a:solidFill>
            <a:srgbClr val="E7E696"/>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20000"/>
              </a:lnSpc>
              <a:spcBef>
                <a:spcPts val="0"/>
              </a:spcBef>
              <a:spcAft>
                <a:spcPts val="0"/>
              </a:spcAft>
              <a:buClrTx/>
              <a:buSzTx/>
              <a:buFontTx/>
              <a:buNone/>
              <a:tabLst/>
            </a:pPr>
            <a:endParaRPr kumimoji="0" lang="en-US" sz="3000" b="0" i="0" u="none" strike="noStrike" cap="all" spc="0" normalizeH="0" baseline="0">
              <a:ln>
                <a:noFill/>
              </a:ln>
              <a:solidFill>
                <a:srgbClr val="FFFFFF"/>
              </a:solidFill>
              <a:effectLst/>
              <a:uFillTx/>
              <a:latin typeface="Proxima Nova Extrabold"/>
              <a:ea typeface="Proxima Nova Extrabold"/>
              <a:cs typeface="Proxima Nova Extrabold"/>
              <a:sym typeface="Proxima Nova Extrabold"/>
            </a:endParaRPr>
          </a:p>
        </p:txBody>
      </p:sp>
      <p:sp>
        <p:nvSpPr>
          <p:cNvPr id="39" name="Oval 38">
            <a:extLst>
              <a:ext uri="{FF2B5EF4-FFF2-40B4-BE49-F238E27FC236}">
                <a16:creationId xmlns:a16="http://schemas.microsoft.com/office/drawing/2014/main" id="{42CA0899-6DC8-480A-3E1D-A867EAD53D09}"/>
              </a:ext>
            </a:extLst>
          </p:cNvPr>
          <p:cNvSpPr/>
          <p:nvPr userDrawn="1"/>
        </p:nvSpPr>
        <p:spPr>
          <a:xfrm>
            <a:off x="8135946" y="3091081"/>
            <a:ext cx="94589" cy="94589"/>
          </a:xfrm>
          <a:prstGeom prst="ellipse">
            <a:avLst/>
          </a:prstGeom>
          <a:solidFill>
            <a:srgbClr val="E7E696"/>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20000"/>
              </a:lnSpc>
              <a:spcBef>
                <a:spcPts val="0"/>
              </a:spcBef>
              <a:spcAft>
                <a:spcPts val="0"/>
              </a:spcAft>
              <a:buClrTx/>
              <a:buSzTx/>
              <a:buFontTx/>
              <a:buNone/>
              <a:tabLst/>
            </a:pPr>
            <a:endParaRPr kumimoji="0" lang="en-US" sz="3000" b="0" i="0" u="none" strike="noStrike" cap="all" spc="0" normalizeH="0" baseline="0">
              <a:ln>
                <a:noFill/>
              </a:ln>
              <a:solidFill>
                <a:srgbClr val="FFFFFF"/>
              </a:solidFill>
              <a:effectLst/>
              <a:uFillTx/>
              <a:latin typeface="Proxima Nova Extrabold"/>
              <a:ea typeface="Proxima Nova Extrabold"/>
              <a:cs typeface="Proxima Nova Extrabold"/>
              <a:sym typeface="Proxima Nova Extrabold"/>
            </a:endParaRPr>
          </a:p>
        </p:txBody>
      </p:sp>
      <p:sp>
        <p:nvSpPr>
          <p:cNvPr id="40" name="Text Placeholder 6">
            <a:extLst>
              <a:ext uri="{FF2B5EF4-FFF2-40B4-BE49-F238E27FC236}">
                <a16:creationId xmlns:a16="http://schemas.microsoft.com/office/drawing/2014/main" id="{B0F2A8C7-6437-E7AD-61CB-846465A13383}"/>
              </a:ext>
            </a:extLst>
          </p:cNvPr>
          <p:cNvSpPr>
            <a:spLocks noGrp="1"/>
          </p:cNvSpPr>
          <p:nvPr>
            <p:ph type="body" sz="quarter" idx="62" hasCustomPrompt="1"/>
          </p:nvPr>
        </p:nvSpPr>
        <p:spPr>
          <a:xfrm>
            <a:off x="2120490" y="3310904"/>
            <a:ext cx="1280583" cy="230832"/>
          </a:xfrm>
          <a:prstGeom prst="rect">
            <a:avLst/>
          </a:prstGeom>
        </p:spPr>
        <p:txBody>
          <a:bodyPr anchor="b">
            <a:noAutofit/>
          </a:bodyPr>
          <a:lstStyle>
            <a:lvl1pPr marL="0" indent="0" algn="ctr">
              <a:lnSpc>
                <a:spcPct val="70000"/>
              </a:lnSpc>
              <a:spcBef>
                <a:spcPts val="0"/>
              </a:spcBef>
              <a:buNone/>
              <a:defRPr sz="900">
                <a:solidFill>
                  <a:schemeClr val="bg1"/>
                </a:solidFill>
                <a:latin typeface="+mj-lt"/>
              </a:defRPr>
            </a:lvl1pPr>
          </a:lstStyle>
          <a:p>
            <a:pPr lvl="0"/>
            <a:r>
              <a:rPr lang="en-US"/>
              <a:t>TITLE</a:t>
            </a:r>
          </a:p>
        </p:txBody>
      </p:sp>
      <p:sp>
        <p:nvSpPr>
          <p:cNvPr id="41" name="Text Placeholder 6">
            <a:extLst>
              <a:ext uri="{FF2B5EF4-FFF2-40B4-BE49-F238E27FC236}">
                <a16:creationId xmlns:a16="http://schemas.microsoft.com/office/drawing/2014/main" id="{7F3475F8-39C0-650A-5B0D-F1B23AB380F2}"/>
              </a:ext>
            </a:extLst>
          </p:cNvPr>
          <p:cNvSpPr>
            <a:spLocks noGrp="1"/>
          </p:cNvSpPr>
          <p:nvPr>
            <p:ph type="body" sz="quarter" idx="63" hasCustomPrompt="1"/>
          </p:nvPr>
        </p:nvSpPr>
        <p:spPr>
          <a:xfrm>
            <a:off x="3932356" y="3310904"/>
            <a:ext cx="1280583" cy="230832"/>
          </a:xfrm>
          <a:prstGeom prst="rect">
            <a:avLst/>
          </a:prstGeom>
        </p:spPr>
        <p:txBody>
          <a:bodyPr anchor="b">
            <a:noAutofit/>
          </a:bodyPr>
          <a:lstStyle>
            <a:lvl1pPr marL="0" indent="0" algn="ctr">
              <a:lnSpc>
                <a:spcPct val="70000"/>
              </a:lnSpc>
              <a:spcBef>
                <a:spcPts val="0"/>
              </a:spcBef>
              <a:buNone/>
              <a:defRPr sz="900">
                <a:solidFill>
                  <a:schemeClr val="bg1"/>
                </a:solidFill>
                <a:latin typeface="+mj-lt"/>
              </a:defRPr>
            </a:lvl1pPr>
          </a:lstStyle>
          <a:p>
            <a:pPr lvl="0"/>
            <a:r>
              <a:rPr lang="en-US"/>
              <a:t>TITLE</a:t>
            </a:r>
          </a:p>
        </p:txBody>
      </p:sp>
      <p:sp>
        <p:nvSpPr>
          <p:cNvPr id="42" name="Text Placeholder 6">
            <a:extLst>
              <a:ext uri="{FF2B5EF4-FFF2-40B4-BE49-F238E27FC236}">
                <a16:creationId xmlns:a16="http://schemas.microsoft.com/office/drawing/2014/main" id="{8FC39C1E-3EF1-D005-29A5-C437F0365C3F}"/>
              </a:ext>
            </a:extLst>
          </p:cNvPr>
          <p:cNvSpPr>
            <a:spLocks noGrp="1"/>
          </p:cNvSpPr>
          <p:nvPr>
            <p:ph type="body" sz="quarter" idx="64" hasCustomPrompt="1"/>
          </p:nvPr>
        </p:nvSpPr>
        <p:spPr>
          <a:xfrm>
            <a:off x="5752690" y="3310904"/>
            <a:ext cx="1280583" cy="230832"/>
          </a:xfrm>
          <a:prstGeom prst="rect">
            <a:avLst/>
          </a:prstGeom>
        </p:spPr>
        <p:txBody>
          <a:bodyPr anchor="b">
            <a:noAutofit/>
          </a:bodyPr>
          <a:lstStyle>
            <a:lvl1pPr marL="0" indent="0" algn="ctr">
              <a:lnSpc>
                <a:spcPct val="70000"/>
              </a:lnSpc>
              <a:spcBef>
                <a:spcPts val="0"/>
              </a:spcBef>
              <a:buNone/>
              <a:defRPr sz="900">
                <a:solidFill>
                  <a:schemeClr val="bg1"/>
                </a:solidFill>
                <a:latin typeface="+mj-lt"/>
              </a:defRPr>
            </a:lvl1pPr>
          </a:lstStyle>
          <a:p>
            <a:pPr lvl="0"/>
            <a:r>
              <a:rPr lang="en-US"/>
              <a:t>TITLE</a:t>
            </a:r>
          </a:p>
        </p:txBody>
      </p:sp>
      <p:sp>
        <p:nvSpPr>
          <p:cNvPr id="43" name="Text Placeholder 6">
            <a:extLst>
              <a:ext uri="{FF2B5EF4-FFF2-40B4-BE49-F238E27FC236}">
                <a16:creationId xmlns:a16="http://schemas.microsoft.com/office/drawing/2014/main" id="{78604AE5-3AB0-B77A-3370-BD26B00A8AAF}"/>
              </a:ext>
            </a:extLst>
          </p:cNvPr>
          <p:cNvSpPr>
            <a:spLocks noGrp="1"/>
          </p:cNvSpPr>
          <p:nvPr>
            <p:ph type="body" sz="quarter" idx="65" hasCustomPrompt="1"/>
          </p:nvPr>
        </p:nvSpPr>
        <p:spPr>
          <a:xfrm>
            <a:off x="7539157" y="3310904"/>
            <a:ext cx="1280583" cy="230832"/>
          </a:xfrm>
          <a:prstGeom prst="rect">
            <a:avLst/>
          </a:prstGeom>
        </p:spPr>
        <p:txBody>
          <a:bodyPr anchor="b">
            <a:noAutofit/>
          </a:bodyPr>
          <a:lstStyle>
            <a:lvl1pPr marL="0" indent="0" algn="ctr">
              <a:lnSpc>
                <a:spcPct val="70000"/>
              </a:lnSpc>
              <a:spcBef>
                <a:spcPts val="0"/>
              </a:spcBef>
              <a:buNone/>
              <a:defRPr sz="900">
                <a:solidFill>
                  <a:schemeClr val="bg1"/>
                </a:solidFill>
                <a:latin typeface="+mj-lt"/>
              </a:defRPr>
            </a:lvl1pPr>
          </a:lstStyle>
          <a:p>
            <a:pPr lvl="0"/>
            <a:r>
              <a:rPr lang="en-US"/>
              <a:t>TITLE</a:t>
            </a:r>
          </a:p>
        </p:txBody>
      </p:sp>
      <p:pic>
        <p:nvPicPr>
          <p:cNvPr id="2" name="CGC logo white.png" descr="CGC logo white.png">
            <a:extLst>
              <a:ext uri="{FF2B5EF4-FFF2-40B4-BE49-F238E27FC236}">
                <a16:creationId xmlns:a16="http://schemas.microsoft.com/office/drawing/2014/main" id="{F030FD9B-C311-B2C8-AAC5-6809AD9950A7}"/>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285750" y="285750"/>
            <a:ext cx="1152091" cy="199818"/>
          </a:xfrm>
          <a:prstGeom prst="rect">
            <a:avLst/>
          </a:prstGeom>
          <a:ln w="12700">
            <a:miter lim="400000"/>
          </a:ln>
        </p:spPr>
      </p:pic>
      <p:sp>
        <p:nvSpPr>
          <p:cNvPr id="3" name="Text Placeholder 6">
            <a:extLst>
              <a:ext uri="{FF2B5EF4-FFF2-40B4-BE49-F238E27FC236}">
                <a16:creationId xmlns:a16="http://schemas.microsoft.com/office/drawing/2014/main" id="{32939E1B-1373-C731-0D3F-02BF0543F63D}"/>
              </a:ext>
            </a:extLst>
          </p:cNvPr>
          <p:cNvSpPr>
            <a:spLocks noGrp="1"/>
          </p:cNvSpPr>
          <p:nvPr>
            <p:ph type="body" sz="quarter" idx="61" hasCustomPrompt="1"/>
          </p:nvPr>
        </p:nvSpPr>
        <p:spPr>
          <a:xfrm>
            <a:off x="623278" y="895100"/>
            <a:ext cx="4316609" cy="762933"/>
          </a:xfrm>
          <a:prstGeom prst="rect">
            <a:avLst/>
          </a:prstGeom>
        </p:spPr>
        <p:txBody>
          <a:bodyPr lIns="0" tIns="0" rIns="0" bIns="0" anchor="b">
            <a:noAutofit/>
          </a:bodyPr>
          <a:lstStyle>
            <a:lvl1pPr marL="0" indent="0">
              <a:lnSpc>
                <a:spcPct val="70000"/>
              </a:lnSpc>
              <a:buNone/>
              <a:defRPr sz="3750">
                <a:solidFill>
                  <a:schemeClr val="accent3"/>
                </a:solidFill>
                <a:latin typeface="+mj-lt"/>
              </a:defRPr>
            </a:lvl1pPr>
          </a:lstStyle>
          <a:p>
            <a:pPr lvl="0"/>
            <a:r>
              <a:rPr lang="en-US"/>
              <a:t>TITLE</a:t>
            </a:r>
          </a:p>
        </p:txBody>
      </p:sp>
      <p:sp>
        <p:nvSpPr>
          <p:cNvPr id="4" name="Text Placeholder 14">
            <a:extLst>
              <a:ext uri="{FF2B5EF4-FFF2-40B4-BE49-F238E27FC236}">
                <a16:creationId xmlns:a16="http://schemas.microsoft.com/office/drawing/2014/main" id="{81DED15B-FF7C-FDD5-BD3E-32E69FA04802}"/>
              </a:ext>
            </a:extLst>
          </p:cNvPr>
          <p:cNvSpPr>
            <a:spLocks noGrp="1"/>
          </p:cNvSpPr>
          <p:nvPr>
            <p:ph type="body" sz="quarter" idx="23" hasCustomPrompt="1"/>
          </p:nvPr>
        </p:nvSpPr>
        <p:spPr>
          <a:xfrm>
            <a:off x="623277" y="1948972"/>
            <a:ext cx="4801145" cy="300083"/>
          </a:xfrm>
        </p:spPr>
        <p:txBody>
          <a:bodyPr lIns="0" tIns="0" rIns="0" bIns="0">
            <a:noAutofit/>
          </a:bodyPr>
          <a:lstStyle>
            <a:lvl1pPr marL="0" indent="0">
              <a:lnSpc>
                <a:spcPct val="90000"/>
              </a:lnSpc>
              <a:spcBef>
                <a:spcPts val="0"/>
              </a:spcBef>
              <a:buNone/>
              <a:defRPr sz="1200">
                <a:solidFill>
                  <a:schemeClr val="bg1"/>
                </a:solidFill>
              </a:defRPr>
            </a:lvl1pPr>
          </a:lstStyle>
          <a:p>
            <a:pPr lvl="0"/>
            <a:r>
              <a:rPr lang="en-US"/>
              <a:t>Text</a:t>
            </a:r>
          </a:p>
        </p:txBody>
      </p:sp>
      <p:sp>
        <p:nvSpPr>
          <p:cNvPr id="5" name="Text Placeholder 14">
            <a:extLst>
              <a:ext uri="{FF2B5EF4-FFF2-40B4-BE49-F238E27FC236}">
                <a16:creationId xmlns:a16="http://schemas.microsoft.com/office/drawing/2014/main" id="{6C8B73B8-DBE7-F5B7-291D-9B1C582BBCB6}"/>
              </a:ext>
            </a:extLst>
          </p:cNvPr>
          <p:cNvSpPr>
            <a:spLocks noGrp="1"/>
          </p:cNvSpPr>
          <p:nvPr>
            <p:ph type="body" sz="quarter" idx="66" hasCustomPrompt="1"/>
          </p:nvPr>
        </p:nvSpPr>
        <p:spPr>
          <a:xfrm>
            <a:off x="624223" y="4485108"/>
            <a:ext cx="6294264" cy="300083"/>
          </a:xfrm>
        </p:spPr>
        <p:txBody>
          <a:bodyPr lIns="0" tIns="0" rIns="0" bIns="0">
            <a:noAutofit/>
          </a:bodyPr>
          <a:lstStyle>
            <a:lvl1pPr marL="0" indent="0">
              <a:lnSpc>
                <a:spcPct val="90000"/>
              </a:lnSpc>
              <a:spcBef>
                <a:spcPts val="0"/>
              </a:spcBef>
              <a:buNone/>
              <a:defRPr sz="680">
                <a:solidFill>
                  <a:schemeClr val="bg1"/>
                </a:solidFill>
              </a:defRPr>
            </a:lvl1pPr>
          </a:lstStyle>
          <a:p>
            <a:pPr lvl="0"/>
            <a:r>
              <a:rPr lang="en-US"/>
              <a:t>Text</a:t>
            </a:r>
          </a:p>
        </p:txBody>
      </p:sp>
    </p:spTree>
    <p:extLst>
      <p:ext uri="{BB962C8B-B14F-4D97-AF65-F5344CB8AC3E}">
        <p14:creationId xmlns:p14="http://schemas.microsoft.com/office/powerpoint/2010/main" val="919699066"/>
      </p:ext>
    </p:extLst>
  </p:cSld>
  <p:clrMapOvr>
    <a:masterClrMapping/>
  </p:clrMapOvr>
  <p:transition spd="med"/>
</p:sldLayout>
</file>

<file path=ppt/slideLayouts/slideLayout197.xml><?xml version="1.0" encoding="utf-8"?>
<p:sldLayout xmlns:a="http://schemas.openxmlformats.org/drawingml/2006/main" xmlns:r="http://schemas.openxmlformats.org/officeDocument/2006/relationships" xmlns:p="http://schemas.openxmlformats.org/presentationml/2006/main" showMasterSp="0" preserve="1" userDrawn="1">
  <p:cSld name="Infographic title, text, timeline - burgundy">
    <p:bg>
      <p:bgPr>
        <a:solidFill>
          <a:srgbClr val="730B39"/>
        </a:solidFill>
        <a:effectLst/>
      </p:bgPr>
    </p:bg>
    <p:spTree>
      <p:nvGrpSpPr>
        <p:cNvPr id="1" name=""/>
        <p:cNvGrpSpPr/>
        <p:nvPr/>
      </p:nvGrpSpPr>
      <p:grpSpPr>
        <a:xfrm>
          <a:off x="0" y="0"/>
          <a:ext cx="0" cy="0"/>
          <a:chOff x="0" y="0"/>
          <a:chExt cx="0" cy="0"/>
        </a:xfrm>
      </p:grpSpPr>
      <p:sp>
        <p:nvSpPr>
          <p:cNvPr id="14" name="Oval 13">
            <a:extLst>
              <a:ext uri="{FF2B5EF4-FFF2-40B4-BE49-F238E27FC236}">
                <a16:creationId xmlns:a16="http://schemas.microsoft.com/office/drawing/2014/main" id="{2DF690C2-B063-3244-02C0-5557E0C2B518}"/>
              </a:ext>
            </a:extLst>
          </p:cNvPr>
          <p:cNvSpPr/>
          <p:nvPr userDrawn="1"/>
        </p:nvSpPr>
        <p:spPr>
          <a:xfrm>
            <a:off x="591677" y="2506398"/>
            <a:ext cx="1397657" cy="1397657"/>
          </a:xfrm>
          <a:prstGeom prst="ellipse">
            <a:avLst/>
          </a:prstGeom>
          <a:solidFill>
            <a:srgbClr val="E7E696"/>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20000"/>
              </a:lnSpc>
              <a:spcBef>
                <a:spcPts val="0"/>
              </a:spcBef>
              <a:spcAft>
                <a:spcPts val="0"/>
              </a:spcAft>
              <a:buClrTx/>
              <a:buSzTx/>
              <a:buFontTx/>
              <a:buNone/>
              <a:tabLst/>
            </a:pPr>
            <a:endParaRPr kumimoji="0" lang="en-US" sz="3000" b="0" i="0" u="none" strike="noStrike" cap="all" spc="0" normalizeH="0" baseline="0">
              <a:ln>
                <a:noFill/>
              </a:ln>
              <a:solidFill>
                <a:srgbClr val="FFFFFF"/>
              </a:solidFill>
              <a:effectLst/>
              <a:uFillTx/>
              <a:latin typeface="Proxima Nova Extrabold"/>
              <a:ea typeface="Proxima Nova Extrabold"/>
              <a:cs typeface="Proxima Nova Extrabold"/>
              <a:sym typeface="Proxima Nova Extrabold"/>
            </a:endParaRPr>
          </a:p>
        </p:txBody>
      </p:sp>
      <p:sp>
        <p:nvSpPr>
          <p:cNvPr id="66" name="Slide Number"/>
          <p:cNvSpPr txBox="1">
            <a:spLocks noGrp="1"/>
          </p:cNvSpPr>
          <p:nvPr>
            <p:ph type="sldNum" sz="quarter" idx="2"/>
          </p:nvPr>
        </p:nvSpPr>
        <p:spPr>
          <a:prstGeom prst="rect">
            <a:avLst/>
          </a:prstGeom>
        </p:spPr>
        <p:txBody>
          <a:bodyPr/>
          <a:lstStyle>
            <a:lvl1pPr>
              <a:defRPr>
                <a:solidFill>
                  <a:schemeClr val="bg1"/>
                </a:solidFill>
              </a:defRPr>
            </a:lvl1pPr>
          </a:lstStyle>
          <a:p>
            <a:fld id="{86CB4B4D-7CA3-9044-876B-883B54F8677D}" type="slidenum">
              <a:rPr lang="en-GB" smtClean="0"/>
              <a:pPr/>
              <a:t>‹#›</a:t>
            </a:fld>
            <a:endParaRPr lang="en-GB"/>
          </a:p>
        </p:txBody>
      </p:sp>
      <p:pic>
        <p:nvPicPr>
          <p:cNvPr id="2" name="CGC logo white.png" descr="CGC logo white.png">
            <a:extLst>
              <a:ext uri="{FF2B5EF4-FFF2-40B4-BE49-F238E27FC236}">
                <a16:creationId xmlns:a16="http://schemas.microsoft.com/office/drawing/2014/main" id="{F030FD9B-C311-B2C8-AAC5-6809AD9950A7}"/>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285750" y="285750"/>
            <a:ext cx="1152091" cy="199818"/>
          </a:xfrm>
          <a:prstGeom prst="rect">
            <a:avLst/>
          </a:prstGeom>
          <a:ln w="12700">
            <a:miter lim="400000"/>
          </a:ln>
        </p:spPr>
      </p:pic>
      <p:sp>
        <p:nvSpPr>
          <p:cNvPr id="13" name="Text Placeholder 6">
            <a:extLst>
              <a:ext uri="{FF2B5EF4-FFF2-40B4-BE49-F238E27FC236}">
                <a16:creationId xmlns:a16="http://schemas.microsoft.com/office/drawing/2014/main" id="{A9F711BD-E166-CD61-2806-E46DE268182F}"/>
              </a:ext>
            </a:extLst>
          </p:cNvPr>
          <p:cNvSpPr>
            <a:spLocks noGrp="1"/>
          </p:cNvSpPr>
          <p:nvPr>
            <p:ph type="body" sz="quarter" idx="22" hasCustomPrompt="1"/>
          </p:nvPr>
        </p:nvSpPr>
        <p:spPr>
          <a:xfrm>
            <a:off x="655624" y="3085449"/>
            <a:ext cx="1280583" cy="230832"/>
          </a:xfrm>
          <a:prstGeom prst="rect">
            <a:avLst/>
          </a:prstGeom>
        </p:spPr>
        <p:txBody>
          <a:bodyPr anchor="b">
            <a:noAutofit/>
          </a:bodyPr>
          <a:lstStyle>
            <a:lvl1pPr marL="0" indent="0" algn="ctr">
              <a:lnSpc>
                <a:spcPct val="70000"/>
              </a:lnSpc>
              <a:spcBef>
                <a:spcPts val="0"/>
              </a:spcBef>
              <a:buNone/>
              <a:defRPr sz="900">
                <a:solidFill>
                  <a:schemeClr val="accent2"/>
                </a:solidFill>
                <a:latin typeface="+mj-lt"/>
              </a:defRPr>
            </a:lvl1pPr>
          </a:lstStyle>
          <a:p>
            <a:pPr lvl="0"/>
            <a:r>
              <a:rPr lang="en-US"/>
              <a:t>TITLE</a:t>
            </a:r>
          </a:p>
        </p:txBody>
      </p:sp>
      <p:sp>
        <p:nvSpPr>
          <p:cNvPr id="19" name="Oval 18">
            <a:extLst>
              <a:ext uri="{FF2B5EF4-FFF2-40B4-BE49-F238E27FC236}">
                <a16:creationId xmlns:a16="http://schemas.microsoft.com/office/drawing/2014/main" id="{628EF929-8BFB-8E52-8F40-14AA56EC8378}"/>
              </a:ext>
            </a:extLst>
          </p:cNvPr>
          <p:cNvSpPr/>
          <p:nvPr userDrawn="1"/>
        </p:nvSpPr>
        <p:spPr>
          <a:xfrm>
            <a:off x="2250356" y="2506398"/>
            <a:ext cx="1397657" cy="1397657"/>
          </a:xfrm>
          <a:prstGeom prst="ellipse">
            <a:avLst/>
          </a:prstGeom>
          <a:solidFill>
            <a:srgbClr val="E7E696"/>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20000"/>
              </a:lnSpc>
              <a:spcBef>
                <a:spcPts val="0"/>
              </a:spcBef>
              <a:spcAft>
                <a:spcPts val="0"/>
              </a:spcAft>
              <a:buClrTx/>
              <a:buSzTx/>
              <a:buFontTx/>
              <a:buNone/>
              <a:tabLst/>
            </a:pPr>
            <a:endParaRPr kumimoji="0" lang="en-US" sz="3000" b="0" i="0" u="none" strike="noStrike" cap="all" spc="0" normalizeH="0" baseline="0">
              <a:ln>
                <a:noFill/>
              </a:ln>
              <a:solidFill>
                <a:srgbClr val="FFFFFF"/>
              </a:solidFill>
              <a:effectLst/>
              <a:uFillTx/>
              <a:latin typeface="Proxima Nova Extrabold"/>
              <a:ea typeface="Proxima Nova Extrabold"/>
              <a:cs typeface="Proxima Nova Extrabold"/>
              <a:sym typeface="Proxima Nova Extrabold"/>
            </a:endParaRPr>
          </a:p>
        </p:txBody>
      </p:sp>
      <p:sp>
        <p:nvSpPr>
          <p:cNvPr id="20" name="Text Placeholder 6">
            <a:extLst>
              <a:ext uri="{FF2B5EF4-FFF2-40B4-BE49-F238E27FC236}">
                <a16:creationId xmlns:a16="http://schemas.microsoft.com/office/drawing/2014/main" id="{CCD6B512-4E42-C515-47B3-B8450B924286}"/>
              </a:ext>
            </a:extLst>
          </p:cNvPr>
          <p:cNvSpPr>
            <a:spLocks noGrp="1"/>
          </p:cNvSpPr>
          <p:nvPr>
            <p:ph type="body" sz="quarter" idx="67" hasCustomPrompt="1"/>
          </p:nvPr>
        </p:nvSpPr>
        <p:spPr>
          <a:xfrm>
            <a:off x="2314303" y="3085449"/>
            <a:ext cx="1280583" cy="230832"/>
          </a:xfrm>
          <a:prstGeom prst="rect">
            <a:avLst/>
          </a:prstGeom>
        </p:spPr>
        <p:txBody>
          <a:bodyPr anchor="b">
            <a:noAutofit/>
          </a:bodyPr>
          <a:lstStyle>
            <a:lvl1pPr marL="0" indent="0" algn="ctr">
              <a:lnSpc>
                <a:spcPct val="70000"/>
              </a:lnSpc>
              <a:spcBef>
                <a:spcPts val="0"/>
              </a:spcBef>
              <a:buNone/>
              <a:defRPr sz="900">
                <a:solidFill>
                  <a:schemeClr val="accent2"/>
                </a:solidFill>
                <a:latin typeface="+mj-lt"/>
              </a:defRPr>
            </a:lvl1pPr>
          </a:lstStyle>
          <a:p>
            <a:pPr lvl="0"/>
            <a:r>
              <a:rPr lang="en-US"/>
              <a:t>TITLE</a:t>
            </a:r>
          </a:p>
        </p:txBody>
      </p:sp>
      <p:sp>
        <p:nvSpPr>
          <p:cNvPr id="21" name="Oval 20">
            <a:extLst>
              <a:ext uri="{FF2B5EF4-FFF2-40B4-BE49-F238E27FC236}">
                <a16:creationId xmlns:a16="http://schemas.microsoft.com/office/drawing/2014/main" id="{4DF89472-8150-BA71-A809-A8F712716803}"/>
              </a:ext>
            </a:extLst>
          </p:cNvPr>
          <p:cNvSpPr/>
          <p:nvPr userDrawn="1"/>
        </p:nvSpPr>
        <p:spPr>
          <a:xfrm>
            <a:off x="3909035" y="2506398"/>
            <a:ext cx="1397657" cy="1397657"/>
          </a:xfrm>
          <a:prstGeom prst="ellipse">
            <a:avLst/>
          </a:prstGeom>
          <a:solidFill>
            <a:srgbClr val="E7E696"/>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20000"/>
              </a:lnSpc>
              <a:spcBef>
                <a:spcPts val="0"/>
              </a:spcBef>
              <a:spcAft>
                <a:spcPts val="0"/>
              </a:spcAft>
              <a:buClrTx/>
              <a:buSzTx/>
              <a:buFontTx/>
              <a:buNone/>
              <a:tabLst/>
            </a:pPr>
            <a:endParaRPr kumimoji="0" lang="en-US" sz="3000" b="0" i="0" u="none" strike="noStrike" cap="all" spc="0" normalizeH="0" baseline="0">
              <a:ln>
                <a:noFill/>
              </a:ln>
              <a:solidFill>
                <a:srgbClr val="FFFFFF"/>
              </a:solidFill>
              <a:effectLst/>
              <a:uFillTx/>
              <a:latin typeface="Proxima Nova Extrabold"/>
              <a:ea typeface="Proxima Nova Extrabold"/>
              <a:cs typeface="Proxima Nova Extrabold"/>
              <a:sym typeface="Proxima Nova Extrabold"/>
            </a:endParaRPr>
          </a:p>
        </p:txBody>
      </p:sp>
      <p:sp>
        <p:nvSpPr>
          <p:cNvPr id="22" name="Text Placeholder 6">
            <a:extLst>
              <a:ext uri="{FF2B5EF4-FFF2-40B4-BE49-F238E27FC236}">
                <a16:creationId xmlns:a16="http://schemas.microsoft.com/office/drawing/2014/main" id="{59D3C82F-D89A-DE3F-19F6-E61DEF659276}"/>
              </a:ext>
            </a:extLst>
          </p:cNvPr>
          <p:cNvSpPr>
            <a:spLocks noGrp="1"/>
          </p:cNvSpPr>
          <p:nvPr>
            <p:ph type="body" sz="quarter" idx="68" hasCustomPrompt="1"/>
          </p:nvPr>
        </p:nvSpPr>
        <p:spPr>
          <a:xfrm>
            <a:off x="3972982" y="3085449"/>
            <a:ext cx="1280583" cy="230832"/>
          </a:xfrm>
          <a:prstGeom prst="rect">
            <a:avLst/>
          </a:prstGeom>
        </p:spPr>
        <p:txBody>
          <a:bodyPr anchor="b">
            <a:noAutofit/>
          </a:bodyPr>
          <a:lstStyle>
            <a:lvl1pPr marL="0" indent="0" algn="ctr">
              <a:lnSpc>
                <a:spcPct val="70000"/>
              </a:lnSpc>
              <a:spcBef>
                <a:spcPts val="0"/>
              </a:spcBef>
              <a:buNone/>
              <a:defRPr sz="900">
                <a:solidFill>
                  <a:schemeClr val="accent2"/>
                </a:solidFill>
                <a:latin typeface="+mj-lt"/>
              </a:defRPr>
            </a:lvl1pPr>
          </a:lstStyle>
          <a:p>
            <a:pPr lvl="0"/>
            <a:r>
              <a:rPr lang="en-US"/>
              <a:t>TITLE</a:t>
            </a:r>
          </a:p>
        </p:txBody>
      </p:sp>
      <p:sp>
        <p:nvSpPr>
          <p:cNvPr id="23" name="Oval 22">
            <a:extLst>
              <a:ext uri="{FF2B5EF4-FFF2-40B4-BE49-F238E27FC236}">
                <a16:creationId xmlns:a16="http://schemas.microsoft.com/office/drawing/2014/main" id="{CE03D2F3-0841-C991-0C3B-82BD240B33CB}"/>
              </a:ext>
            </a:extLst>
          </p:cNvPr>
          <p:cNvSpPr/>
          <p:nvPr userDrawn="1"/>
        </p:nvSpPr>
        <p:spPr>
          <a:xfrm>
            <a:off x="5567714" y="2506398"/>
            <a:ext cx="1397657" cy="1397657"/>
          </a:xfrm>
          <a:prstGeom prst="ellipse">
            <a:avLst/>
          </a:prstGeom>
          <a:solidFill>
            <a:srgbClr val="E7E696"/>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20000"/>
              </a:lnSpc>
              <a:spcBef>
                <a:spcPts val="0"/>
              </a:spcBef>
              <a:spcAft>
                <a:spcPts val="0"/>
              </a:spcAft>
              <a:buClrTx/>
              <a:buSzTx/>
              <a:buFontTx/>
              <a:buNone/>
              <a:tabLst/>
            </a:pPr>
            <a:endParaRPr kumimoji="0" lang="en-US" sz="3000" b="0" i="0" u="none" strike="noStrike" cap="all" spc="0" normalizeH="0" baseline="0">
              <a:ln>
                <a:noFill/>
              </a:ln>
              <a:solidFill>
                <a:srgbClr val="FFFFFF"/>
              </a:solidFill>
              <a:effectLst/>
              <a:uFillTx/>
              <a:latin typeface="Proxima Nova Extrabold"/>
              <a:ea typeface="Proxima Nova Extrabold"/>
              <a:cs typeface="Proxima Nova Extrabold"/>
              <a:sym typeface="Proxima Nova Extrabold"/>
            </a:endParaRPr>
          </a:p>
        </p:txBody>
      </p:sp>
      <p:sp>
        <p:nvSpPr>
          <p:cNvPr id="24" name="Text Placeholder 6">
            <a:extLst>
              <a:ext uri="{FF2B5EF4-FFF2-40B4-BE49-F238E27FC236}">
                <a16:creationId xmlns:a16="http://schemas.microsoft.com/office/drawing/2014/main" id="{C3B45202-84D7-1B71-890D-63F751B2B333}"/>
              </a:ext>
            </a:extLst>
          </p:cNvPr>
          <p:cNvSpPr>
            <a:spLocks noGrp="1"/>
          </p:cNvSpPr>
          <p:nvPr>
            <p:ph type="body" sz="quarter" idx="69" hasCustomPrompt="1"/>
          </p:nvPr>
        </p:nvSpPr>
        <p:spPr>
          <a:xfrm>
            <a:off x="5631661" y="3085449"/>
            <a:ext cx="1280583" cy="230832"/>
          </a:xfrm>
          <a:prstGeom prst="rect">
            <a:avLst/>
          </a:prstGeom>
        </p:spPr>
        <p:txBody>
          <a:bodyPr anchor="b">
            <a:noAutofit/>
          </a:bodyPr>
          <a:lstStyle>
            <a:lvl1pPr marL="0" indent="0" algn="ctr">
              <a:lnSpc>
                <a:spcPct val="70000"/>
              </a:lnSpc>
              <a:spcBef>
                <a:spcPts val="0"/>
              </a:spcBef>
              <a:buNone/>
              <a:defRPr sz="900">
                <a:solidFill>
                  <a:schemeClr val="accent2"/>
                </a:solidFill>
                <a:latin typeface="+mj-lt"/>
              </a:defRPr>
            </a:lvl1pPr>
          </a:lstStyle>
          <a:p>
            <a:pPr lvl="0"/>
            <a:r>
              <a:rPr lang="en-US"/>
              <a:t>TITLE</a:t>
            </a:r>
          </a:p>
        </p:txBody>
      </p:sp>
      <p:sp>
        <p:nvSpPr>
          <p:cNvPr id="25" name="Oval 24">
            <a:extLst>
              <a:ext uri="{FF2B5EF4-FFF2-40B4-BE49-F238E27FC236}">
                <a16:creationId xmlns:a16="http://schemas.microsoft.com/office/drawing/2014/main" id="{46AE4489-F8A3-1102-981F-14F437034BE5}"/>
              </a:ext>
            </a:extLst>
          </p:cNvPr>
          <p:cNvSpPr/>
          <p:nvPr userDrawn="1"/>
        </p:nvSpPr>
        <p:spPr>
          <a:xfrm>
            <a:off x="7226393" y="2506398"/>
            <a:ext cx="1397657" cy="1397657"/>
          </a:xfrm>
          <a:prstGeom prst="ellipse">
            <a:avLst/>
          </a:prstGeom>
          <a:solidFill>
            <a:srgbClr val="E7E696"/>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20000"/>
              </a:lnSpc>
              <a:spcBef>
                <a:spcPts val="0"/>
              </a:spcBef>
              <a:spcAft>
                <a:spcPts val="0"/>
              </a:spcAft>
              <a:buClrTx/>
              <a:buSzTx/>
              <a:buFontTx/>
              <a:buNone/>
              <a:tabLst/>
            </a:pPr>
            <a:endParaRPr kumimoji="0" lang="en-US" sz="3000" b="0" i="0" u="none" strike="noStrike" cap="all" spc="0" normalizeH="0" baseline="0">
              <a:ln>
                <a:noFill/>
              </a:ln>
              <a:solidFill>
                <a:srgbClr val="FFFFFF"/>
              </a:solidFill>
              <a:effectLst/>
              <a:uFillTx/>
              <a:latin typeface="Proxima Nova Extrabold"/>
              <a:ea typeface="Proxima Nova Extrabold"/>
              <a:cs typeface="Proxima Nova Extrabold"/>
              <a:sym typeface="Proxima Nova Extrabold"/>
            </a:endParaRPr>
          </a:p>
        </p:txBody>
      </p:sp>
      <p:sp>
        <p:nvSpPr>
          <p:cNvPr id="28" name="Text Placeholder 6">
            <a:extLst>
              <a:ext uri="{FF2B5EF4-FFF2-40B4-BE49-F238E27FC236}">
                <a16:creationId xmlns:a16="http://schemas.microsoft.com/office/drawing/2014/main" id="{208B0422-0A23-5FE4-B41D-3EAE98BC1F4A}"/>
              </a:ext>
            </a:extLst>
          </p:cNvPr>
          <p:cNvSpPr>
            <a:spLocks noGrp="1"/>
          </p:cNvSpPr>
          <p:nvPr>
            <p:ph type="body" sz="quarter" idx="70" hasCustomPrompt="1"/>
          </p:nvPr>
        </p:nvSpPr>
        <p:spPr>
          <a:xfrm>
            <a:off x="7290340" y="3085449"/>
            <a:ext cx="1280583" cy="230832"/>
          </a:xfrm>
          <a:prstGeom prst="rect">
            <a:avLst/>
          </a:prstGeom>
        </p:spPr>
        <p:txBody>
          <a:bodyPr anchor="b">
            <a:noAutofit/>
          </a:bodyPr>
          <a:lstStyle>
            <a:lvl1pPr marL="0" indent="0" algn="ctr">
              <a:lnSpc>
                <a:spcPct val="70000"/>
              </a:lnSpc>
              <a:spcBef>
                <a:spcPts val="0"/>
              </a:spcBef>
              <a:buNone/>
              <a:defRPr sz="900">
                <a:solidFill>
                  <a:schemeClr val="accent2"/>
                </a:solidFill>
                <a:latin typeface="+mj-lt"/>
              </a:defRPr>
            </a:lvl1pPr>
          </a:lstStyle>
          <a:p>
            <a:pPr lvl="0"/>
            <a:r>
              <a:rPr lang="en-US"/>
              <a:t>TITLE</a:t>
            </a:r>
          </a:p>
        </p:txBody>
      </p:sp>
      <p:sp>
        <p:nvSpPr>
          <p:cNvPr id="6" name="Text Placeholder 6">
            <a:extLst>
              <a:ext uri="{FF2B5EF4-FFF2-40B4-BE49-F238E27FC236}">
                <a16:creationId xmlns:a16="http://schemas.microsoft.com/office/drawing/2014/main" id="{0712FCDE-51A2-D1EC-DCC5-646B14F6CA23}"/>
              </a:ext>
            </a:extLst>
          </p:cNvPr>
          <p:cNvSpPr>
            <a:spLocks noGrp="1"/>
          </p:cNvSpPr>
          <p:nvPr>
            <p:ph type="body" sz="quarter" idx="61" hasCustomPrompt="1"/>
          </p:nvPr>
        </p:nvSpPr>
        <p:spPr>
          <a:xfrm>
            <a:off x="623278" y="895100"/>
            <a:ext cx="4316609" cy="762933"/>
          </a:xfrm>
          <a:prstGeom prst="rect">
            <a:avLst/>
          </a:prstGeom>
        </p:spPr>
        <p:txBody>
          <a:bodyPr lIns="0" tIns="0" rIns="0" bIns="0" anchor="b">
            <a:noAutofit/>
          </a:bodyPr>
          <a:lstStyle>
            <a:lvl1pPr marL="0" indent="0">
              <a:lnSpc>
                <a:spcPct val="70000"/>
              </a:lnSpc>
              <a:buNone/>
              <a:defRPr sz="3750">
                <a:solidFill>
                  <a:schemeClr val="accent3"/>
                </a:solidFill>
                <a:latin typeface="+mj-lt"/>
              </a:defRPr>
            </a:lvl1pPr>
          </a:lstStyle>
          <a:p>
            <a:pPr lvl="0"/>
            <a:r>
              <a:rPr lang="en-US"/>
              <a:t>TITLE</a:t>
            </a:r>
          </a:p>
        </p:txBody>
      </p:sp>
      <p:sp>
        <p:nvSpPr>
          <p:cNvPr id="7" name="Text Placeholder 14">
            <a:extLst>
              <a:ext uri="{FF2B5EF4-FFF2-40B4-BE49-F238E27FC236}">
                <a16:creationId xmlns:a16="http://schemas.microsoft.com/office/drawing/2014/main" id="{375EA229-4A01-4C04-FC1E-41605252622D}"/>
              </a:ext>
            </a:extLst>
          </p:cNvPr>
          <p:cNvSpPr>
            <a:spLocks noGrp="1"/>
          </p:cNvSpPr>
          <p:nvPr>
            <p:ph type="body" sz="quarter" idx="23" hasCustomPrompt="1"/>
          </p:nvPr>
        </p:nvSpPr>
        <p:spPr>
          <a:xfrm>
            <a:off x="623277" y="1948972"/>
            <a:ext cx="4801145" cy="300083"/>
          </a:xfrm>
        </p:spPr>
        <p:txBody>
          <a:bodyPr lIns="0" tIns="0" rIns="0" bIns="0">
            <a:noAutofit/>
          </a:bodyPr>
          <a:lstStyle>
            <a:lvl1pPr marL="0" indent="0">
              <a:lnSpc>
                <a:spcPct val="90000"/>
              </a:lnSpc>
              <a:spcBef>
                <a:spcPts val="0"/>
              </a:spcBef>
              <a:buNone/>
              <a:defRPr sz="1200">
                <a:solidFill>
                  <a:schemeClr val="bg1"/>
                </a:solidFill>
              </a:defRPr>
            </a:lvl1pPr>
          </a:lstStyle>
          <a:p>
            <a:pPr lvl="0"/>
            <a:r>
              <a:rPr lang="en-US"/>
              <a:t>Text</a:t>
            </a:r>
          </a:p>
        </p:txBody>
      </p:sp>
      <p:sp>
        <p:nvSpPr>
          <p:cNvPr id="8" name="Text Placeholder 14">
            <a:extLst>
              <a:ext uri="{FF2B5EF4-FFF2-40B4-BE49-F238E27FC236}">
                <a16:creationId xmlns:a16="http://schemas.microsoft.com/office/drawing/2014/main" id="{C1BA0C07-963B-B656-BB62-1F1FBC4E83D2}"/>
              </a:ext>
            </a:extLst>
          </p:cNvPr>
          <p:cNvSpPr>
            <a:spLocks noGrp="1"/>
          </p:cNvSpPr>
          <p:nvPr>
            <p:ph type="body" sz="quarter" idx="66" hasCustomPrompt="1"/>
          </p:nvPr>
        </p:nvSpPr>
        <p:spPr>
          <a:xfrm>
            <a:off x="624223" y="4485108"/>
            <a:ext cx="6294264" cy="300083"/>
          </a:xfrm>
        </p:spPr>
        <p:txBody>
          <a:bodyPr lIns="0" tIns="0" rIns="0" bIns="0">
            <a:noAutofit/>
          </a:bodyPr>
          <a:lstStyle>
            <a:lvl1pPr marL="0" indent="0">
              <a:lnSpc>
                <a:spcPct val="90000"/>
              </a:lnSpc>
              <a:spcBef>
                <a:spcPts val="0"/>
              </a:spcBef>
              <a:buNone/>
              <a:defRPr sz="680">
                <a:solidFill>
                  <a:schemeClr val="bg1"/>
                </a:solidFill>
              </a:defRPr>
            </a:lvl1pPr>
          </a:lstStyle>
          <a:p>
            <a:pPr lvl="0"/>
            <a:r>
              <a:rPr lang="en-US"/>
              <a:t>Text</a:t>
            </a:r>
          </a:p>
        </p:txBody>
      </p:sp>
    </p:spTree>
    <p:extLst>
      <p:ext uri="{BB962C8B-B14F-4D97-AF65-F5344CB8AC3E}">
        <p14:creationId xmlns:p14="http://schemas.microsoft.com/office/powerpoint/2010/main" val="2494236605"/>
      </p:ext>
    </p:extLst>
  </p:cSld>
  <p:clrMapOvr>
    <a:masterClrMapping/>
  </p:clrMapOvr>
  <p:transition spd="med"/>
</p:sldLayout>
</file>

<file path=ppt/slideLayouts/slideLayout198.xml><?xml version="1.0" encoding="utf-8"?>
<p:sldLayout xmlns:a="http://schemas.openxmlformats.org/drawingml/2006/main" xmlns:r="http://schemas.openxmlformats.org/officeDocument/2006/relationships" xmlns:p="http://schemas.openxmlformats.org/presentationml/2006/main" showMasterSp="0" preserve="1" userDrawn="1">
  <p:cSld name="Image over shape left + title, numbered list right">
    <p:bg>
      <p:bgPr>
        <a:solidFill>
          <a:srgbClr val="FDFAF2"/>
        </a:solidFill>
        <a:effectLst/>
      </p:bgPr>
    </p:bg>
    <p:spTree>
      <p:nvGrpSpPr>
        <p:cNvPr id="1" name=""/>
        <p:cNvGrpSpPr/>
        <p:nvPr/>
      </p:nvGrpSpPr>
      <p:grpSpPr>
        <a:xfrm>
          <a:off x="0" y="0"/>
          <a:ext cx="0" cy="0"/>
          <a:chOff x="0" y="0"/>
          <a:chExt cx="0" cy="0"/>
        </a:xfrm>
      </p:grpSpPr>
      <p:sp>
        <p:nvSpPr>
          <p:cNvPr id="184" name="Slide Number"/>
          <p:cNvSpPr txBox="1">
            <a:spLocks noGrp="1"/>
          </p:cNvSpPr>
          <p:nvPr>
            <p:ph type="sldNum" sz="quarter" idx="2"/>
          </p:nvPr>
        </p:nvSpPr>
        <p:spPr>
          <a:prstGeom prst="rect">
            <a:avLst/>
          </a:prstGeom>
        </p:spPr>
        <p:txBody>
          <a:bodyPr/>
          <a:lstStyle>
            <a:lvl1pPr>
              <a:defRPr>
                <a:solidFill>
                  <a:schemeClr val="tx1"/>
                </a:solidFill>
              </a:defRPr>
            </a:lvl1pPr>
          </a:lstStyle>
          <a:p>
            <a:fld id="{86CB4B4D-7CA3-9044-876B-883B54F8677D}" type="slidenum">
              <a:rPr lang="en-GB" smtClean="0"/>
              <a:pPr/>
              <a:t>‹#›</a:t>
            </a:fld>
            <a:endParaRPr lang="en-GB"/>
          </a:p>
        </p:txBody>
      </p:sp>
      <p:sp>
        <p:nvSpPr>
          <p:cNvPr id="15" name="Text Placeholder 14">
            <a:extLst>
              <a:ext uri="{FF2B5EF4-FFF2-40B4-BE49-F238E27FC236}">
                <a16:creationId xmlns:a16="http://schemas.microsoft.com/office/drawing/2014/main" id="{4D7654DB-631C-DFCF-EF34-B99E8857C7B1}"/>
              </a:ext>
            </a:extLst>
          </p:cNvPr>
          <p:cNvSpPr>
            <a:spLocks noGrp="1"/>
          </p:cNvSpPr>
          <p:nvPr>
            <p:ph type="body" sz="quarter" idx="11" hasCustomPrompt="1"/>
          </p:nvPr>
        </p:nvSpPr>
        <p:spPr>
          <a:xfrm>
            <a:off x="5001050" y="1286288"/>
            <a:ext cx="3326488" cy="546155"/>
          </a:xfrm>
          <a:prstGeom prst="rect">
            <a:avLst/>
          </a:prstGeom>
        </p:spPr>
        <p:txBody>
          <a:bodyPr lIns="0" tIns="0" rIns="0" bIns="0" anchor="b">
            <a:noAutofit/>
          </a:bodyPr>
          <a:lstStyle>
            <a:lvl1pPr marL="0" marR="0" indent="0" algn="l" defTabSz="219075" rtl="0" eaLnBrk="1" fontAlgn="auto" latinLnBrk="0" hangingPunct="1">
              <a:lnSpc>
                <a:spcPct val="100000"/>
              </a:lnSpc>
              <a:spcBef>
                <a:spcPts val="900"/>
              </a:spcBef>
              <a:spcAft>
                <a:spcPts val="0"/>
              </a:spcAft>
              <a:buClr>
                <a:srgbClr val="57BEF0"/>
              </a:buClr>
              <a:buSzPct val="250000"/>
              <a:buFontTx/>
              <a:buNone/>
              <a:tabLst/>
              <a:defRPr sz="3000">
                <a:solidFill>
                  <a:schemeClr val="tx1"/>
                </a:solidFill>
                <a:latin typeface="+mj-lt"/>
              </a:defRPr>
            </a:lvl1pPr>
          </a:lstStyle>
          <a:p>
            <a:pPr marL="0" marR="0" lvl="0" indent="0" algn="l" defTabSz="219075" rtl="0" eaLnBrk="1" fontAlgn="auto" latinLnBrk="0" hangingPunct="1">
              <a:lnSpc>
                <a:spcPct val="100000"/>
              </a:lnSpc>
              <a:spcBef>
                <a:spcPts val="900"/>
              </a:spcBef>
              <a:spcAft>
                <a:spcPts val="0"/>
              </a:spcAft>
              <a:buClr>
                <a:srgbClr val="57BEF0"/>
              </a:buClr>
              <a:buSzPct val="250000"/>
              <a:buFontTx/>
              <a:buNone/>
              <a:tabLst/>
              <a:defRPr/>
            </a:pPr>
            <a:r>
              <a:rPr lang="en-US"/>
              <a:t>TITLE</a:t>
            </a:r>
          </a:p>
        </p:txBody>
      </p:sp>
      <p:pic>
        <p:nvPicPr>
          <p:cNvPr id="9" name="CGC logo.png" descr="CGC logo.png">
            <a:extLst>
              <a:ext uri="{FF2B5EF4-FFF2-40B4-BE49-F238E27FC236}">
                <a16:creationId xmlns:a16="http://schemas.microsoft.com/office/drawing/2014/main" id="{F5D0896A-85F3-2FA7-58ED-F35C784639C4}"/>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285750" y="285750"/>
            <a:ext cx="1152525" cy="199894"/>
          </a:xfrm>
          <a:prstGeom prst="rect">
            <a:avLst/>
          </a:prstGeom>
          <a:ln w="12700">
            <a:miter lim="400000"/>
          </a:ln>
        </p:spPr>
      </p:pic>
      <p:sp>
        <p:nvSpPr>
          <p:cNvPr id="3" name="Oval">
            <a:extLst>
              <a:ext uri="{FF2B5EF4-FFF2-40B4-BE49-F238E27FC236}">
                <a16:creationId xmlns:a16="http://schemas.microsoft.com/office/drawing/2014/main" id="{C025D860-4118-2D21-39A3-E3795DAE19B2}"/>
              </a:ext>
            </a:extLst>
          </p:cNvPr>
          <p:cNvSpPr/>
          <p:nvPr userDrawn="1"/>
        </p:nvSpPr>
        <p:spPr>
          <a:xfrm>
            <a:off x="2040634" y="2416753"/>
            <a:ext cx="1985876" cy="1961553"/>
          </a:xfrm>
          <a:prstGeom prst="ellipse">
            <a:avLst/>
          </a:prstGeom>
          <a:solidFill>
            <a:srgbClr val="691839"/>
          </a:solidFill>
          <a:ln w="12700">
            <a:miter lim="400000"/>
          </a:ln>
        </p:spPr>
        <p:txBody>
          <a:bodyPr lIns="19050" tIns="19050" rIns="19050" bIns="19050" anchor="ctr"/>
          <a:lstStyle/>
          <a:p>
            <a:pPr algn="ctr" defTabSz="309563">
              <a:lnSpc>
                <a:spcPct val="120000"/>
              </a:lnSpc>
              <a:spcBef>
                <a:spcPts val="0"/>
              </a:spcBef>
              <a:defRPr cap="all">
                <a:solidFill>
                  <a:srgbClr val="691839"/>
                </a:solidFill>
                <a:latin typeface="Proxima Nova Extrabold"/>
                <a:ea typeface="Proxima Nova Extrabold"/>
                <a:cs typeface="Proxima Nova Extrabold"/>
                <a:sym typeface="Proxima Nova Extrabold"/>
              </a:defRPr>
            </a:pPr>
            <a:endParaRPr sz="422"/>
          </a:p>
        </p:txBody>
      </p:sp>
      <p:sp>
        <p:nvSpPr>
          <p:cNvPr id="7" name="Picture Placeholder 7">
            <a:extLst>
              <a:ext uri="{FF2B5EF4-FFF2-40B4-BE49-F238E27FC236}">
                <a16:creationId xmlns:a16="http://schemas.microsoft.com/office/drawing/2014/main" id="{85E88752-8BCE-32C5-78C3-934BB1DF1831}"/>
              </a:ext>
            </a:extLst>
          </p:cNvPr>
          <p:cNvSpPr>
            <a:spLocks noGrp="1"/>
          </p:cNvSpPr>
          <p:nvPr>
            <p:ph type="pic" sz="quarter" idx="14"/>
          </p:nvPr>
        </p:nvSpPr>
        <p:spPr>
          <a:xfrm>
            <a:off x="1621454" y="1388332"/>
            <a:ext cx="1894273" cy="2431703"/>
          </a:xfrm>
          <a:prstGeom prst="rect">
            <a:avLst/>
          </a:prstGeom>
          <a:effectLst>
            <a:softEdge rad="101600"/>
          </a:effectLst>
        </p:spPr>
        <p:txBody>
          <a:bodyPr/>
          <a:lstStyle/>
          <a:p>
            <a:endParaRPr lang="en-US"/>
          </a:p>
        </p:txBody>
      </p:sp>
      <p:sp>
        <p:nvSpPr>
          <p:cNvPr id="10" name="Text Placeholder 14">
            <a:extLst>
              <a:ext uri="{FF2B5EF4-FFF2-40B4-BE49-F238E27FC236}">
                <a16:creationId xmlns:a16="http://schemas.microsoft.com/office/drawing/2014/main" id="{0FD435B2-EA6F-97E8-D79F-CC1E7EB74346}"/>
              </a:ext>
            </a:extLst>
          </p:cNvPr>
          <p:cNvSpPr>
            <a:spLocks noGrp="1"/>
          </p:cNvSpPr>
          <p:nvPr>
            <p:ph type="body" sz="quarter" idx="24" hasCustomPrompt="1"/>
          </p:nvPr>
        </p:nvSpPr>
        <p:spPr>
          <a:xfrm>
            <a:off x="5000104" y="2109667"/>
            <a:ext cx="2859619" cy="2485828"/>
          </a:xfrm>
        </p:spPr>
        <p:txBody>
          <a:bodyPr lIns="0" tIns="0" rIns="0" bIns="0" anchor="t">
            <a:noAutofit/>
          </a:bodyPr>
          <a:lstStyle>
            <a:lvl1pPr marL="228600" indent="-228600">
              <a:lnSpc>
                <a:spcPct val="130000"/>
              </a:lnSpc>
              <a:spcBef>
                <a:spcPts val="600"/>
              </a:spcBef>
              <a:buClr>
                <a:srgbClr val="0F2240"/>
              </a:buClr>
              <a:buSzPct val="100000"/>
              <a:buFont typeface="+mj-lt"/>
              <a:buAutoNum type="arabicPeriod"/>
              <a:defRPr sz="900">
                <a:solidFill>
                  <a:schemeClr val="tx1"/>
                </a:solidFill>
              </a:defRPr>
            </a:lvl1pPr>
          </a:lstStyle>
          <a:p>
            <a:pPr lvl="0"/>
            <a:r>
              <a:rPr lang="en-US"/>
              <a:t>Text</a:t>
            </a:r>
          </a:p>
        </p:txBody>
      </p:sp>
    </p:spTree>
    <p:extLst>
      <p:ext uri="{BB962C8B-B14F-4D97-AF65-F5344CB8AC3E}">
        <p14:creationId xmlns:p14="http://schemas.microsoft.com/office/powerpoint/2010/main" val="2822518634"/>
      </p:ext>
    </p:extLst>
  </p:cSld>
  <p:clrMapOvr>
    <a:masterClrMapping/>
  </p:clrMapOvr>
  <p:transition spd="med"/>
</p:sldLayout>
</file>

<file path=ppt/slideLayouts/slideLayout199.xml><?xml version="1.0" encoding="utf-8"?>
<p:sldLayout xmlns:a="http://schemas.openxmlformats.org/drawingml/2006/main" xmlns:r="http://schemas.openxmlformats.org/officeDocument/2006/relationships" xmlns:p="http://schemas.openxmlformats.org/presentationml/2006/main" showMasterSp="0" preserve="1" userDrawn="1">
  <p:cSld name="Testimonial 1">
    <p:bg>
      <p:bgPr>
        <a:solidFill>
          <a:srgbClr val="730B39"/>
        </a:solidFill>
        <a:effectLst/>
      </p:bgPr>
    </p:bg>
    <p:spTree>
      <p:nvGrpSpPr>
        <p:cNvPr id="1" name=""/>
        <p:cNvGrpSpPr/>
        <p:nvPr/>
      </p:nvGrpSpPr>
      <p:grpSpPr>
        <a:xfrm>
          <a:off x="0" y="0"/>
          <a:ext cx="0" cy="0"/>
          <a:chOff x="0" y="0"/>
          <a:chExt cx="0" cy="0"/>
        </a:xfrm>
      </p:grpSpPr>
      <p:pic>
        <p:nvPicPr>
          <p:cNvPr id="4" name="CGC logo white.png" descr="CGC logo white.png">
            <a:extLst>
              <a:ext uri="{FF2B5EF4-FFF2-40B4-BE49-F238E27FC236}">
                <a16:creationId xmlns:a16="http://schemas.microsoft.com/office/drawing/2014/main" id="{10F7AA0E-544A-B751-F56E-AACB2AB930BF}"/>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285750" y="285750"/>
            <a:ext cx="1152091" cy="199818"/>
          </a:xfrm>
          <a:prstGeom prst="rect">
            <a:avLst/>
          </a:prstGeom>
          <a:ln w="12700">
            <a:miter lim="400000"/>
          </a:ln>
        </p:spPr>
      </p:pic>
      <p:sp>
        <p:nvSpPr>
          <p:cNvPr id="9" name="Text Placeholder 6">
            <a:extLst>
              <a:ext uri="{FF2B5EF4-FFF2-40B4-BE49-F238E27FC236}">
                <a16:creationId xmlns:a16="http://schemas.microsoft.com/office/drawing/2014/main" id="{163A438E-B8B7-39A5-33E9-248138DE9EC3}"/>
              </a:ext>
            </a:extLst>
          </p:cNvPr>
          <p:cNvSpPr>
            <a:spLocks noGrp="1"/>
          </p:cNvSpPr>
          <p:nvPr>
            <p:ph type="body" sz="quarter" idx="23" hasCustomPrompt="1"/>
          </p:nvPr>
        </p:nvSpPr>
        <p:spPr>
          <a:xfrm>
            <a:off x="1646240" y="1345396"/>
            <a:ext cx="1280583" cy="230832"/>
          </a:xfrm>
          <a:prstGeom prst="rect">
            <a:avLst/>
          </a:prstGeom>
        </p:spPr>
        <p:txBody>
          <a:bodyPr lIns="0" tIns="0" rIns="0" bIns="0" anchor="b">
            <a:noAutofit/>
          </a:bodyPr>
          <a:lstStyle>
            <a:lvl1pPr marL="0" indent="0" algn="l">
              <a:lnSpc>
                <a:spcPct val="70000"/>
              </a:lnSpc>
              <a:spcBef>
                <a:spcPts val="0"/>
              </a:spcBef>
              <a:buNone/>
              <a:defRPr sz="900">
                <a:solidFill>
                  <a:schemeClr val="accent3"/>
                </a:solidFill>
                <a:latin typeface="+mj-lt"/>
              </a:defRPr>
            </a:lvl1pPr>
          </a:lstStyle>
          <a:p>
            <a:pPr lvl="0"/>
            <a:r>
              <a:rPr lang="en-US"/>
              <a:t>TITLE</a:t>
            </a:r>
          </a:p>
        </p:txBody>
      </p:sp>
      <p:sp>
        <p:nvSpPr>
          <p:cNvPr id="10" name="Text Placeholder 5">
            <a:extLst>
              <a:ext uri="{FF2B5EF4-FFF2-40B4-BE49-F238E27FC236}">
                <a16:creationId xmlns:a16="http://schemas.microsoft.com/office/drawing/2014/main" id="{7EBA1087-26F3-8C7C-64D5-8F3BA965DA64}"/>
              </a:ext>
            </a:extLst>
          </p:cNvPr>
          <p:cNvSpPr>
            <a:spLocks noGrp="1"/>
          </p:cNvSpPr>
          <p:nvPr>
            <p:ph type="body" sz="quarter" idx="24" hasCustomPrompt="1"/>
          </p:nvPr>
        </p:nvSpPr>
        <p:spPr>
          <a:xfrm>
            <a:off x="1646240" y="1716900"/>
            <a:ext cx="5976491" cy="1850373"/>
          </a:xfrm>
        </p:spPr>
        <p:txBody>
          <a:bodyPr lIns="0" tIns="0" rIns="0" bIns="0" anchor="t">
            <a:noAutofit/>
          </a:bodyPr>
          <a:lstStyle>
            <a:lvl1pPr marL="0" indent="0" algn="l">
              <a:lnSpc>
                <a:spcPct val="100000"/>
              </a:lnSpc>
              <a:spcBef>
                <a:spcPts val="0"/>
              </a:spcBef>
              <a:buNone/>
              <a:defRPr sz="2100">
                <a:solidFill>
                  <a:schemeClr val="bg1"/>
                </a:solidFill>
              </a:defRPr>
            </a:lvl1pPr>
          </a:lstStyle>
          <a:p>
            <a:pPr lvl="0"/>
            <a:r>
              <a:rPr lang="en-US"/>
              <a:t>Text</a:t>
            </a:r>
          </a:p>
        </p:txBody>
      </p:sp>
    </p:spTree>
    <p:extLst>
      <p:ext uri="{BB962C8B-B14F-4D97-AF65-F5344CB8AC3E}">
        <p14:creationId xmlns:p14="http://schemas.microsoft.com/office/powerpoint/2010/main" val="499567893"/>
      </p:ext>
    </p:extLst>
  </p:cSld>
  <p:clrMapOvr>
    <a:masterClrMapping/>
  </p:clrMapOvr>
  <p:transition spd="med"/>
</p:sldLayout>
</file>

<file path=ppt/slideLayouts/slideLayout200.xml><?xml version="1.0" encoding="utf-8"?>
<p:sldLayout xmlns:a="http://schemas.openxmlformats.org/drawingml/2006/main" xmlns:r="http://schemas.openxmlformats.org/officeDocument/2006/relationships" xmlns:p="http://schemas.openxmlformats.org/presentationml/2006/main" showMasterSp="0" preserve="1" userDrawn="1">
  <p:cSld name="Testimonial 2">
    <p:bg>
      <p:bgPr>
        <a:solidFill>
          <a:srgbClr val="0143FD"/>
        </a:solidFill>
        <a:effectLst/>
      </p:bgPr>
    </p:bg>
    <p:spTree>
      <p:nvGrpSpPr>
        <p:cNvPr id="1" name=""/>
        <p:cNvGrpSpPr/>
        <p:nvPr/>
      </p:nvGrpSpPr>
      <p:grpSpPr>
        <a:xfrm>
          <a:off x="0" y="0"/>
          <a:ext cx="0" cy="0"/>
          <a:chOff x="0" y="0"/>
          <a:chExt cx="0" cy="0"/>
        </a:xfrm>
      </p:grpSpPr>
      <p:pic>
        <p:nvPicPr>
          <p:cNvPr id="2" name="shape-1.svg" descr="shape-1.svg">
            <a:extLst>
              <a:ext uri="{FF2B5EF4-FFF2-40B4-BE49-F238E27FC236}">
                <a16:creationId xmlns:a16="http://schemas.microsoft.com/office/drawing/2014/main" id="{E81D208B-3726-A672-D9C4-DBB540141BF0}"/>
              </a:ext>
            </a:extLst>
          </p:cNvPr>
          <p:cNvPicPr>
            <a:picLocks noChangeAspect="1"/>
          </p:cNvPicPr>
          <p:nvPr userDrawn="1"/>
        </p:nvPicPr>
        <p:blipFill>
          <a:blip r:embed="rId2" cstate="hqprint">
            <a:extLst>
              <a:ext uri="{28A0092B-C50C-407E-A947-70E740481C1C}">
                <a14:useLocalDpi xmlns:a14="http://schemas.microsoft.com/office/drawing/2010/main"/>
              </a:ext>
            </a:extLst>
          </a:blip>
          <a:srcRect/>
          <a:stretch>
            <a:fillRect/>
          </a:stretch>
        </p:blipFill>
        <p:spPr>
          <a:xfrm>
            <a:off x="0" y="3762967"/>
            <a:ext cx="4572000" cy="1380533"/>
          </a:xfrm>
          <a:prstGeom prst="rect">
            <a:avLst/>
          </a:prstGeom>
          <a:ln w="12700">
            <a:miter lim="400000"/>
          </a:ln>
        </p:spPr>
      </p:pic>
      <p:pic>
        <p:nvPicPr>
          <p:cNvPr id="4" name="CGC logo white.png" descr="CGC logo white.png">
            <a:extLst>
              <a:ext uri="{FF2B5EF4-FFF2-40B4-BE49-F238E27FC236}">
                <a16:creationId xmlns:a16="http://schemas.microsoft.com/office/drawing/2014/main" id="{10F7AA0E-544A-B751-F56E-AACB2AB930BF}"/>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285750" y="285750"/>
            <a:ext cx="1152091" cy="199818"/>
          </a:xfrm>
          <a:prstGeom prst="rect">
            <a:avLst/>
          </a:prstGeom>
          <a:ln w="12700">
            <a:miter lim="400000"/>
          </a:ln>
        </p:spPr>
      </p:pic>
      <p:sp>
        <p:nvSpPr>
          <p:cNvPr id="3" name="Text Placeholder 6">
            <a:extLst>
              <a:ext uri="{FF2B5EF4-FFF2-40B4-BE49-F238E27FC236}">
                <a16:creationId xmlns:a16="http://schemas.microsoft.com/office/drawing/2014/main" id="{3C553DDA-7E87-C289-EF02-601DBF0DE677}"/>
              </a:ext>
            </a:extLst>
          </p:cNvPr>
          <p:cNvSpPr>
            <a:spLocks noGrp="1"/>
          </p:cNvSpPr>
          <p:nvPr>
            <p:ph type="body" sz="quarter" idx="23" hasCustomPrompt="1"/>
          </p:nvPr>
        </p:nvSpPr>
        <p:spPr>
          <a:xfrm>
            <a:off x="1646240" y="1345396"/>
            <a:ext cx="1280583" cy="230832"/>
          </a:xfrm>
          <a:prstGeom prst="rect">
            <a:avLst/>
          </a:prstGeom>
        </p:spPr>
        <p:txBody>
          <a:bodyPr lIns="0" tIns="0" rIns="0" bIns="0" anchor="b">
            <a:noAutofit/>
          </a:bodyPr>
          <a:lstStyle>
            <a:lvl1pPr marL="0" indent="0" algn="l">
              <a:lnSpc>
                <a:spcPct val="70000"/>
              </a:lnSpc>
              <a:spcBef>
                <a:spcPts val="0"/>
              </a:spcBef>
              <a:buNone/>
              <a:defRPr sz="900">
                <a:solidFill>
                  <a:schemeClr val="accent3"/>
                </a:solidFill>
                <a:latin typeface="+mj-lt"/>
              </a:defRPr>
            </a:lvl1pPr>
          </a:lstStyle>
          <a:p>
            <a:pPr lvl="0"/>
            <a:r>
              <a:rPr lang="en-US"/>
              <a:t>TITLE</a:t>
            </a:r>
          </a:p>
        </p:txBody>
      </p:sp>
      <p:sp>
        <p:nvSpPr>
          <p:cNvPr id="5" name="Text Placeholder 5">
            <a:extLst>
              <a:ext uri="{FF2B5EF4-FFF2-40B4-BE49-F238E27FC236}">
                <a16:creationId xmlns:a16="http://schemas.microsoft.com/office/drawing/2014/main" id="{C7E8E799-A615-B023-5491-1DD3FF5E431B}"/>
              </a:ext>
            </a:extLst>
          </p:cNvPr>
          <p:cNvSpPr>
            <a:spLocks noGrp="1"/>
          </p:cNvSpPr>
          <p:nvPr>
            <p:ph type="body" sz="quarter" idx="24" hasCustomPrompt="1"/>
          </p:nvPr>
        </p:nvSpPr>
        <p:spPr>
          <a:xfrm>
            <a:off x="1646240" y="1716900"/>
            <a:ext cx="5976491" cy="1850373"/>
          </a:xfrm>
        </p:spPr>
        <p:txBody>
          <a:bodyPr lIns="0" tIns="0" rIns="0" bIns="0" anchor="t">
            <a:noAutofit/>
          </a:bodyPr>
          <a:lstStyle>
            <a:lvl1pPr marL="0" indent="0" algn="l">
              <a:lnSpc>
                <a:spcPct val="100000"/>
              </a:lnSpc>
              <a:spcBef>
                <a:spcPts val="0"/>
              </a:spcBef>
              <a:buNone/>
              <a:defRPr sz="2100">
                <a:solidFill>
                  <a:schemeClr val="bg1"/>
                </a:solidFill>
              </a:defRPr>
            </a:lvl1pPr>
          </a:lstStyle>
          <a:p>
            <a:pPr lvl="0"/>
            <a:r>
              <a:rPr lang="en-US"/>
              <a:t>Text</a:t>
            </a:r>
          </a:p>
        </p:txBody>
      </p:sp>
    </p:spTree>
    <p:extLst>
      <p:ext uri="{BB962C8B-B14F-4D97-AF65-F5344CB8AC3E}">
        <p14:creationId xmlns:p14="http://schemas.microsoft.com/office/powerpoint/2010/main" val="629663428"/>
      </p:ext>
    </p:extLst>
  </p:cSld>
  <p:clrMapOvr>
    <a:masterClrMapping/>
  </p:clrMapOvr>
  <p:transition spd="med"/>
</p:sldLayout>
</file>

<file path=ppt/slideLayouts/slideLayout201.xml><?xml version="1.0" encoding="utf-8"?>
<p:sldLayout xmlns:a="http://schemas.openxmlformats.org/drawingml/2006/main" xmlns:r="http://schemas.openxmlformats.org/officeDocument/2006/relationships" xmlns:p="http://schemas.openxmlformats.org/presentationml/2006/main" showMasterSp="0" preserve="1" userDrawn="1">
  <p:cSld name="Testimonial 3">
    <p:bg>
      <p:bgPr>
        <a:solidFill>
          <a:srgbClr val="0F2240"/>
        </a:solidFill>
        <a:effectLst/>
      </p:bgPr>
    </p:bg>
    <p:spTree>
      <p:nvGrpSpPr>
        <p:cNvPr id="1" name=""/>
        <p:cNvGrpSpPr/>
        <p:nvPr/>
      </p:nvGrpSpPr>
      <p:grpSpPr>
        <a:xfrm>
          <a:off x="0" y="0"/>
          <a:ext cx="0" cy="0"/>
          <a:chOff x="0" y="0"/>
          <a:chExt cx="0" cy="0"/>
        </a:xfrm>
      </p:grpSpPr>
      <p:pic>
        <p:nvPicPr>
          <p:cNvPr id="3" name="Rectangle.svg" descr="Rectangle.svg">
            <a:extLst>
              <a:ext uri="{FF2B5EF4-FFF2-40B4-BE49-F238E27FC236}">
                <a16:creationId xmlns:a16="http://schemas.microsoft.com/office/drawing/2014/main" id="{24B403D1-A34F-3DD7-F3A1-54D5BA5F53A2}"/>
              </a:ext>
            </a:extLst>
          </p:cNvPr>
          <p:cNvPicPr>
            <a:picLocks noChangeAspect="1"/>
          </p:cNvPicPr>
          <p:nvPr userDrawn="1"/>
        </p:nvPicPr>
        <p:blipFill>
          <a:blip r:embed="rId2" cstate="hqprint">
            <a:extLst>
              <a:ext uri="{28A0092B-C50C-407E-A947-70E740481C1C}">
                <a14:useLocalDpi xmlns:a14="http://schemas.microsoft.com/office/drawing/2010/main"/>
              </a:ext>
            </a:extLst>
          </a:blip>
          <a:srcRect/>
          <a:stretch>
            <a:fillRect/>
          </a:stretch>
        </p:blipFill>
        <p:spPr>
          <a:xfrm>
            <a:off x="70353" y="1"/>
            <a:ext cx="9003295" cy="5143500"/>
          </a:xfrm>
          <a:prstGeom prst="rect">
            <a:avLst/>
          </a:prstGeom>
          <a:ln w="12700">
            <a:miter lim="400000"/>
          </a:ln>
        </p:spPr>
      </p:pic>
      <p:pic>
        <p:nvPicPr>
          <p:cNvPr id="4" name="CGC logo white.png" descr="CGC logo white.png">
            <a:extLst>
              <a:ext uri="{FF2B5EF4-FFF2-40B4-BE49-F238E27FC236}">
                <a16:creationId xmlns:a16="http://schemas.microsoft.com/office/drawing/2014/main" id="{10F7AA0E-544A-B751-F56E-AACB2AB930BF}"/>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285750" y="285750"/>
            <a:ext cx="1152091" cy="199818"/>
          </a:xfrm>
          <a:prstGeom prst="rect">
            <a:avLst/>
          </a:prstGeom>
          <a:ln w="12700">
            <a:miter lim="400000"/>
          </a:ln>
        </p:spPr>
      </p:pic>
      <p:sp>
        <p:nvSpPr>
          <p:cNvPr id="2" name="Text Placeholder 6">
            <a:extLst>
              <a:ext uri="{FF2B5EF4-FFF2-40B4-BE49-F238E27FC236}">
                <a16:creationId xmlns:a16="http://schemas.microsoft.com/office/drawing/2014/main" id="{F9E02667-CEAD-D50C-EF7F-001011FA616B}"/>
              </a:ext>
            </a:extLst>
          </p:cNvPr>
          <p:cNvSpPr>
            <a:spLocks noGrp="1"/>
          </p:cNvSpPr>
          <p:nvPr>
            <p:ph type="body" sz="quarter" idx="23" hasCustomPrompt="1"/>
          </p:nvPr>
        </p:nvSpPr>
        <p:spPr>
          <a:xfrm>
            <a:off x="2326960" y="1586933"/>
            <a:ext cx="1280583" cy="230832"/>
          </a:xfrm>
          <a:prstGeom prst="rect">
            <a:avLst/>
          </a:prstGeom>
        </p:spPr>
        <p:txBody>
          <a:bodyPr lIns="0" tIns="0" rIns="0" bIns="0" anchor="b">
            <a:noAutofit/>
          </a:bodyPr>
          <a:lstStyle>
            <a:lvl1pPr marL="0" indent="0" algn="l">
              <a:lnSpc>
                <a:spcPct val="70000"/>
              </a:lnSpc>
              <a:spcBef>
                <a:spcPts val="0"/>
              </a:spcBef>
              <a:buNone/>
              <a:defRPr sz="900">
                <a:solidFill>
                  <a:schemeClr val="accent3"/>
                </a:solidFill>
                <a:latin typeface="+mj-lt"/>
              </a:defRPr>
            </a:lvl1pPr>
          </a:lstStyle>
          <a:p>
            <a:pPr lvl="0"/>
            <a:r>
              <a:rPr lang="en-US"/>
              <a:t>TITLE</a:t>
            </a:r>
          </a:p>
        </p:txBody>
      </p:sp>
      <p:sp>
        <p:nvSpPr>
          <p:cNvPr id="5" name="Text Placeholder 5">
            <a:extLst>
              <a:ext uri="{FF2B5EF4-FFF2-40B4-BE49-F238E27FC236}">
                <a16:creationId xmlns:a16="http://schemas.microsoft.com/office/drawing/2014/main" id="{02F691D0-AEC2-58EC-2237-730A2C9F206F}"/>
              </a:ext>
            </a:extLst>
          </p:cNvPr>
          <p:cNvSpPr>
            <a:spLocks noGrp="1"/>
          </p:cNvSpPr>
          <p:nvPr>
            <p:ph type="body" sz="quarter" idx="24" hasCustomPrompt="1"/>
          </p:nvPr>
        </p:nvSpPr>
        <p:spPr>
          <a:xfrm>
            <a:off x="2326960" y="1958437"/>
            <a:ext cx="5976491" cy="1850373"/>
          </a:xfrm>
        </p:spPr>
        <p:txBody>
          <a:bodyPr lIns="0" tIns="0" rIns="0" bIns="0" anchor="t">
            <a:noAutofit/>
          </a:bodyPr>
          <a:lstStyle>
            <a:lvl1pPr marL="0" indent="0" algn="l">
              <a:lnSpc>
                <a:spcPct val="100000"/>
              </a:lnSpc>
              <a:spcBef>
                <a:spcPts val="0"/>
              </a:spcBef>
              <a:buNone/>
              <a:defRPr sz="2100">
                <a:solidFill>
                  <a:schemeClr val="bg1"/>
                </a:solidFill>
              </a:defRPr>
            </a:lvl1pPr>
          </a:lstStyle>
          <a:p>
            <a:pPr lvl="0"/>
            <a:r>
              <a:rPr lang="en-US"/>
              <a:t>Text</a:t>
            </a:r>
          </a:p>
        </p:txBody>
      </p:sp>
    </p:spTree>
    <p:extLst>
      <p:ext uri="{BB962C8B-B14F-4D97-AF65-F5344CB8AC3E}">
        <p14:creationId xmlns:p14="http://schemas.microsoft.com/office/powerpoint/2010/main" val="387316782"/>
      </p:ext>
    </p:extLst>
  </p:cSld>
  <p:clrMapOvr>
    <a:masterClrMapping/>
  </p:clrMapOvr>
  <p:transition spd="med"/>
</p:sldLayout>
</file>

<file path=ppt/slideLayouts/slideLayout202.xml><?xml version="1.0" encoding="utf-8"?>
<p:sldLayout xmlns:a="http://schemas.openxmlformats.org/drawingml/2006/main" xmlns:r="http://schemas.openxmlformats.org/officeDocument/2006/relationships" xmlns:p="http://schemas.openxmlformats.org/presentationml/2006/main" showMasterSp="0" preserve="1" userDrawn="1">
  <p:cSld name="Testimonial 4">
    <p:bg>
      <p:bgPr>
        <a:solidFill>
          <a:srgbClr val="E7E696"/>
        </a:solidFill>
        <a:effectLst/>
      </p:bgPr>
    </p:bg>
    <p:spTree>
      <p:nvGrpSpPr>
        <p:cNvPr id="1" name=""/>
        <p:cNvGrpSpPr/>
        <p:nvPr/>
      </p:nvGrpSpPr>
      <p:grpSpPr>
        <a:xfrm>
          <a:off x="0" y="0"/>
          <a:ext cx="0" cy="0"/>
          <a:chOff x="0" y="0"/>
          <a:chExt cx="0" cy="0"/>
        </a:xfrm>
      </p:grpSpPr>
      <p:pic>
        <p:nvPicPr>
          <p:cNvPr id="2" name="Rectangle burgundy.svg" descr="Rectangle burgundy.svg">
            <a:extLst>
              <a:ext uri="{FF2B5EF4-FFF2-40B4-BE49-F238E27FC236}">
                <a16:creationId xmlns:a16="http://schemas.microsoft.com/office/drawing/2014/main" id="{D81EC08E-8443-EACC-494E-E187FBF4315C}"/>
              </a:ext>
            </a:extLst>
          </p:cNvPr>
          <p:cNvPicPr>
            <a:picLocks noChangeAspect="1"/>
          </p:cNvPicPr>
          <p:nvPr userDrawn="1"/>
        </p:nvPicPr>
        <p:blipFill>
          <a:blip r:embed="rId2" cstate="hqprint">
            <a:extLst>
              <a:ext uri="{28A0092B-C50C-407E-A947-70E740481C1C}">
                <a14:useLocalDpi xmlns:a14="http://schemas.microsoft.com/office/drawing/2010/main"/>
              </a:ext>
            </a:extLst>
          </a:blip>
          <a:srcRect/>
          <a:stretch>
            <a:fillRect/>
          </a:stretch>
        </p:blipFill>
        <p:spPr>
          <a:xfrm>
            <a:off x="58396" y="0"/>
            <a:ext cx="9027209" cy="5143500"/>
          </a:xfrm>
          <a:prstGeom prst="rect">
            <a:avLst/>
          </a:prstGeom>
          <a:ln w="12700">
            <a:miter lim="400000"/>
          </a:ln>
        </p:spPr>
      </p:pic>
      <p:pic>
        <p:nvPicPr>
          <p:cNvPr id="5" name="CGC logo black.png" descr="CGC logo black.png">
            <a:extLst>
              <a:ext uri="{FF2B5EF4-FFF2-40B4-BE49-F238E27FC236}">
                <a16:creationId xmlns:a16="http://schemas.microsoft.com/office/drawing/2014/main" id="{EA45B09D-1421-C352-87FF-981337DAB838}"/>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285750" y="285750"/>
            <a:ext cx="1152525" cy="199894"/>
          </a:xfrm>
          <a:prstGeom prst="rect">
            <a:avLst/>
          </a:prstGeom>
          <a:ln w="12700">
            <a:miter lim="400000"/>
          </a:ln>
        </p:spPr>
      </p:pic>
      <p:sp>
        <p:nvSpPr>
          <p:cNvPr id="6" name="Text Placeholder 6">
            <a:extLst>
              <a:ext uri="{FF2B5EF4-FFF2-40B4-BE49-F238E27FC236}">
                <a16:creationId xmlns:a16="http://schemas.microsoft.com/office/drawing/2014/main" id="{760D58B7-7422-E24C-1B5A-259855E63374}"/>
              </a:ext>
            </a:extLst>
          </p:cNvPr>
          <p:cNvSpPr>
            <a:spLocks noGrp="1"/>
          </p:cNvSpPr>
          <p:nvPr>
            <p:ph type="body" sz="quarter" idx="23" hasCustomPrompt="1"/>
          </p:nvPr>
        </p:nvSpPr>
        <p:spPr>
          <a:xfrm>
            <a:off x="2326960" y="1586933"/>
            <a:ext cx="1280583" cy="230832"/>
          </a:xfrm>
          <a:prstGeom prst="rect">
            <a:avLst/>
          </a:prstGeom>
        </p:spPr>
        <p:txBody>
          <a:bodyPr lIns="0" tIns="0" rIns="0" bIns="0" anchor="b">
            <a:noAutofit/>
          </a:bodyPr>
          <a:lstStyle>
            <a:lvl1pPr marL="0" indent="0" algn="l">
              <a:lnSpc>
                <a:spcPct val="70000"/>
              </a:lnSpc>
              <a:spcBef>
                <a:spcPts val="0"/>
              </a:spcBef>
              <a:buNone/>
              <a:defRPr sz="900">
                <a:solidFill>
                  <a:schemeClr val="accent3"/>
                </a:solidFill>
                <a:latin typeface="+mj-lt"/>
              </a:defRPr>
            </a:lvl1pPr>
          </a:lstStyle>
          <a:p>
            <a:pPr lvl="0"/>
            <a:r>
              <a:rPr lang="en-US"/>
              <a:t>TITLE</a:t>
            </a:r>
          </a:p>
        </p:txBody>
      </p:sp>
      <p:sp>
        <p:nvSpPr>
          <p:cNvPr id="7" name="Text Placeholder 5">
            <a:extLst>
              <a:ext uri="{FF2B5EF4-FFF2-40B4-BE49-F238E27FC236}">
                <a16:creationId xmlns:a16="http://schemas.microsoft.com/office/drawing/2014/main" id="{61023CA4-67FB-2931-C81D-C13BCE178528}"/>
              </a:ext>
            </a:extLst>
          </p:cNvPr>
          <p:cNvSpPr>
            <a:spLocks noGrp="1"/>
          </p:cNvSpPr>
          <p:nvPr>
            <p:ph type="body" sz="quarter" idx="24" hasCustomPrompt="1"/>
          </p:nvPr>
        </p:nvSpPr>
        <p:spPr>
          <a:xfrm>
            <a:off x="2326960" y="1958437"/>
            <a:ext cx="5976491" cy="1850373"/>
          </a:xfrm>
        </p:spPr>
        <p:txBody>
          <a:bodyPr lIns="0" tIns="0" rIns="0" bIns="0" anchor="t">
            <a:noAutofit/>
          </a:bodyPr>
          <a:lstStyle>
            <a:lvl1pPr marL="0" indent="0" algn="l">
              <a:lnSpc>
                <a:spcPct val="100000"/>
              </a:lnSpc>
              <a:spcBef>
                <a:spcPts val="0"/>
              </a:spcBef>
              <a:buNone/>
              <a:defRPr sz="2100">
                <a:solidFill>
                  <a:schemeClr val="bg1"/>
                </a:solidFill>
              </a:defRPr>
            </a:lvl1pPr>
          </a:lstStyle>
          <a:p>
            <a:pPr lvl="0"/>
            <a:r>
              <a:rPr lang="en-US"/>
              <a:t>Text</a:t>
            </a:r>
          </a:p>
        </p:txBody>
      </p:sp>
    </p:spTree>
    <p:extLst>
      <p:ext uri="{BB962C8B-B14F-4D97-AF65-F5344CB8AC3E}">
        <p14:creationId xmlns:p14="http://schemas.microsoft.com/office/powerpoint/2010/main" val="995380213"/>
      </p:ext>
    </p:extLst>
  </p:cSld>
  <p:clrMapOvr>
    <a:masterClrMapping/>
  </p:clrMapOvr>
  <p:transition spd="med"/>
</p:sldLayout>
</file>

<file path=ppt/slideLayouts/slideLayout203.xml><?xml version="1.0" encoding="utf-8"?>
<p:sldLayout xmlns:a="http://schemas.openxmlformats.org/drawingml/2006/main" xmlns:r="http://schemas.openxmlformats.org/officeDocument/2006/relationships" xmlns:p="http://schemas.openxmlformats.org/presentationml/2006/main" showMasterSp="0" preserve="1" userDrawn="1">
  <p:cSld name="Logos">
    <p:bg>
      <p:bgPr>
        <a:solidFill>
          <a:srgbClr val="FDFAF2"/>
        </a:solidFill>
        <a:effectLst/>
      </p:bgPr>
    </p:bg>
    <p:spTree>
      <p:nvGrpSpPr>
        <p:cNvPr id="1" name=""/>
        <p:cNvGrpSpPr/>
        <p:nvPr/>
      </p:nvGrpSpPr>
      <p:grpSpPr>
        <a:xfrm>
          <a:off x="0" y="0"/>
          <a:ext cx="0" cy="0"/>
          <a:chOff x="0" y="0"/>
          <a:chExt cx="0" cy="0"/>
        </a:xfrm>
      </p:grpSpPr>
      <p:pic>
        <p:nvPicPr>
          <p:cNvPr id="65" name="CGC logo.png" descr="CGC logo.png"/>
          <p:cNvPicPr>
            <a:picLocks noChangeAspect="1"/>
          </p:cNvPicPr>
          <p:nvPr/>
        </p:nvPicPr>
        <p:blipFill>
          <a:blip r:embed="rId2" cstate="hqprint">
            <a:extLst>
              <a:ext uri="{28A0092B-C50C-407E-A947-70E740481C1C}">
                <a14:useLocalDpi xmlns:a14="http://schemas.microsoft.com/office/drawing/2010/main"/>
              </a:ext>
            </a:extLst>
          </a:blip>
          <a:stretch>
            <a:fillRect/>
          </a:stretch>
        </p:blipFill>
        <p:spPr>
          <a:xfrm>
            <a:off x="285750" y="285750"/>
            <a:ext cx="1152525" cy="199894"/>
          </a:xfrm>
          <a:prstGeom prst="rect">
            <a:avLst/>
          </a:prstGeom>
          <a:ln w="12700">
            <a:miter lim="400000"/>
          </a:ln>
        </p:spPr>
      </p:pic>
      <p:sp>
        <p:nvSpPr>
          <p:cNvPr id="20" name="Picture Placeholder 19">
            <a:extLst>
              <a:ext uri="{FF2B5EF4-FFF2-40B4-BE49-F238E27FC236}">
                <a16:creationId xmlns:a16="http://schemas.microsoft.com/office/drawing/2014/main" id="{785DCE37-0BCB-9182-F159-0463D333E326}"/>
              </a:ext>
            </a:extLst>
          </p:cNvPr>
          <p:cNvSpPr>
            <a:spLocks noGrp="1"/>
          </p:cNvSpPr>
          <p:nvPr>
            <p:ph type="pic" sz="quarter" idx="10"/>
          </p:nvPr>
        </p:nvSpPr>
        <p:spPr>
          <a:xfrm>
            <a:off x="4891088" y="1679575"/>
            <a:ext cx="1190625" cy="649288"/>
          </a:xfrm>
        </p:spPr>
        <p:txBody>
          <a:bodyPr/>
          <a:lstStyle/>
          <a:p>
            <a:endParaRPr lang="en-US"/>
          </a:p>
        </p:txBody>
      </p:sp>
      <p:sp>
        <p:nvSpPr>
          <p:cNvPr id="21" name="Picture Placeholder 19">
            <a:extLst>
              <a:ext uri="{FF2B5EF4-FFF2-40B4-BE49-F238E27FC236}">
                <a16:creationId xmlns:a16="http://schemas.microsoft.com/office/drawing/2014/main" id="{F76044E9-3824-A5F3-FDA1-1210E97D11D9}"/>
              </a:ext>
            </a:extLst>
          </p:cNvPr>
          <p:cNvSpPr>
            <a:spLocks noGrp="1"/>
          </p:cNvSpPr>
          <p:nvPr>
            <p:ph type="pic" sz="quarter" idx="11"/>
          </p:nvPr>
        </p:nvSpPr>
        <p:spPr>
          <a:xfrm>
            <a:off x="3469792" y="1679575"/>
            <a:ext cx="1190625" cy="649288"/>
          </a:xfrm>
        </p:spPr>
        <p:txBody>
          <a:bodyPr/>
          <a:lstStyle/>
          <a:p>
            <a:endParaRPr lang="en-US"/>
          </a:p>
        </p:txBody>
      </p:sp>
      <p:sp>
        <p:nvSpPr>
          <p:cNvPr id="22" name="Picture Placeholder 19">
            <a:extLst>
              <a:ext uri="{FF2B5EF4-FFF2-40B4-BE49-F238E27FC236}">
                <a16:creationId xmlns:a16="http://schemas.microsoft.com/office/drawing/2014/main" id="{F0245EAD-79CA-323C-69D6-B3C719D1E9B5}"/>
              </a:ext>
            </a:extLst>
          </p:cNvPr>
          <p:cNvSpPr>
            <a:spLocks noGrp="1"/>
          </p:cNvSpPr>
          <p:nvPr>
            <p:ph type="pic" sz="quarter" idx="12"/>
          </p:nvPr>
        </p:nvSpPr>
        <p:spPr>
          <a:xfrm>
            <a:off x="6312383" y="1679575"/>
            <a:ext cx="1190625" cy="649288"/>
          </a:xfrm>
        </p:spPr>
        <p:txBody>
          <a:bodyPr/>
          <a:lstStyle/>
          <a:p>
            <a:endParaRPr lang="en-US"/>
          </a:p>
        </p:txBody>
      </p:sp>
      <p:sp>
        <p:nvSpPr>
          <p:cNvPr id="23" name="Picture Placeholder 19">
            <a:extLst>
              <a:ext uri="{FF2B5EF4-FFF2-40B4-BE49-F238E27FC236}">
                <a16:creationId xmlns:a16="http://schemas.microsoft.com/office/drawing/2014/main" id="{5AC4E815-19A3-2109-2C3F-AE55E8404653}"/>
              </a:ext>
            </a:extLst>
          </p:cNvPr>
          <p:cNvSpPr>
            <a:spLocks noGrp="1"/>
          </p:cNvSpPr>
          <p:nvPr>
            <p:ph type="pic" sz="quarter" idx="13"/>
          </p:nvPr>
        </p:nvSpPr>
        <p:spPr>
          <a:xfrm>
            <a:off x="7733679" y="1679575"/>
            <a:ext cx="1190625" cy="649288"/>
          </a:xfrm>
        </p:spPr>
        <p:txBody>
          <a:bodyPr/>
          <a:lstStyle/>
          <a:p>
            <a:endParaRPr lang="en-US"/>
          </a:p>
        </p:txBody>
      </p:sp>
      <p:sp>
        <p:nvSpPr>
          <p:cNvPr id="24" name="Picture Placeholder 19">
            <a:extLst>
              <a:ext uri="{FF2B5EF4-FFF2-40B4-BE49-F238E27FC236}">
                <a16:creationId xmlns:a16="http://schemas.microsoft.com/office/drawing/2014/main" id="{9FC720B7-6428-DC62-A38D-DD4FE7941388}"/>
              </a:ext>
            </a:extLst>
          </p:cNvPr>
          <p:cNvSpPr>
            <a:spLocks noGrp="1"/>
          </p:cNvSpPr>
          <p:nvPr>
            <p:ph type="pic" sz="quarter" idx="14"/>
          </p:nvPr>
        </p:nvSpPr>
        <p:spPr>
          <a:xfrm>
            <a:off x="3469792" y="2540812"/>
            <a:ext cx="1190625" cy="649288"/>
          </a:xfrm>
        </p:spPr>
        <p:txBody>
          <a:bodyPr/>
          <a:lstStyle/>
          <a:p>
            <a:endParaRPr lang="en-US"/>
          </a:p>
        </p:txBody>
      </p:sp>
      <p:sp>
        <p:nvSpPr>
          <p:cNvPr id="25" name="Picture Placeholder 19">
            <a:extLst>
              <a:ext uri="{FF2B5EF4-FFF2-40B4-BE49-F238E27FC236}">
                <a16:creationId xmlns:a16="http://schemas.microsoft.com/office/drawing/2014/main" id="{CCE54A04-E574-85DD-262D-A74D56235E58}"/>
              </a:ext>
            </a:extLst>
          </p:cNvPr>
          <p:cNvSpPr>
            <a:spLocks noGrp="1"/>
          </p:cNvSpPr>
          <p:nvPr>
            <p:ph type="pic" sz="quarter" idx="15"/>
          </p:nvPr>
        </p:nvSpPr>
        <p:spPr>
          <a:xfrm>
            <a:off x="3469792" y="3402049"/>
            <a:ext cx="1190625" cy="649288"/>
          </a:xfrm>
        </p:spPr>
        <p:txBody>
          <a:bodyPr/>
          <a:lstStyle/>
          <a:p>
            <a:endParaRPr lang="en-US"/>
          </a:p>
        </p:txBody>
      </p:sp>
      <p:sp>
        <p:nvSpPr>
          <p:cNvPr id="26" name="Picture Placeholder 19">
            <a:extLst>
              <a:ext uri="{FF2B5EF4-FFF2-40B4-BE49-F238E27FC236}">
                <a16:creationId xmlns:a16="http://schemas.microsoft.com/office/drawing/2014/main" id="{81679606-32AC-A84F-318D-9D8C44FE91A9}"/>
              </a:ext>
            </a:extLst>
          </p:cNvPr>
          <p:cNvSpPr>
            <a:spLocks noGrp="1"/>
          </p:cNvSpPr>
          <p:nvPr>
            <p:ph type="pic" sz="quarter" idx="16"/>
          </p:nvPr>
        </p:nvSpPr>
        <p:spPr>
          <a:xfrm>
            <a:off x="3469792" y="4263287"/>
            <a:ext cx="1190625" cy="649288"/>
          </a:xfrm>
        </p:spPr>
        <p:txBody>
          <a:bodyPr/>
          <a:lstStyle/>
          <a:p>
            <a:endParaRPr lang="en-US"/>
          </a:p>
        </p:txBody>
      </p:sp>
      <p:sp>
        <p:nvSpPr>
          <p:cNvPr id="27" name="Picture Placeholder 19">
            <a:extLst>
              <a:ext uri="{FF2B5EF4-FFF2-40B4-BE49-F238E27FC236}">
                <a16:creationId xmlns:a16="http://schemas.microsoft.com/office/drawing/2014/main" id="{53606A87-3E59-D00B-C3CB-9030D6C6B271}"/>
              </a:ext>
            </a:extLst>
          </p:cNvPr>
          <p:cNvSpPr>
            <a:spLocks noGrp="1"/>
          </p:cNvSpPr>
          <p:nvPr>
            <p:ph type="pic" sz="quarter" idx="17"/>
          </p:nvPr>
        </p:nvSpPr>
        <p:spPr>
          <a:xfrm>
            <a:off x="4894555" y="2540812"/>
            <a:ext cx="1190625" cy="649288"/>
          </a:xfrm>
        </p:spPr>
        <p:txBody>
          <a:bodyPr/>
          <a:lstStyle/>
          <a:p>
            <a:endParaRPr lang="en-US"/>
          </a:p>
        </p:txBody>
      </p:sp>
      <p:sp>
        <p:nvSpPr>
          <p:cNvPr id="28" name="Picture Placeholder 19">
            <a:extLst>
              <a:ext uri="{FF2B5EF4-FFF2-40B4-BE49-F238E27FC236}">
                <a16:creationId xmlns:a16="http://schemas.microsoft.com/office/drawing/2014/main" id="{09BD6731-476D-9F48-087B-192B7DBBBD99}"/>
              </a:ext>
            </a:extLst>
          </p:cNvPr>
          <p:cNvSpPr>
            <a:spLocks noGrp="1"/>
          </p:cNvSpPr>
          <p:nvPr>
            <p:ph type="pic" sz="quarter" idx="18"/>
          </p:nvPr>
        </p:nvSpPr>
        <p:spPr>
          <a:xfrm>
            <a:off x="4894555" y="3402049"/>
            <a:ext cx="1190625" cy="649288"/>
          </a:xfrm>
        </p:spPr>
        <p:txBody>
          <a:bodyPr/>
          <a:lstStyle/>
          <a:p>
            <a:endParaRPr lang="en-US"/>
          </a:p>
        </p:txBody>
      </p:sp>
      <p:sp>
        <p:nvSpPr>
          <p:cNvPr id="29" name="Picture Placeholder 19">
            <a:extLst>
              <a:ext uri="{FF2B5EF4-FFF2-40B4-BE49-F238E27FC236}">
                <a16:creationId xmlns:a16="http://schemas.microsoft.com/office/drawing/2014/main" id="{E3B818E6-3132-F86C-9124-3982EDC55004}"/>
              </a:ext>
            </a:extLst>
          </p:cNvPr>
          <p:cNvSpPr>
            <a:spLocks noGrp="1"/>
          </p:cNvSpPr>
          <p:nvPr>
            <p:ph type="pic" sz="quarter" idx="19"/>
          </p:nvPr>
        </p:nvSpPr>
        <p:spPr>
          <a:xfrm>
            <a:off x="4894555" y="4263287"/>
            <a:ext cx="1190625" cy="649288"/>
          </a:xfrm>
        </p:spPr>
        <p:txBody>
          <a:bodyPr/>
          <a:lstStyle/>
          <a:p>
            <a:endParaRPr lang="en-US"/>
          </a:p>
        </p:txBody>
      </p:sp>
      <p:sp>
        <p:nvSpPr>
          <p:cNvPr id="30" name="Picture Placeholder 19">
            <a:extLst>
              <a:ext uri="{FF2B5EF4-FFF2-40B4-BE49-F238E27FC236}">
                <a16:creationId xmlns:a16="http://schemas.microsoft.com/office/drawing/2014/main" id="{C9ACA723-B1F2-02C9-A175-4F5C325DF910}"/>
              </a:ext>
            </a:extLst>
          </p:cNvPr>
          <p:cNvSpPr>
            <a:spLocks noGrp="1"/>
          </p:cNvSpPr>
          <p:nvPr>
            <p:ph type="pic" sz="quarter" idx="20"/>
          </p:nvPr>
        </p:nvSpPr>
        <p:spPr>
          <a:xfrm>
            <a:off x="6308685" y="2540812"/>
            <a:ext cx="1190625" cy="649288"/>
          </a:xfrm>
        </p:spPr>
        <p:txBody>
          <a:bodyPr/>
          <a:lstStyle/>
          <a:p>
            <a:endParaRPr lang="en-US"/>
          </a:p>
        </p:txBody>
      </p:sp>
      <p:sp>
        <p:nvSpPr>
          <p:cNvPr id="31" name="Picture Placeholder 19">
            <a:extLst>
              <a:ext uri="{FF2B5EF4-FFF2-40B4-BE49-F238E27FC236}">
                <a16:creationId xmlns:a16="http://schemas.microsoft.com/office/drawing/2014/main" id="{B1019316-C757-E4EB-C384-B562086CE866}"/>
              </a:ext>
            </a:extLst>
          </p:cNvPr>
          <p:cNvSpPr>
            <a:spLocks noGrp="1"/>
          </p:cNvSpPr>
          <p:nvPr>
            <p:ph type="pic" sz="quarter" idx="21"/>
          </p:nvPr>
        </p:nvSpPr>
        <p:spPr>
          <a:xfrm>
            <a:off x="6308685" y="3402049"/>
            <a:ext cx="1190625" cy="649288"/>
          </a:xfrm>
        </p:spPr>
        <p:txBody>
          <a:bodyPr/>
          <a:lstStyle/>
          <a:p>
            <a:endParaRPr lang="en-US"/>
          </a:p>
        </p:txBody>
      </p:sp>
      <p:sp>
        <p:nvSpPr>
          <p:cNvPr id="32" name="Picture Placeholder 19">
            <a:extLst>
              <a:ext uri="{FF2B5EF4-FFF2-40B4-BE49-F238E27FC236}">
                <a16:creationId xmlns:a16="http://schemas.microsoft.com/office/drawing/2014/main" id="{D5C2538A-B874-B6B7-5C75-F021964C8ACD}"/>
              </a:ext>
            </a:extLst>
          </p:cNvPr>
          <p:cNvSpPr>
            <a:spLocks noGrp="1"/>
          </p:cNvSpPr>
          <p:nvPr>
            <p:ph type="pic" sz="quarter" idx="22"/>
          </p:nvPr>
        </p:nvSpPr>
        <p:spPr>
          <a:xfrm>
            <a:off x="6308685" y="4263287"/>
            <a:ext cx="1190625" cy="649288"/>
          </a:xfrm>
        </p:spPr>
        <p:txBody>
          <a:bodyPr/>
          <a:lstStyle/>
          <a:p>
            <a:endParaRPr lang="en-US"/>
          </a:p>
        </p:txBody>
      </p:sp>
      <p:sp>
        <p:nvSpPr>
          <p:cNvPr id="33" name="Picture Placeholder 19">
            <a:extLst>
              <a:ext uri="{FF2B5EF4-FFF2-40B4-BE49-F238E27FC236}">
                <a16:creationId xmlns:a16="http://schemas.microsoft.com/office/drawing/2014/main" id="{A3D6AE4C-6981-4E76-17C9-4C92D77577CB}"/>
              </a:ext>
            </a:extLst>
          </p:cNvPr>
          <p:cNvSpPr>
            <a:spLocks noGrp="1"/>
          </p:cNvSpPr>
          <p:nvPr>
            <p:ph type="pic" sz="quarter" idx="23"/>
          </p:nvPr>
        </p:nvSpPr>
        <p:spPr>
          <a:xfrm>
            <a:off x="7722815" y="2540812"/>
            <a:ext cx="1190625" cy="649288"/>
          </a:xfrm>
        </p:spPr>
        <p:txBody>
          <a:bodyPr/>
          <a:lstStyle/>
          <a:p>
            <a:endParaRPr lang="en-US"/>
          </a:p>
        </p:txBody>
      </p:sp>
      <p:sp>
        <p:nvSpPr>
          <p:cNvPr id="34" name="Picture Placeholder 19">
            <a:extLst>
              <a:ext uri="{FF2B5EF4-FFF2-40B4-BE49-F238E27FC236}">
                <a16:creationId xmlns:a16="http://schemas.microsoft.com/office/drawing/2014/main" id="{0D51540A-0D84-AF86-DD69-74D6FA8506B1}"/>
              </a:ext>
            </a:extLst>
          </p:cNvPr>
          <p:cNvSpPr>
            <a:spLocks noGrp="1"/>
          </p:cNvSpPr>
          <p:nvPr>
            <p:ph type="pic" sz="quarter" idx="24"/>
          </p:nvPr>
        </p:nvSpPr>
        <p:spPr>
          <a:xfrm>
            <a:off x="7722815" y="3402049"/>
            <a:ext cx="1190625" cy="649288"/>
          </a:xfrm>
        </p:spPr>
        <p:txBody>
          <a:bodyPr/>
          <a:lstStyle/>
          <a:p>
            <a:endParaRPr lang="en-US"/>
          </a:p>
        </p:txBody>
      </p:sp>
      <p:sp>
        <p:nvSpPr>
          <p:cNvPr id="35" name="Picture Placeholder 19">
            <a:extLst>
              <a:ext uri="{FF2B5EF4-FFF2-40B4-BE49-F238E27FC236}">
                <a16:creationId xmlns:a16="http://schemas.microsoft.com/office/drawing/2014/main" id="{A95B353C-046E-4960-0901-00D950482810}"/>
              </a:ext>
            </a:extLst>
          </p:cNvPr>
          <p:cNvSpPr>
            <a:spLocks noGrp="1"/>
          </p:cNvSpPr>
          <p:nvPr>
            <p:ph type="pic" sz="quarter" idx="25"/>
          </p:nvPr>
        </p:nvSpPr>
        <p:spPr>
          <a:xfrm>
            <a:off x="7722815" y="4263287"/>
            <a:ext cx="1190625" cy="649288"/>
          </a:xfrm>
        </p:spPr>
        <p:txBody>
          <a:bodyPr/>
          <a:lstStyle/>
          <a:p>
            <a:endParaRPr lang="en-US"/>
          </a:p>
        </p:txBody>
      </p:sp>
      <p:sp>
        <p:nvSpPr>
          <p:cNvPr id="36" name="Text Placeholder 14">
            <a:extLst>
              <a:ext uri="{FF2B5EF4-FFF2-40B4-BE49-F238E27FC236}">
                <a16:creationId xmlns:a16="http://schemas.microsoft.com/office/drawing/2014/main" id="{F81802B9-01C2-5334-57B6-EA3D281FD78B}"/>
              </a:ext>
            </a:extLst>
          </p:cNvPr>
          <p:cNvSpPr>
            <a:spLocks noGrp="1"/>
          </p:cNvSpPr>
          <p:nvPr>
            <p:ph type="body" sz="quarter" idx="26" hasCustomPrompt="1"/>
          </p:nvPr>
        </p:nvSpPr>
        <p:spPr>
          <a:xfrm>
            <a:off x="277276" y="4200242"/>
            <a:ext cx="2649480" cy="649288"/>
          </a:xfrm>
          <a:prstGeom prst="rect">
            <a:avLst/>
          </a:prstGeom>
        </p:spPr>
        <p:txBody>
          <a:bodyPr lIns="0" tIns="0" rIns="0" bIns="0" anchor="b">
            <a:noAutofit/>
          </a:bodyPr>
          <a:lstStyle>
            <a:lvl1pPr marL="0" marR="0" indent="0" algn="l" defTabSz="219075" rtl="0" eaLnBrk="1" fontAlgn="auto" latinLnBrk="0" hangingPunct="1">
              <a:lnSpc>
                <a:spcPct val="80000"/>
              </a:lnSpc>
              <a:spcBef>
                <a:spcPts val="0"/>
              </a:spcBef>
              <a:spcAft>
                <a:spcPts val="0"/>
              </a:spcAft>
              <a:buClr>
                <a:srgbClr val="57BEF0"/>
              </a:buClr>
              <a:buSzPct val="250000"/>
              <a:buFontTx/>
              <a:buNone/>
              <a:tabLst/>
              <a:defRPr sz="2400">
                <a:solidFill>
                  <a:schemeClr val="tx1"/>
                </a:solidFill>
                <a:latin typeface="+mj-lt"/>
              </a:defRPr>
            </a:lvl1pPr>
          </a:lstStyle>
          <a:p>
            <a:pPr marL="0" marR="0" lvl="0" indent="0" algn="l" defTabSz="219075" rtl="0" eaLnBrk="1" fontAlgn="auto" latinLnBrk="0" hangingPunct="1">
              <a:lnSpc>
                <a:spcPct val="100000"/>
              </a:lnSpc>
              <a:spcBef>
                <a:spcPts val="900"/>
              </a:spcBef>
              <a:spcAft>
                <a:spcPts val="0"/>
              </a:spcAft>
              <a:buClr>
                <a:srgbClr val="57BEF0"/>
              </a:buClr>
              <a:buSzPct val="250000"/>
              <a:buFontTx/>
              <a:buNone/>
              <a:tabLst/>
              <a:defRPr/>
            </a:pPr>
            <a:r>
              <a:rPr lang="en-US"/>
              <a:t>TITLE</a:t>
            </a:r>
          </a:p>
        </p:txBody>
      </p:sp>
    </p:spTree>
    <p:extLst>
      <p:ext uri="{BB962C8B-B14F-4D97-AF65-F5344CB8AC3E}">
        <p14:creationId xmlns:p14="http://schemas.microsoft.com/office/powerpoint/2010/main" val="4059711970"/>
      </p:ext>
    </p:extLst>
  </p:cSld>
  <p:clrMapOvr>
    <a:masterClrMapping/>
  </p:clrMapOvr>
  <p:transition spd="med"/>
</p:sldLayout>
</file>

<file path=ppt/slideLayouts/slideLayout204.xml><?xml version="1.0" encoding="utf-8"?>
<p:sldLayout xmlns:a="http://schemas.openxmlformats.org/drawingml/2006/main" xmlns:r="http://schemas.openxmlformats.org/officeDocument/2006/relationships" xmlns:p="http://schemas.openxmlformats.org/presentationml/2006/main" showMasterSp="0" preserve="1" userDrawn="1">
  <p:cSld name="Process 1">
    <p:bg>
      <p:bgPr>
        <a:solidFill>
          <a:srgbClr val="730B39"/>
        </a:solidFill>
        <a:effectLst/>
      </p:bgPr>
    </p:bg>
    <p:spTree>
      <p:nvGrpSpPr>
        <p:cNvPr id="1" name=""/>
        <p:cNvGrpSpPr/>
        <p:nvPr/>
      </p:nvGrpSpPr>
      <p:grpSpPr>
        <a:xfrm>
          <a:off x="0" y="0"/>
          <a:ext cx="0" cy="0"/>
          <a:chOff x="0" y="0"/>
          <a:chExt cx="0" cy="0"/>
        </a:xfrm>
      </p:grpSpPr>
      <p:cxnSp>
        <p:nvCxnSpPr>
          <p:cNvPr id="20" name="Straight Connector 19">
            <a:extLst>
              <a:ext uri="{FF2B5EF4-FFF2-40B4-BE49-F238E27FC236}">
                <a16:creationId xmlns:a16="http://schemas.microsoft.com/office/drawing/2014/main" id="{A833D396-110F-C624-97CE-9A00852FB61A}"/>
              </a:ext>
            </a:extLst>
          </p:cNvPr>
          <p:cNvCxnSpPr>
            <a:cxnSpLocks/>
            <a:endCxn id="28" idx="2"/>
          </p:cNvCxnSpPr>
          <p:nvPr userDrawn="1"/>
        </p:nvCxnSpPr>
        <p:spPr>
          <a:xfrm>
            <a:off x="314654" y="2476572"/>
            <a:ext cx="6753373" cy="1952"/>
          </a:xfrm>
          <a:prstGeom prst="line">
            <a:avLst/>
          </a:prstGeom>
          <a:noFill/>
          <a:ln w="12700" cap="flat">
            <a:solidFill>
              <a:srgbClr val="E7E696"/>
            </a:solidFill>
            <a:prstDash val="solid"/>
            <a:miter lim="400000"/>
          </a:ln>
          <a:effectLst/>
          <a:sp3d/>
        </p:spPr>
        <p:style>
          <a:lnRef idx="0">
            <a:scrgbClr r="0" g="0" b="0"/>
          </a:lnRef>
          <a:fillRef idx="0">
            <a:scrgbClr r="0" g="0" b="0"/>
          </a:fillRef>
          <a:effectRef idx="0">
            <a:scrgbClr r="0" g="0" b="0"/>
          </a:effectRef>
          <a:fontRef idx="none"/>
        </p:style>
      </p:cxnSp>
      <p:sp>
        <p:nvSpPr>
          <p:cNvPr id="66" name="Slide Number"/>
          <p:cNvSpPr txBox="1">
            <a:spLocks noGrp="1"/>
          </p:cNvSpPr>
          <p:nvPr>
            <p:ph type="sldNum" sz="quarter" idx="2"/>
          </p:nvPr>
        </p:nvSpPr>
        <p:spPr>
          <a:prstGeom prst="rect">
            <a:avLst/>
          </a:prstGeom>
        </p:spPr>
        <p:txBody>
          <a:bodyPr/>
          <a:lstStyle>
            <a:lvl1pPr>
              <a:defRPr>
                <a:solidFill>
                  <a:schemeClr val="bg1"/>
                </a:solidFill>
              </a:defRPr>
            </a:lvl1pPr>
          </a:lstStyle>
          <a:p>
            <a:fld id="{86CB4B4D-7CA3-9044-876B-883B54F8677D}" type="slidenum">
              <a:rPr lang="en-GB" smtClean="0"/>
              <a:pPr/>
              <a:t>‹#›</a:t>
            </a:fld>
            <a:endParaRPr lang="en-GB"/>
          </a:p>
        </p:txBody>
      </p:sp>
      <p:pic>
        <p:nvPicPr>
          <p:cNvPr id="15" name="CGC logo white.png" descr="CGC logo white.png">
            <a:extLst>
              <a:ext uri="{FF2B5EF4-FFF2-40B4-BE49-F238E27FC236}">
                <a16:creationId xmlns:a16="http://schemas.microsoft.com/office/drawing/2014/main" id="{D935F029-D9A4-B9A6-51F4-12FA11B2A4EA}"/>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285750" y="285750"/>
            <a:ext cx="1152091" cy="199818"/>
          </a:xfrm>
          <a:prstGeom prst="rect">
            <a:avLst/>
          </a:prstGeom>
          <a:ln w="12700">
            <a:miter lim="400000"/>
          </a:ln>
        </p:spPr>
      </p:pic>
      <p:sp>
        <p:nvSpPr>
          <p:cNvPr id="16" name="Text Placeholder 6">
            <a:extLst>
              <a:ext uri="{FF2B5EF4-FFF2-40B4-BE49-F238E27FC236}">
                <a16:creationId xmlns:a16="http://schemas.microsoft.com/office/drawing/2014/main" id="{87986872-5E71-94DF-D70B-60CD3F3069DA}"/>
              </a:ext>
            </a:extLst>
          </p:cNvPr>
          <p:cNvSpPr>
            <a:spLocks noGrp="1"/>
          </p:cNvSpPr>
          <p:nvPr>
            <p:ph type="body" sz="quarter" idx="22" hasCustomPrompt="1"/>
          </p:nvPr>
        </p:nvSpPr>
        <p:spPr>
          <a:xfrm>
            <a:off x="305751" y="2550177"/>
            <a:ext cx="1468489" cy="230832"/>
          </a:xfrm>
          <a:prstGeom prst="rect">
            <a:avLst/>
          </a:prstGeom>
        </p:spPr>
        <p:txBody>
          <a:bodyPr lIns="0" tIns="0" rIns="0" bIns="0" anchor="b">
            <a:noAutofit/>
          </a:bodyPr>
          <a:lstStyle>
            <a:lvl1pPr marL="0" indent="0">
              <a:lnSpc>
                <a:spcPct val="70000"/>
              </a:lnSpc>
              <a:spcBef>
                <a:spcPts val="0"/>
              </a:spcBef>
              <a:buNone/>
              <a:defRPr sz="900">
                <a:solidFill>
                  <a:schemeClr val="bg1"/>
                </a:solidFill>
                <a:latin typeface="+mj-lt"/>
              </a:defRPr>
            </a:lvl1pPr>
          </a:lstStyle>
          <a:p>
            <a:pPr lvl="0"/>
            <a:r>
              <a:rPr lang="en-US"/>
              <a:t>TITLE</a:t>
            </a:r>
          </a:p>
        </p:txBody>
      </p:sp>
      <p:sp>
        <p:nvSpPr>
          <p:cNvPr id="26" name="Text Placeholder 6">
            <a:extLst>
              <a:ext uri="{FF2B5EF4-FFF2-40B4-BE49-F238E27FC236}">
                <a16:creationId xmlns:a16="http://schemas.microsoft.com/office/drawing/2014/main" id="{8DF4AE7B-64B6-ACB4-9CB3-142545F74983}"/>
              </a:ext>
            </a:extLst>
          </p:cNvPr>
          <p:cNvSpPr>
            <a:spLocks noGrp="1"/>
          </p:cNvSpPr>
          <p:nvPr>
            <p:ph type="body" sz="quarter" idx="27" hasCustomPrompt="1"/>
          </p:nvPr>
        </p:nvSpPr>
        <p:spPr>
          <a:xfrm>
            <a:off x="2408433" y="2115689"/>
            <a:ext cx="366122" cy="230832"/>
          </a:xfrm>
          <a:prstGeom prst="rect">
            <a:avLst/>
          </a:prstGeom>
        </p:spPr>
        <p:txBody>
          <a:bodyPr lIns="0" tIns="0" rIns="0" bIns="0" anchor="ctr">
            <a:noAutofit/>
          </a:bodyPr>
          <a:lstStyle>
            <a:lvl1pPr marL="0" indent="0" algn="ctr">
              <a:lnSpc>
                <a:spcPct val="70000"/>
              </a:lnSpc>
              <a:spcBef>
                <a:spcPts val="0"/>
              </a:spcBef>
              <a:buNone/>
              <a:defRPr sz="1500">
                <a:solidFill>
                  <a:schemeClr val="accent3"/>
                </a:solidFill>
                <a:latin typeface="+mj-lt"/>
              </a:defRPr>
            </a:lvl1pPr>
          </a:lstStyle>
          <a:p>
            <a:pPr lvl="0"/>
            <a:r>
              <a:rPr lang="en-US"/>
              <a:t>02</a:t>
            </a:r>
          </a:p>
        </p:txBody>
      </p:sp>
      <p:sp>
        <p:nvSpPr>
          <p:cNvPr id="31" name="Text Placeholder 6">
            <a:extLst>
              <a:ext uri="{FF2B5EF4-FFF2-40B4-BE49-F238E27FC236}">
                <a16:creationId xmlns:a16="http://schemas.microsoft.com/office/drawing/2014/main" id="{6A9ACD58-BDFB-8076-3C6A-E099C54C16AB}"/>
              </a:ext>
            </a:extLst>
          </p:cNvPr>
          <p:cNvSpPr>
            <a:spLocks noGrp="1"/>
          </p:cNvSpPr>
          <p:nvPr>
            <p:ph type="body" sz="quarter" idx="30" hasCustomPrompt="1"/>
          </p:nvPr>
        </p:nvSpPr>
        <p:spPr>
          <a:xfrm>
            <a:off x="4680490" y="2115689"/>
            <a:ext cx="366122" cy="230832"/>
          </a:xfrm>
          <a:prstGeom prst="rect">
            <a:avLst/>
          </a:prstGeom>
        </p:spPr>
        <p:txBody>
          <a:bodyPr lIns="0" tIns="0" rIns="0" bIns="0" anchor="ctr">
            <a:noAutofit/>
          </a:bodyPr>
          <a:lstStyle>
            <a:lvl1pPr marL="0" indent="0" algn="ctr">
              <a:lnSpc>
                <a:spcPct val="70000"/>
              </a:lnSpc>
              <a:spcBef>
                <a:spcPts val="0"/>
              </a:spcBef>
              <a:buNone/>
              <a:defRPr sz="1500">
                <a:solidFill>
                  <a:schemeClr val="accent3"/>
                </a:solidFill>
                <a:latin typeface="+mj-lt"/>
              </a:defRPr>
            </a:lvl1pPr>
          </a:lstStyle>
          <a:p>
            <a:pPr lvl="0"/>
            <a:r>
              <a:rPr lang="en-US"/>
              <a:t>03</a:t>
            </a:r>
          </a:p>
        </p:txBody>
      </p:sp>
      <p:sp>
        <p:nvSpPr>
          <p:cNvPr id="32" name="Oval 31">
            <a:extLst>
              <a:ext uri="{FF2B5EF4-FFF2-40B4-BE49-F238E27FC236}">
                <a16:creationId xmlns:a16="http://schemas.microsoft.com/office/drawing/2014/main" id="{BF95C90B-9340-BA27-A3CF-3ACA2019BDAD}"/>
              </a:ext>
            </a:extLst>
          </p:cNvPr>
          <p:cNvSpPr/>
          <p:nvPr userDrawn="1"/>
        </p:nvSpPr>
        <p:spPr>
          <a:xfrm>
            <a:off x="4824557" y="2431229"/>
            <a:ext cx="94589" cy="94589"/>
          </a:xfrm>
          <a:prstGeom prst="ellipse">
            <a:avLst/>
          </a:prstGeom>
          <a:solidFill>
            <a:srgbClr val="E7E696"/>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20000"/>
              </a:lnSpc>
              <a:spcBef>
                <a:spcPts val="0"/>
              </a:spcBef>
              <a:spcAft>
                <a:spcPts val="0"/>
              </a:spcAft>
              <a:buClrTx/>
              <a:buSzTx/>
              <a:buFontTx/>
              <a:buNone/>
              <a:tabLst/>
            </a:pPr>
            <a:endParaRPr kumimoji="0" lang="en-US" sz="3000" b="0" i="0" u="none" strike="noStrike" cap="all" spc="0" normalizeH="0" baseline="0">
              <a:ln>
                <a:noFill/>
              </a:ln>
              <a:solidFill>
                <a:srgbClr val="FFFFFF"/>
              </a:solidFill>
              <a:effectLst/>
              <a:uFillTx/>
              <a:latin typeface="Proxima Nova Extrabold"/>
              <a:ea typeface="Proxima Nova Extrabold"/>
              <a:cs typeface="Proxima Nova Extrabold"/>
              <a:sym typeface="Proxima Nova Extrabold"/>
            </a:endParaRPr>
          </a:p>
        </p:txBody>
      </p:sp>
      <p:sp>
        <p:nvSpPr>
          <p:cNvPr id="33" name="Text Placeholder 6">
            <a:extLst>
              <a:ext uri="{FF2B5EF4-FFF2-40B4-BE49-F238E27FC236}">
                <a16:creationId xmlns:a16="http://schemas.microsoft.com/office/drawing/2014/main" id="{4C3F98EA-FC7F-FDF6-F8B5-A6811F08B48E}"/>
              </a:ext>
            </a:extLst>
          </p:cNvPr>
          <p:cNvSpPr>
            <a:spLocks noGrp="1"/>
          </p:cNvSpPr>
          <p:nvPr>
            <p:ph type="body" sz="quarter" idx="24" hasCustomPrompt="1"/>
          </p:nvPr>
        </p:nvSpPr>
        <p:spPr>
          <a:xfrm>
            <a:off x="174235" y="2115689"/>
            <a:ext cx="366122" cy="230832"/>
          </a:xfrm>
          <a:prstGeom prst="rect">
            <a:avLst/>
          </a:prstGeom>
        </p:spPr>
        <p:txBody>
          <a:bodyPr lIns="0" tIns="0" rIns="0" bIns="0" anchor="ctr">
            <a:noAutofit/>
          </a:bodyPr>
          <a:lstStyle>
            <a:lvl1pPr marL="0" indent="0" algn="ctr">
              <a:lnSpc>
                <a:spcPct val="70000"/>
              </a:lnSpc>
              <a:spcBef>
                <a:spcPts val="0"/>
              </a:spcBef>
              <a:buNone/>
              <a:defRPr sz="1500">
                <a:solidFill>
                  <a:schemeClr val="accent3"/>
                </a:solidFill>
                <a:latin typeface="+mj-lt"/>
              </a:defRPr>
            </a:lvl1pPr>
          </a:lstStyle>
          <a:p>
            <a:pPr lvl="0"/>
            <a:r>
              <a:rPr lang="en-US"/>
              <a:t>01</a:t>
            </a:r>
          </a:p>
        </p:txBody>
      </p:sp>
      <p:sp>
        <p:nvSpPr>
          <p:cNvPr id="34" name="Oval 33">
            <a:extLst>
              <a:ext uri="{FF2B5EF4-FFF2-40B4-BE49-F238E27FC236}">
                <a16:creationId xmlns:a16="http://schemas.microsoft.com/office/drawing/2014/main" id="{216906E9-1415-2759-7BF7-E709F5C9E1AB}"/>
              </a:ext>
            </a:extLst>
          </p:cNvPr>
          <p:cNvSpPr/>
          <p:nvPr userDrawn="1"/>
        </p:nvSpPr>
        <p:spPr>
          <a:xfrm>
            <a:off x="314654" y="2431229"/>
            <a:ext cx="94589" cy="94589"/>
          </a:xfrm>
          <a:prstGeom prst="ellipse">
            <a:avLst/>
          </a:prstGeom>
          <a:solidFill>
            <a:srgbClr val="E7E696"/>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20000"/>
              </a:lnSpc>
              <a:spcBef>
                <a:spcPts val="0"/>
              </a:spcBef>
              <a:spcAft>
                <a:spcPts val="0"/>
              </a:spcAft>
              <a:buClrTx/>
              <a:buSzTx/>
              <a:buFontTx/>
              <a:buNone/>
              <a:tabLst/>
            </a:pPr>
            <a:endParaRPr kumimoji="0" lang="en-US" sz="3000" b="0" i="0" u="none" strike="noStrike" cap="all" spc="0" normalizeH="0" baseline="0">
              <a:ln>
                <a:noFill/>
              </a:ln>
              <a:solidFill>
                <a:srgbClr val="FFFFFF"/>
              </a:solidFill>
              <a:effectLst/>
              <a:uFillTx/>
              <a:latin typeface="Proxima Nova Extrabold"/>
              <a:ea typeface="Proxima Nova Extrabold"/>
              <a:cs typeface="Proxima Nova Extrabold"/>
              <a:sym typeface="Proxima Nova Extrabold"/>
            </a:endParaRPr>
          </a:p>
        </p:txBody>
      </p:sp>
      <p:sp>
        <p:nvSpPr>
          <p:cNvPr id="35" name="Oval 34">
            <a:extLst>
              <a:ext uri="{FF2B5EF4-FFF2-40B4-BE49-F238E27FC236}">
                <a16:creationId xmlns:a16="http://schemas.microsoft.com/office/drawing/2014/main" id="{F4EED99B-3E66-7B1D-4DDB-4EDB10CB1745}"/>
              </a:ext>
            </a:extLst>
          </p:cNvPr>
          <p:cNvSpPr/>
          <p:nvPr userDrawn="1"/>
        </p:nvSpPr>
        <p:spPr>
          <a:xfrm>
            <a:off x="2548852" y="2431229"/>
            <a:ext cx="94589" cy="94589"/>
          </a:xfrm>
          <a:prstGeom prst="ellipse">
            <a:avLst/>
          </a:prstGeom>
          <a:solidFill>
            <a:srgbClr val="E7E696"/>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20000"/>
              </a:lnSpc>
              <a:spcBef>
                <a:spcPts val="0"/>
              </a:spcBef>
              <a:spcAft>
                <a:spcPts val="0"/>
              </a:spcAft>
              <a:buClrTx/>
              <a:buSzTx/>
              <a:buFontTx/>
              <a:buNone/>
              <a:tabLst/>
            </a:pPr>
            <a:endParaRPr kumimoji="0" lang="en-US" sz="3000" b="0" i="0" u="none" strike="noStrike" cap="all" spc="0" normalizeH="0" baseline="0">
              <a:ln>
                <a:noFill/>
              </a:ln>
              <a:solidFill>
                <a:srgbClr val="FFFFFF"/>
              </a:solidFill>
              <a:effectLst/>
              <a:uFillTx/>
              <a:latin typeface="Proxima Nova Extrabold"/>
              <a:ea typeface="Proxima Nova Extrabold"/>
              <a:cs typeface="Proxima Nova Extrabold"/>
              <a:sym typeface="Proxima Nova Extrabold"/>
            </a:endParaRPr>
          </a:p>
        </p:txBody>
      </p:sp>
      <p:sp>
        <p:nvSpPr>
          <p:cNvPr id="22" name="Text Placeholder 6">
            <a:extLst>
              <a:ext uri="{FF2B5EF4-FFF2-40B4-BE49-F238E27FC236}">
                <a16:creationId xmlns:a16="http://schemas.microsoft.com/office/drawing/2014/main" id="{085CF382-B86F-CB49-F37C-6B9C2C9FB4B5}"/>
              </a:ext>
            </a:extLst>
          </p:cNvPr>
          <p:cNvSpPr>
            <a:spLocks noGrp="1"/>
          </p:cNvSpPr>
          <p:nvPr>
            <p:ph type="body" sz="quarter" idx="31" hasCustomPrompt="1"/>
          </p:nvPr>
        </p:nvSpPr>
        <p:spPr>
          <a:xfrm>
            <a:off x="7021927" y="2558490"/>
            <a:ext cx="1475566" cy="230832"/>
          </a:xfrm>
          <a:prstGeom prst="rect">
            <a:avLst/>
          </a:prstGeom>
        </p:spPr>
        <p:txBody>
          <a:bodyPr lIns="0" tIns="0" rIns="0" bIns="0" anchor="b">
            <a:noAutofit/>
          </a:bodyPr>
          <a:lstStyle>
            <a:lvl1pPr marL="0" indent="0">
              <a:lnSpc>
                <a:spcPct val="70000"/>
              </a:lnSpc>
              <a:spcBef>
                <a:spcPts val="0"/>
              </a:spcBef>
              <a:buNone/>
              <a:defRPr sz="900">
                <a:solidFill>
                  <a:schemeClr val="bg1"/>
                </a:solidFill>
                <a:latin typeface="+mj-lt"/>
              </a:defRPr>
            </a:lvl1pPr>
          </a:lstStyle>
          <a:p>
            <a:pPr lvl="0"/>
            <a:r>
              <a:rPr lang="en-US"/>
              <a:t>TITLE</a:t>
            </a:r>
          </a:p>
        </p:txBody>
      </p:sp>
      <p:sp>
        <p:nvSpPr>
          <p:cNvPr id="23" name="Text Placeholder 14">
            <a:extLst>
              <a:ext uri="{FF2B5EF4-FFF2-40B4-BE49-F238E27FC236}">
                <a16:creationId xmlns:a16="http://schemas.microsoft.com/office/drawing/2014/main" id="{2CF143D9-DFAA-8397-428F-40E03C892369}"/>
              </a:ext>
            </a:extLst>
          </p:cNvPr>
          <p:cNvSpPr>
            <a:spLocks noGrp="1"/>
          </p:cNvSpPr>
          <p:nvPr>
            <p:ph type="body" sz="quarter" idx="32" hasCustomPrompt="1"/>
          </p:nvPr>
        </p:nvSpPr>
        <p:spPr>
          <a:xfrm>
            <a:off x="7024122" y="2858726"/>
            <a:ext cx="1475567" cy="689261"/>
          </a:xfrm>
        </p:spPr>
        <p:txBody>
          <a:bodyPr lIns="0" tIns="0" rIns="0" bIns="0">
            <a:noAutofit/>
          </a:bodyPr>
          <a:lstStyle>
            <a:lvl1pPr marL="0" indent="0">
              <a:lnSpc>
                <a:spcPct val="90000"/>
              </a:lnSpc>
              <a:spcBef>
                <a:spcPts val="0"/>
              </a:spcBef>
              <a:buNone/>
              <a:defRPr sz="750">
                <a:solidFill>
                  <a:schemeClr val="bg1"/>
                </a:solidFill>
              </a:defRPr>
            </a:lvl1pPr>
          </a:lstStyle>
          <a:p>
            <a:pPr lvl="0"/>
            <a:r>
              <a:rPr lang="en-US"/>
              <a:t>Text</a:t>
            </a:r>
          </a:p>
        </p:txBody>
      </p:sp>
      <p:sp>
        <p:nvSpPr>
          <p:cNvPr id="27" name="Text Placeholder 6">
            <a:extLst>
              <a:ext uri="{FF2B5EF4-FFF2-40B4-BE49-F238E27FC236}">
                <a16:creationId xmlns:a16="http://schemas.microsoft.com/office/drawing/2014/main" id="{24E2EC6F-DEB8-8525-B911-8FC656E89E1A}"/>
              </a:ext>
            </a:extLst>
          </p:cNvPr>
          <p:cNvSpPr>
            <a:spLocks noGrp="1"/>
          </p:cNvSpPr>
          <p:nvPr>
            <p:ph type="body" sz="quarter" idx="33" hasCustomPrompt="1"/>
          </p:nvPr>
        </p:nvSpPr>
        <p:spPr>
          <a:xfrm>
            <a:off x="6932350" y="2115689"/>
            <a:ext cx="366122" cy="230832"/>
          </a:xfrm>
          <a:prstGeom prst="rect">
            <a:avLst/>
          </a:prstGeom>
        </p:spPr>
        <p:txBody>
          <a:bodyPr lIns="0" tIns="0" rIns="0" bIns="0" anchor="ctr">
            <a:noAutofit/>
          </a:bodyPr>
          <a:lstStyle>
            <a:lvl1pPr marL="0" indent="0" algn="ctr">
              <a:lnSpc>
                <a:spcPct val="70000"/>
              </a:lnSpc>
              <a:spcBef>
                <a:spcPts val="0"/>
              </a:spcBef>
              <a:buNone/>
              <a:defRPr sz="1500">
                <a:solidFill>
                  <a:schemeClr val="accent3"/>
                </a:solidFill>
                <a:latin typeface="+mj-lt"/>
              </a:defRPr>
            </a:lvl1pPr>
          </a:lstStyle>
          <a:p>
            <a:pPr lvl="0"/>
            <a:r>
              <a:rPr lang="en-US"/>
              <a:t>04</a:t>
            </a:r>
          </a:p>
        </p:txBody>
      </p:sp>
      <p:sp>
        <p:nvSpPr>
          <p:cNvPr id="28" name="Oval 27">
            <a:extLst>
              <a:ext uri="{FF2B5EF4-FFF2-40B4-BE49-F238E27FC236}">
                <a16:creationId xmlns:a16="http://schemas.microsoft.com/office/drawing/2014/main" id="{9F1DF6A0-D1FE-0002-B2BB-6B713B8B937B}"/>
              </a:ext>
            </a:extLst>
          </p:cNvPr>
          <p:cNvSpPr/>
          <p:nvPr userDrawn="1"/>
        </p:nvSpPr>
        <p:spPr>
          <a:xfrm>
            <a:off x="7068027" y="2431229"/>
            <a:ext cx="94589" cy="94589"/>
          </a:xfrm>
          <a:prstGeom prst="ellipse">
            <a:avLst/>
          </a:prstGeom>
          <a:solidFill>
            <a:srgbClr val="E7E696"/>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20000"/>
              </a:lnSpc>
              <a:spcBef>
                <a:spcPts val="0"/>
              </a:spcBef>
              <a:spcAft>
                <a:spcPts val="0"/>
              </a:spcAft>
              <a:buClrTx/>
              <a:buSzTx/>
              <a:buFontTx/>
              <a:buNone/>
              <a:tabLst/>
            </a:pPr>
            <a:endParaRPr kumimoji="0" lang="en-US" sz="3000" b="0" i="0" u="none" strike="noStrike" cap="all" spc="0" normalizeH="0" baseline="0">
              <a:ln>
                <a:noFill/>
              </a:ln>
              <a:solidFill>
                <a:srgbClr val="FFFFFF"/>
              </a:solidFill>
              <a:effectLst/>
              <a:uFillTx/>
              <a:latin typeface="Proxima Nova Extrabold"/>
              <a:ea typeface="Proxima Nova Extrabold"/>
              <a:cs typeface="Proxima Nova Extrabold"/>
              <a:sym typeface="Proxima Nova Extrabold"/>
            </a:endParaRPr>
          </a:p>
        </p:txBody>
      </p:sp>
      <p:sp>
        <p:nvSpPr>
          <p:cNvPr id="2" name="01">
            <a:extLst>
              <a:ext uri="{FF2B5EF4-FFF2-40B4-BE49-F238E27FC236}">
                <a16:creationId xmlns:a16="http://schemas.microsoft.com/office/drawing/2014/main" id="{F07B8953-C207-AED7-AC81-0193AAB703B9}"/>
              </a:ext>
            </a:extLst>
          </p:cNvPr>
          <p:cNvSpPr txBox="1"/>
          <p:nvPr userDrawn="1"/>
        </p:nvSpPr>
        <p:spPr>
          <a:xfrm>
            <a:off x="291417" y="2083066"/>
            <a:ext cx="141065" cy="23083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nchor="ctr">
            <a:spAutoFit/>
          </a:bodyPr>
          <a:lstStyle>
            <a:lvl1pPr algn="ctr">
              <a:spcBef>
                <a:spcPts val="0"/>
              </a:spcBef>
              <a:defRPr sz="4000" cap="all">
                <a:solidFill>
                  <a:srgbClr val="E7E696"/>
                </a:solidFill>
                <a:latin typeface="+mj-lt"/>
                <a:ea typeface="+mj-ea"/>
                <a:cs typeface="+mj-cs"/>
                <a:sym typeface="Barlow Condensed Bold"/>
              </a:defRPr>
            </a:lvl1pPr>
          </a:lstStyle>
          <a:p>
            <a:r>
              <a:rPr sz="1500">
                <a:solidFill>
                  <a:schemeClr val="accent3"/>
                </a:solidFill>
              </a:rPr>
              <a:t>01</a:t>
            </a:r>
          </a:p>
        </p:txBody>
      </p:sp>
      <p:sp>
        <p:nvSpPr>
          <p:cNvPr id="4" name="02">
            <a:extLst>
              <a:ext uri="{FF2B5EF4-FFF2-40B4-BE49-F238E27FC236}">
                <a16:creationId xmlns:a16="http://schemas.microsoft.com/office/drawing/2014/main" id="{A9D78AA8-D39F-7146-22AE-A8F27A40A3CF}"/>
              </a:ext>
            </a:extLst>
          </p:cNvPr>
          <p:cNvSpPr txBox="1"/>
          <p:nvPr userDrawn="1"/>
        </p:nvSpPr>
        <p:spPr>
          <a:xfrm>
            <a:off x="2508836" y="2083066"/>
            <a:ext cx="171522" cy="23083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nchor="ctr">
            <a:spAutoFit/>
          </a:bodyPr>
          <a:lstStyle>
            <a:lvl1pPr algn="ctr">
              <a:spcBef>
                <a:spcPts val="0"/>
              </a:spcBef>
              <a:defRPr sz="4000" cap="all">
                <a:solidFill>
                  <a:srgbClr val="E7E696"/>
                </a:solidFill>
                <a:latin typeface="+mj-lt"/>
                <a:ea typeface="+mj-ea"/>
                <a:cs typeface="+mj-cs"/>
                <a:sym typeface="Barlow Condensed Bold"/>
              </a:defRPr>
            </a:lvl1pPr>
          </a:lstStyle>
          <a:p>
            <a:r>
              <a:rPr sz="1500">
                <a:solidFill>
                  <a:schemeClr val="accent3"/>
                </a:solidFill>
              </a:rPr>
              <a:t>02</a:t>
            </a:r>
          </a:p>
        </p:txBody>
      </p:sp>
      <p:sp>
        <p:nvSpPr>
          <p:cNvPr id="14" name="Text Placeholder 14">
            <a:extLst>
              <a:ext uri="{FF2B5EF4-FFF2-40B4-BE49-F238E27FC236}">
                <a16:creationId xmlns:a16="http://schemas.microsoft.com/office/drawing/2014/main" id="{E190687B-1F01-DB8D-4DA2-7C976BB05320}"/>
              </a:ext>
            </a:extLst>
          </p:cNvPr>
          <p:cNvSpPr>
            <a:spLocks noGrp="1"/>
          </p:cNvSpPr>
          <p:nvPr>
            <p:ph type="body" sz="quarter" idx="34" hasCustomPrompt="1"/>
          </p:nvPr>
        </p:nvSpPr>
        <p:spPr>
          <a:xfrm>
            <a:off x="305751" y="2858726"/>
            <a:ext cx="1475567" cy="689261"/>
          </a:xfrm>
        </p:spPr>
        <p:txBody>
          <a:bodyPr lIns="0" tIns="0" rIns="0" bIns="0">
            <a:noAutofit/>
          </a:bodyPr>
          <a:lstStyle>
            <a:lvl1pPr marL="0" indent="0">
              <a:lnSpc>
                <a:spcPct val="90000"/>
              </a:lnSpc>
              <a:spcBef>
                <a:spcPts val="0"/>
              </a:spcBef>
              <a:buNone/>
              <a:defRPr sz="750">
                <a:solidFill>
                  <a:schemeClr val="bg1"/>
                </a:solidFill>
              </a:defRPr>
            </a:lvl1pPr>
          </a:lstStyle>
          <a:p>
            <a:pPr lvl="0"/>
            <a:r>
              <a:rPr lang="en-US"/>
              <a:t>Text</a:t>
            </a:r>
          </a:p>
        </p:txBody>
      </p:sp>
      <p:sp>
        <p:nvSpPr>
          <p:cNvPr id="18" name="Text Placeholder 6">
            <a:extLst>
              <a:ext uri="{FF2B5EF4-FFF2-40B4-BE49-F238E27FC236}">
                <a16:creationId xmlns:a16="http://schemas.microsoft.com/office/drawing/2014/main" id="{149DE059-AFD1-5994-32BE-3C65A447354F}"/>
              </a:ext>
            </a:extLst>
          </p:cNvPr>
          <p:cNvSpPr>
            <a:spLocks noGrp="1"/>
          </p:cNvSpPr>
          <p:nvPr>
            <p:ph type="body" sz="quarter" idx="35" hasCustomPrompt="1"/>
          </p:nvPr>
        </p:nvSpPr>
        <p:spPr>
          <a:xfrm>
            <a:off x="2500313" y="2550177"/>
            <a:ext cx="1468489" cy="230832"/>
          </a:xfrm>
          <a:prstGeom prst="rect">
            <a:avLst/>
          </a:prstGeom>
        </p:spPr>
        <p:txBody>
          <a:bodyPr lIns="0" tIns="0" rIns="0" bIns="0" anchor="b">
            <a:noAutofit/>
          </a:bodyPr>
          <a:lstStyle>
            <a:lvl1pPr marL="0" indent="0">
              <a:lnSpc>
                <a:spcPct val="70000"/>
              </a:lnSpc>
              <a:spcBef>
                <a:spcPts val="0"/>
              </a:spcBef>
              <a:buNone/>
              <a:defRPr sz="900">
                <a:solidFill>
                  <a:schemeClr val="bg1"/>
                </a:solidFill>
                <a:latin typeface="+mj-lt"/>
              </a:defRPr>
            </a:lvl1pPr>
          </a:lstStyle>
          <a:p>
            <a:pPr lvl="0"/>
            <a:r>
              <a:rPr lang="en-US"/>
              <a:t>TITLE</a:t>
            </a:r>
          </a:p>
        </p:txBody>
      </p:sp>
      <p:sp>
        <p:nvSpPr>
          <p:cNvPr id="19" name="Text Placeholder 14">
            <a:extLst>
              <a:ext uri="{FF2B5EF4-FFF2-40B4-BE49-F238E27FC236}">
                <a16:creationId xmlns:a16="http://schemas.microsoft.com/office/drawing/2014/main" id="{7EDDD56F-76F7-4040-C85B-A353F26DAB32}"/>
              </a:ext>
            </a:extLst>
          </p:cNvPr>
          <p:cNvSpPr>
            <a:spLocks noGrp="1"/>
          </p:cNvSpPr>
          <p:nvPr>
            <p:ph type="body" sz="quarter" idx="36" hasCustomPrompt="1"/>
          </p:nvPr>
        </p:nvSpPr>
        <p:spPr>
          <a:xfrm>
            <a:off x="2493235" y="2858726"/>
            <a:ext cx="1475567" cy="689261"/>
          </a:xfrm>
        </p:spPr>
        <p:txBody>
          <a:bodyPr lIns="0" tIns="0" rIns="0" bIns="0">
            <a:noAutofit/>
          </a:bodyPr>
          <a:lstStyle>
            <a:lvl1pPr marL="0" indent="0">
              <a:lnSpc>
                <a:spcPct val="90000"/>
              </a:lnSpc>
              <a:spcBef>
                <a:spcPts val="0"/>
              </a:spcBef>
              <a:buNone/>
              <a:defRPr sz="750">
                <a:solidFill>
                  <a:schemeClr val="bg1"/>
                </a:solidFill>
              </a:defRPr>
            </a:lvl1pPr>
          </a:lstStyle>
          <a:p>
            <a:pPr lvl="0"/>
            <a:r>
              <a:rPr lang="en-US"/>
              <a:t>Text</a:t>
            </a:r>
          </a:p>
        </p:txBody>
      </p:sp>
      <p:sp>
        <p:nvSpPr>
          <p:cNvPr id="21" name="Text Placeholder 6">
            <a:extLst>
              <a:ext uri="{FF2B5EF4-FFF2-40B4-BE49-F238E27FC236}">
                <a16:creationId xmlns:a16="http://schemas.microsoft.com/office/drawing/2014/main" id="{BEB0378A-F404-A542-D2CE-0A4EEE3A7732}"/>
              </a:ext>
            </a:extLst>
          </p:cNvPr>
          <p:cNvSpPr>
            <a:spLocks noGrp="1"/>
          </p:cNvSpPr>
          <p:nvPr>
            <p:ph type="body" sz="quarter" idx="37" hasCustomPrompt="1"/>
          </p:nvPr>
        </p:nvSpPr>
        <p:spPr>
          <a:xfrm>
            <a:off x="4773592" y="2550177"/>
            <a:ext cx="1468489" cy="230832"/>
          </a:xfrm>
          <a:prstGeom prst="rect">
            <a:avLst/>
          </a:prstGeom>
        </p:spPr>
        <p:txBody>
          <a:bodyPr lIns="0" tIns="0" rIns="0" bIns="0" anchor="b">
            <a:noAutofit/>
          </a:bodyPr>
          <a:lstStyle>
            <a:lvl1pPr marL="0" indent="0">
              <a:lnSpc>
                <a:spcPct val="70000"/>
              </a:lnSpc>
              <a:spcBef>
                <a:spcPts val="0"/>
              </a:spcBef>
              <a:buNone/>
              <a:defRPr sz="900">
                <a:solidFill>
                  <a:schemeClr val="bg1"/>
                </a:solidFill>
                <a:latin typeface="+mj-lt"/>
              </a:defRPr>
            </a:lvl1pPr>
          </a:lstStyle>
          <a:p>
            <a:pPr lvl="0"/>
            <a:r>
              <a:rPr lang="en-US"/>
              <a:t>TITLE</a:t>
            </a:r>
          </a:p>
        </p:txBody>
      </p:sp>
      <p:sp>
        <p:nvSpPr>
          <p:cNvPr id="36" name="Text Placeholder 14">
            <a:extLst>
              <a:ext uri="{FF2B5EF4-FFF2-40B4-BE49-F238E27FC236}">
                <a16:creationId xmlns:a16="http://schemas.microsoft.com/office/drawing/2014/main" id="{171EF118-7DCA-F167-6E85-2BEB6A553FD9}"/>
              </a:ext>
            </a:extLst>
          </p:cNvPr>
          <p:cNvSpPr>
            <a:spLocks noGrp="1"/>
          </p:cNvSpPr>
          <p:nvPr>
            <p:ph type="body" sz="quarter" idx="38" hasCustomPrompt="1"/>
          </p:nvPr>
        </p:nvSpPr>
        <p:spPr>
          <a:xfrm>
            <a:off x="4766514" y="2858726"/>
            <a:ext cx="1475567" cy="689261"/>
          </a:xfrm>
        </p:spPr>
        <p:txBody>
          <a:bodyPr lIns="0" tIns="0" rIns="0" bIns="0">
            <a:noAutofit/>
          </a:bodyPr>
          <a:lstStyle>
            <a:lvl1pPr marL="0" indent="0">
              <a:lnSpc>
                <a:spcPct val="90000"/>
              </a:lnSpc>
              <a:spcBef>
                <a:spcPts val="0"/>
              </a:spcBef>
              <a:buNone/>
              <a:defRPr sz="750">
                <a:solidFill>
                  <a:schemeClr val="bg1"/>
                </a:solidFill>
              </a:defRPr>
            </a:lvl1pPr>
          </a:lstStyle>
          <a:p>
            <a:pPr lvl="0"/>
            <a:r>
              <a:rPr lang="en-US"/>
              <a:t>Text</a:t>
            </a:r>
          </a:p>
        </p:txBody>
      </p:sp>
    </p:spTree>
    <p:extLst>
      <p:ext uri="{BB962C8B-B14F-4D97-AF65-F5344CB8AC3E}">
        <p14:creationId xmlns:p14="http://schemas.microsoft.com/office/powerpoint/2010/main" val="1559329325"/>
      </p:ext>
    </p:extLst>
  </p:cSld>
  <p:clrMapOvr>
    <a:masterClrMapping/>
  </p:clrMapOvr>
  <p:transition spd="med"/>
</p:sldLayout>
</file>

<file path=ppt/slideLayouts/slideLayout205.xml><?xml version="1.0" encoding="utf-8"?>
<p:sldLayout xmlns:a="http://schemas.openxmlformats.org/drawingml/2006/main" xmlns:r="http://schemas.openxmlformats.org/officeDocument/2006/relationships" xmlns:p="http://schemas.openxmlformats.org/presentationml/2006/main" showMasterSp="0" preserve="1" userDrawn="1">
  <p:cSld name="Process 2">
    <p:bg>
      <p:bgPr>
        <a:solidFill>
          <a:srgbClr val="730B39"/>
        </a:solidFill>
        <a:effectLst/>
      </p:bgPr>
    </p:bg>
    <p:spTree>
      <p:nvGrpSpPr>
        <p:cNvPr id="1" name=""/>
        <p:cNvGrpSpPr/>
        <p:nvPr/>
      </p:nvGrpSpPr>
      <p:grpSpPr>
        <a:xfrm>
          <a:off x="0" y="0"/>
          <a:ext cx="0" cy="0"/>
          <a:chOff x="0" y="0"/>
          <a:chExt cx="0" cy="0"/>
        </a:xfrm>
      </p:grpSpPr>
      <p:sp>
        <p:nvSpPr>
          <p:cNvPr id="66" name="Slide Number"/>
          <p:cNvSpPr txBox="1">
            <a:spLocks noGrp="1"/>
          </p:cNvSpPr>
          <p:nvPr>
            <p:ph type="sldNum" sz="quarter" idx="2"/>
          </p:nvPr>
        </p:nvSpPr>
        <p:spPr>
          <a:prstGeom prst="rect">
            <a:avLst/>
          </a:prstGeom>
        </p:spPr>
        <p:txBody>
          <a:bodyPr/>
          <a:lstStyle>
            <a:lvl1pPr>
              <a:defRPr>
                <a:solidFill>
                  <a:schemeClr val="bg1"/>
                </a:solidFill>
              </a:defRPr>
            </a:lvl1pPr>
          </a:lstStyle>
          <a:p>
            <a:fld id="{86CB4B4D-7CA3-9044-876B-883B54F8677D}" type="slidenum">
              <a:rPr lang="en-GB" smtClean="0"/>
              <a:pPr/>
              <a:t>‹#›</a:t>
            </a:fld>
            <a:endParaRPr lang="en-GB"/>
          </a:p>
        </p:txBody>
      </p:sp>
      <p:pic>
        <p:nvPicPr>
          <p:cNvPr id="15" name="CGC logo white.png" descr="CGC logo white.png">
            <a:extLst>
              <a:ext uri="{FF2B5EF4-FFF2-40B4-BE49-F238E27FC236}">
                <a16:creationId xmlns:a16="http://schemas.microsoft.com/office/drawing/2014/main" id="{D935F029-D9A4-B9A6-51F4-12FA11B2A4EA}"/>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285750" y="285750"/>
            <a:ext cx="1152091" cy="199818"/>
          </a:xfrm>
          <a:prstGeom prst="rect">
            <a:avLst/>
          </a:prstGeom>
          <a:ln w="12700">
            <a:miter lim="400000"/>
          </a:ln>
        </p:spPr>
      </p:pic>
      <p:sp>
        <p:nvSpPr>
          <p:cNvPr id="13" name="Text Placeholder 6">
            <a:extLst>
              <a:ext uri="{FF2B5EF4-FFF2-40B4-BE49-F238E27FC236}">
                <a16:creationId xmlns:a16="http://schemas.microsoft.com/office/drawing/2014/main" id="{07715A5E-1780-4BBA-855B-DF0756C0AFF8}"/>
              </a:ext>
            </a:extLst>
          </p:cNvPr>
          <p:cNvSpPr>
            <a:spLocks noGrp="1"/>
          </p:cNvSpPr>
          <p:nvPr>
            <p:ph type="body" sz="quarter" idx="22" hasCustomPrompt="1"/>
          </p:nvPr>
        </p:nvSpPr>
        <p:spPr>
          <a:xfrm>
            <a:off x="4599434" y="2054781"/>
            <a:ext cx="1468489" cy="230832"/>
          </a:xfrm>
          <a:prstGeom prst="rect">
            <a:avLst/>
          </a:prstGeom>
        </p:spPr>
        <p:txBody>
          <a:bodyPr lIns="0" tIns="0" rIns="0" bIns="0" anchor="b">
            <a:noAutofit/>
          </a:bodyPr>
          <a:lstStyle>
            <a:lvl1pPr marL="0" indent="0">
              <a:lnSpc>
                <a:spcPct val="70000"/>
              </a:lnSpc>
              <a:spcBef>
                <a:spcPts val="0"/>
              </a:spcBef>
              <a:buNone/>
              <a:defRPr sz="900">
                <a:solidFill>
                  <a:schemeClr val="bg1"/>
                </a:solidFill>
                <a:latin typeface="+mj-lt"/>
              </a:defRPr>
            </a:lvl1pPr>
          </a:lstStyle>
          <a:p>
            <a:pPr lvl="0"/>
            <a:r>
              <a:rPr lang="en-US"/>
              <a:t>TITLE</a:t>
            </a:r>
          </a:p>
        </p:txBody>
      </p:sp>
      <p:sp>
        <p:nvSpPr>
          <p:cNvPr id="14" name="Text Placeholder 14">
            <a:extLst>
              <a:ext uri="{FF2B5EF4-FFF2-40B4-BE49-F238E27FC236}">
                <a16:creationId xmlns:a16="http://schemas.microsoft.com/office/drawing/2014/main" id="{BAC5CEC9-0196-95DA-BABC-391F81DB3F30}"/>
              </a:ext>
            </a:extLst>
          </p:cNvPr>
          <p:cNvSpPr>
            <a:spLocks noGrp="1"/>
          </p:cNvSpPr>
          <p:nvPr>
            <p:ph type="body" sz="quarter" idx="23" hasCustomPrompt="1"/>
          </p:nvPr>
        </p:nvSpPr>
        <p:spPr>
          <a:xfrm>
            <a:off x="4596960" y="2355017"/>
            <a:ext cx="1468490" cy="689261"/>
          </a:xfrm>
        </p:spPr>
        <p:txBody>
          <a:bodyPr lIns="0" tIns="0" rIns="0" bIns="0">
            <a:noAutofit/>
          </a:bodyPr>
          <a:lstStyle>
            <a:lvl1pPr marL="0" indent="0">
              <a:lnSpc>
                <a:spcPct val="90000"/>
              </a:lnSpc>
              <a:spcBef>
                <a:spcPts val="0"/>
              </a:spcBef>
              <a:buNone/>
              <a:defRPr sz="750">
                <a:solidFill>
                  <a:schemeClr val="bg1"/>
                </a:solidFill>
              </a:defRPr>
            </a:lvl1pPr>
          </a:lstStyle>
          <a:p>
            <a:pPr lvl="0"/>
            <a:r>
              <a:rPr lang="en-US"/>
              <a:t>Text</a:t>
            </a:r>
          </a:p>
        </p:txBody>
      </p:sp>
      <p:sp>
        <p:nvSpPr>
          <p:cNvPr id="18" name="Text Placeholder 6">
            <a:extLst>
              <a:ext uri="{FF2B5EF4-FFF2-40B4-BE49-F238E27FC236}">
                <a16:creationId xmlns:a16="http://schemas.microsoft.com/office/drawing/2014/main" id="{B16CBDB4-B107-FFDA-0E0B-555BC976D3CC}"/>
              </a:ext>
            </a:extLst>
          </p:cNvPr>
          <p:cNvSpPr>
            <a:spLocks noGrp="1"/>
          </p:cNvSpPr>
          <p:nvPr>
            <p:ph type="body" sz="quarter" idx="24" hasCustomPrompt="1"/>
          </p:nvPr>
        </p:nvSpPr>
        <p:spPr>
          <a:xfrm>
            <a:off x="4597330" y="874788"/>
            <a:ext cx="1262296" cy="1330399"/>
          </a:xfrm>
          <a:prstGeom prst="rect">
            <a:avLst/>
          </a:prstGeom>
        </p:spPr>
        <p:txBody>
          <a:bodyPr lIns="0" tIns="0" rIns="0" bIns="0" anchor="b">
            <a:noAutofit/>
          </a:bodyPr>
          <a:lstStyle>
            <a:lvl1pPr marL="0" indent="0">
              <a:lnSpc>
                <a:spcPct val="70000"/>
              </a:lnSpc>
              <a:spcBef>
                <a:spcPts val="0"/>
              </a:spcBef>
              <a:buNone/>
              <a:defRPr sz="9000">
                <a:solidFill>
                  <a:schemeClr val="accent3"/>
                </a:solidFill>
                <a:latin typeface="+mj-lt"/>
              </a:defRPr>
            </a:lvl1pPr>
          </a:lstStyle>
          <a:p>
            <a:pPr lvl="0"/>
            <a:r>
              <a:rPr lang="en-US"/>
              <a:t>01</a:t>
            </a:r>
          </a:p>
        </p:txBody>
      </p:sp>
      <p:sp>
        <p:nvSpPr>
          <p:cNvPr id="19" name="Text Placeholder 6">
            <a:extLst>
              <a:ext uri="{FF2B5EF4-FFF2-40B4-BE49-F238E27FC236}">
                <a16:creationId xmlns:a16="http://schemas.microsoft.com/office/drawing/2014/main" id="{A8895A87-1CCF-68DE-69D9-56F62DAF4E7F}"/>
              </a:ext>
            </a:extLst>
          </p:cNvPr>
          <p:cNvSpPr>
            <a:spLocks noGrp="1"/>
          </p:cNvSpPr>
          <p:nvPr>
            <p:ph type="body" sz="quarter" idx="25" hasCustomPrompt="1"/>
          </p:nvPr>
        </p:nvSpPr>
        <p:spPr>
          <a:xfrm>
            <a:off x="6819317" y="2054781"/>
            <a:ext cx="1468489" cy="230832"/>
          </a:xfrm>
          <a:prstGeom prst="rect">
            <a:avLst/>
          </a:prstGeom>
        </p:spPr>
        <p:txBody>
          <a:bodyPr lIns="0" tIns="0" rIns="0" bIns="0" anchor="b">
            <a:noAutofit/>
          </a:bodyPr>
          <a:lstStyle>
            <a:lvl1pPr marL="0" indent="0">
              <a:lnSpc>
                <a:spcPct val="70000"/>
              </a:lnSpc>
              <a:spcBef>
                <a:spcPts val="0"/>
              </a:spcBef>
              <a:buNone/>
              <a:defRPr sz="900">
                <a:solidFill>
                  <a:schemeClr val="bg1"/>
                </a:solidFill>
                <a:latin typeface="+mj-lt"/>
              </a:defRPr>
            </a:lvl1pPr>
          </a:lstStyle>
          <a:p>
            <a:pPr lvl="0"/>
            <a:r>
              <a:rPr lang="en-US"/>
              <a:t>TITLE</a:t>
            </a:r>
          </a:p>
        </p:txBody>
      </p:sp>
      <p:sp>
        <p:nvSpPr>
          <p:cNvPr id="21" name="Text Placeholder 14">
            <a:extLst>
              <a:ext uri="{FF2B5EF4-FFF2-40B4-BE49-F238E27FC236}">
                <a16:creationId xmlns:a16="http://schemas.microsoft.com/office/drawing/2014/main" id="{42257BB8-15EB-2909-3A00-0CD2A28FEBBE}"/>
              </a:ext>
            </a:extLst>
          </p:cNvPr>
          <p:cNvSpPr>
            <a:spLocks noGrp="1"/>
          </p:cNvSpPr>
          <p:nvPr>
            <p:ph type="body" sz="quarter" idx="26" hasCustomPrompt="1"/>
          </p:nvPr>
        </p:nvSpPr>
        <p:spPr>
          <a:xfrm>
            <a:off x="6822292" y="2355017"/>
            <a:ext cx="1468490" cy="689261"/>
          </a:xfrm>
        </p:spPr>
        <p:txBody>
          <a:bodyPr lIns="0" tIns="0" rIns="0" bIns="0">
            <a:noAutofit/>
          </a:bodyPr>
          <a:lstStyle>
            <a:lvl1pPr marL="0" indent="0">
              <a:lnSpc>
                <a:spcPct val="90000"/>
              </a:lnSpc>
              <a:spcBef>
                <a:spcPts val="0"/>
              </a:spcBef>
              <a:buNone/>
              <a:defRPr sz="750">
                <a:solidFill>
                  <a:schemeClr val="bg1"/>
                </a:solidFill>
              </a:defRPr>
            </a:lvl1pPr>
          </a:lstStyle>
          <a:p>
            <a:pPr lvl="0"/>
            <a:r>
              <a:rPr lang="en-US"/>
              <a:t>Text</a:t>
            </a:r>
          </a:p>
        </p:txBody>
      </p:sp>
      <p:sp>
        <p:nvSpPr>
          <p:cNvPr id="36" name="Text Placeholder 6">
            <a:extLst>
              <a:ext uri="{FF2B5EF4-FFF2-40B4-BE49-F238E27FC236}">
                <a16:creationId xmlns:a16="http://schemas.microsoft.com/office/drawing/2014/main" id="{D0818EC9-1543-3A7B-FB71-2BD74A4567C6}"/>
              </a:ext>
            </a:extLst>
          </p:cNvPr>
          <p:cNvSpPr>
            <a:spLocks noGrp="1"/>
          </p:cNvSpPr>
          <p:nvPr>
            <p:ph type="body" sz="quarter" idx="27" hasCustomPrompt="1"/>
          </p:nvPr>
        </p:nvSpPr>
        <p:spPr>
          <a:xfrm>
            <a:off x="6817215" y="874788"/>
            <a:ext cx="1262297" cy="1330399"/>
          </a:xfrm>
          <a:prstGeom prst="rect">
            <a:avLst/>
          </a:prstGeom>
        </p:spPr>
        <p:txBody>
          <a:bodyPr lIns="0" tIns="0" rIns="0" bIns="0" anchor="b">
            <a:noAutofit/>
          </a:bodyPr>
          <a:lstStyle>
            <a:lvl1pPr marL="0" indent="0">
              <a:lnSpc>
                <a:spcPct val="70000"/>
              </a:lnSpc>
              <a:spcBef>
                <a:spcPts val="0"/>
              </a:spcBef>
              <a:buNone/>
              <a:defRPr sz="9000">
                <a:solidFill>
                  <a:schemeClr val="accent3"/>
                </a:solidFill>
                <a:latin typeface="+mj-lt"/>
              </a:defRPr>
            </a:lvl1pPr>
          </a:lstStyle>
          <a:p>
            <a:pPr lvl="0"/>
            <a:r>
              <a:rPr lang="en-US"/>
              <a:t>02</a:t>
            </a:r>
          </a:p>
        </p:txBody>
      </p:sp>
      <p:sp>
        <p:nvSpPr>
          <p:cNvPr id="2" name="Text Placeholder 6">
            <a:extLst>
              <a:ext uri="{FF2B5EF4-FFF2-40B4-BE49-F238E27FC236}">
                <a16:creationId xmlns:a16="http://schemas.microsoft.com/office/drawing/2014/main" id="{B7D510DF-812A-B1FF-C28C-86FA924328BA}"/>
              </a:ext>
            </a:extLst>
          </p:cNvPr>
          <p:cNvSpPr>
            <a:spLocks noGrp="1"/>
          </p:cNvSpPr>
          <p:nvPr>
            <p:ph type="body" sz="quarter" idx="28" hasCustomPrompt="1"/>
          </p:nvPr>
        </p:nvSpPr>
        <p:spPr>
          <a:xfrm>
            <a:off x="4599434" y="3945056"/>
            <a:ext cx="1468489" cy="230832"/>
          </a:xfrm>
          <a:prstGeom prst="rect">
            <a:avLst/>
          </a:prstGeom>
        </p:spPr>
        <p:txBody>
          <a:bodyPr lIns="0" tIns="0" rIns="0" bIns="0" anchor="b">
            <a:noAutofit/>
          </a:bodyPr>
          <a:lstStyle>
            <a:lvl1pPr marL="0" indent="0">
              <a:lnSpc>
                <a:spcPct val="70000"/>
              </a:lnSpc>
              <a:spcBef>
                <a:spcPts val="0"/>
              </a:spcBef>
              <a:buNone/>
              <a:defRPr sz="900">
                <a:solidFill>
                  <a:schemeClr val="bg1"/>
                </a:solidFill>
                <a:latin typeface="+mj-lt"/>
              </a:defRPr>
            </a:lvl1pPr>
          </a:lstStyle>
          <a:p>
            <a:pPr lvl="0"/>
            <a:r>
              <a:rPr lang="en-US"/>
              <a:t>TITLE</a:t>
            </a:r>
          </a:p>
        </p:txBody>
      </p:sp>
      <p:sp>
        <p:nvSpPr>
          <p:cNvPr id="3" name="Text Placeholder 14">
            <a:extLst>
              <a:ext uri="{FF2B5EF4-FFF2-40B4-BE49-F238E27FC236}">
                <a16:creationId xmlns:a16="http://schemas.microsoft.com/office/drawing/2014/main" id="{65CF8744-4BF9-207F-65DC-7E76EC954ACF}"/>
              </a:ext>
            </a:extLst>
          </p:cNvPr>
          <p:cNvSpPr>
            <a:spLocks noGrp="1"/>
          </p:cNvSpPr>
          <p:nvPr>
            <p:ph type="body" sz="quarter" idx="29" hasCustomPrompt="1"/>
          </p:nvPr>
        </p:nvSpPr>
        <p:spPr>
          <a:xfrm>
            <a:off x="4601630" y="4253604"/>
            <a:ext cx="1468490" cy="689261"/>
          </a:xfrm>
        </p:spPr>
        <p:txBody>
          <a:bodyPr lIns="0" tIns="0" rIns="0" bIns="0">
            <a:noAutofit/>
          </a:bodyPr>
          <a:lstStyle>
            <a:lvl1pPr marL="0" indent="0">
              <a:lnSpc>
                <a:spcPct val="90000"/>
              </a:lnSpc>
              <a:spcBef>
                <a:spcPts val="0"/>
              </a:spcBef>
              <a:buNone/>
              <a:defRPr sz="750">
                <a:solidFill>
                  <a:schemeClr val="bg1"/>
                </a:solidFill>
              </a:defRPr>
            </a:lvl1pPr>
          </a:lstStyle>
          <a:p>
            <a:pPr lvl="0"/>
            <a:r>
              <a:rPr lang="en-US"/>
              <a:t>Text</a:t>
            </a:r>
          </a:p>
        </p:txBody>
      </p:sp>
      <p:sp>
        <p:nvSpPr>
          <p:cNvPr id="4" name="Text Placeholder 6">
            <a:extLst>
              <a:ext uri="{FF2B5EF4-FFF2-40B4-BE49-F238E27FC236}">
                <a16:creationId xmlns:a16="http://schemas.microsoft.com/office/drawing/2014/main" id="{8FC9CA70-2DB8-E3E6-F75F-3F2E3F7E2B14}"/>
              </a:ext>
            </a:extLst>
          </p:cNvPr>
          <p:cNvSpPr>
            <a:spLocks noGrp="1"/>
          </p:cNvSpPr>
          <p:nvPr>
            <p:ph type="body" sz="quarter" idx="30" hasCustomPrompt="1"/>
          </p:nvPr>
        </p:nvSpPr>
        <p:spPr>
          <a:xfrm>
            <a:off x="4597330" y="2765063"/>
            <a:ext cx="1262296" cy="1330399"/>
          </a:xfrm>
          <a:prstGeom prst="rect">
            <a:avLst/>
          </a:prstGeom>
        </p:spPr>
        <p:txBody>
          <a:bodyPr lIns="0" tIns="0" rIns="0" bIns="0" anchor="b">
            <a:noAutofit/>
          </a:bodyPr>
          <a:lstStyle>
            <a:lvl1pPr marL="0" indent="0">
              <a:lnSpc>
                <a:spcPct val="70000"/>
              </a:lnSpc>
              <a:spcBef>
                <a:spcPts val="0"/>
              </a:spcBef>
              <a:buNone/>
              <a:defRPr sz="9000">
                <a:solidFill>
                  <a:schemeClr val="accent3"/>
                </a:solidFill>
                <a:latin typeface="+mj-lt"/>
              </a:defRPr>
            </a:lvl1pPr>
          </a:lstStyle>
          <a:p>
            <a:pPr lvl="0"/>
            <a:r>
              <a:rPr lang="en-US"/>
              <a:t>03</a:t>
            </a:r>
          </a:p>
        </p:txBody>
      </p:sp>
      <p:sp>
        <p:nvSpPr>
          <p:cNvPr id="6" name="Text Placeholder 6">
            <a:extLst>
              <a:ext uri="{FF2B5EF4-FFF2-40B4-BE49-F238E27FC236}">
                <a16:creationId xmlns:a16="http://schemas.microsoft.com/office/drawing/2014/main" id="{E60331E3-AE72-7DFB-D280-927B3C6E2CC5}"/>
              </a:ext>
            </a:extLst>
          </p:cNvPr>
          <p:cNvSpPr>
            <a:spLocks noGrp="1"/>
          </p:cNvSpPr>
          <p:nvPr>
            <p:ph type="body" sz="quarter" idx="31" hasCustomPrompt="1"/>
          </p:nvPr>
        </p:nvSpPr>
        <p:spPr>
          <a:xfrm>
            <a:off x="6835945" y="3945056"/>
            <a:ext cx="1468489" cy="230832"/>
          </a:xfrm>
          <a:prstGeom prst="rect">
            <a:avLst/>
          </a:prstGeom>
        </p:spPr>
        <p:txBody>
          <a:bodyPr lIns="0" tIns="0" rIns="0" bIns="0" anchor="b">
            <a:noAutofit/>
          </a:bodyPr>
          <a:lstStyle>
            <a:lvl1pPr marL="0" indent="0">
              <a:lnSpc>
                <a:spcPct val="70000"/>
              </a:lnSpc>
              <a:spcBef>
                <a:spcPts val="0"/>
              </a:spcBef>
              <a:buNone/>
              <a:defRPr sz="900">
                <a:solidFill>
                  <a:schemeClr val="bg1"/>
                </a:solidFill>
                <a:latin typeface="+mj-lt"/>
              </a:defRPr>
            </a:lvl1pPr>
          </a:lstStyle>
          <a:p>
            <a:pPr lvl="0"/>
            <a:r>
              <a:rPr lang="en-US"/>
              <a:t>TITLE</a:t>
            </a:r>
          </a:p>
        </p:txBody>
      </p:sp>
      <p:sp>
        <p:nvSpPr>
          <p:cNvPr id="7" name="Text Placeholder 14">
            <a:extLst>
              <a:ext uri="{FF2B5EF4-FFF2-40B4-BE49-F238E27FC236}">
                <a16:creationId xmlns:a16="http://schemas.microsoft.com/office/drawing/2014/main" id="{901C35B0-9D94-5E65-B784-C8F5724F9B94}"/>
              </a:ext>
            </a:extLst>
          </p:cNvPr>
          <p:cNvSpPr>
            <a:spLocks noGrp="1"/>
          </p:cNvSpPr>
          <p:nvPr>
            <p:ph type="body" sz="quarter" idx="32" hasCustomPrompt="1"/>
          </p:nvPr>
        </p:nvSpPr>
        <p:spPr>
          <a:xfrm>
            <a:off x="6838141" y="4253603"/>
            <a:ext cx="1468490" cy="689261"/>
          </a:xfrm>
        </p:spPr>
        <p:txBody>
          <a:bodyPr lIns="0" tIns="0" rIns="0" bIns="0">
            <a:noAutofit/>
          </a:bodyPr>
          <a:lstStyle>
            <a:lvl1pPr marL="0" indent="0">
              <a:lnSpc>
                <a:spcPct val="90000"/>
              </a:lnSpc>
              <a:spcBef>
                <a:spcPts val="0"/>
              </a:spcBef>
              <a:buNone/>
              <a:defRPr sz="750">
                <a:solidFill>
                  <a:schemeClr val="bg1"/>
                </a:solidFill>
              </a:defRPr>
            </a:lvl1pPr>
          </a:lstStyle>
          <a:p>
            <a:pPr lvl="0"/>
            <a:r>
              <a:rPr lang="en-US"/>
              <a:t>Text</a:t>
            </a:r>
          </a:p>
        </p:txBody>
      </p:sp>
      <p:sp>
        <p:nvSpPr>
          <p:cNvPr id="16" name="Text Placeholder 6">
            <a:extLst>
              <a:ext uri="{FF2B5EF4-FFF2-40B4-BE49-F238E27FC236}">
                <a16:creationId xmlns:a16="http://schemas.microsoft.com/office/drawing/2014/main" id="{FB68F396-3E7E-9826-C566-46CF532D4663}"/>
              </a:ext>
            </a:extLst>
          </p:cNvPr>
          <p:cNvSpPr>
            <a:spLocks noGrp="1"/>
          </p:cNvSpPr>
          <p:nvPr>
            <p:ph type="body" sz="quarter" idx="33" hasCustomPrompt="1"/>
          </p:nvPr>
        </p:nvSpPr>
        <p:spPr>
          <a:xfrm>
            <a:off x="6833841" y="2765063"/>
            <a:ext cx="1262297" cy="1330399"/>
          </a:xfrm>
          <a:prstGeom prst="rect">
            <a:avLst/>
          </a:prstGeom>
        </p:spPr>
        <p:txBody>
          <a:bodyPr lIns="0" tIns="0" rIns="0" bIns="0" anchor="b">
            <a:noAutofit/>
          </a:bodyPr>
          <a:lstStyle>
            <a:lvl1pPr marL="0" indent="0">
              <a:lnSpc>
                <a:spcPct val="70000"/>
              </a:lnSpc>
              <a:spcBef>
                <a:spcPts val="0"/>
              </a:spcBef>
              <a:buNone/>
              <a:defRPr sz="9000">
                <a:solidFill>
                  <a:schemeClr val="accent3"/>
                </a:solidFill>
                <a:latin typeface="+mj-lt"/>
              </a:defRPr>
            </a:lvl1pPr>
          </a:lstStyle>
          <a:p>
            <a:pPr lvl="0"/>
            <a:r>
              <a:rPr lang="en-US"/>
              <a:t>04</a:t>
            </a:r>
          </a:p>
        </p:txBody>
      </p:sp>
    </p:spTree>
    <p:extLst>
      <p:ext uri="{BB962C8B-B14F-4D97-AF65-F5344CB8AC3E}">
        <p14:creationId xmlns:p14="http://schemas.microsoft.com/office/powerpoint/2010/main" val="3645111809"/>
      </p:ext>
    </p:extLst>
  </p:cSld>
  <p:clrMapOvr>
    <a:masterClrMapping/>
  </p:clrMapOvr>
  <p:transition spd="med"/>
</p:sldLayout>
</file>

<file path=ppt/slideLayouts/slideLayout206.xml><?xml version="1.0" encoding="utf-8"?>
<p:sldLayout xmlns:a="http://schemas.openxmlformats.org/drawingml/2006/main" xmlns:r="http://schemas.openxmlformats.org/officeDocument/2006/relationships" xmlns:p="http://schemas.openxmlformats.org/presentationml/2006/main" showMasterSp="0" preserve="1" userDrawn="1">
  <p:cSld name="Process 3">
    <p:bg>
      <p:bgPr>
        <a:solidFill>
          <a:srgbClr val="0143FD"/>
        </a:solidFill>
        <a:effectLst/>
      </p:bgPr>
    </p:bg>
    <p:spTree>
      <p:nvGrpSpPr>
        <p:cNvPr id="1" name=""/>
        <p:cNvGrpSpPr/>
        <p:nvPr/>
      </p:nvGrpSpPr>
      <p:grpSpPr>
        <a:xfrm>
          <a:off x="0" y="0"/>
          <a:ext cx="0" cy="0"/>
          <a:chOff x="0" y="0"/>
          <a:chExt cx="0" cy="0"/>
        </a:xfrm>
      </p:grpSpPr>
      <p:sp>
        <p:nvSpPr>
          <p:cNvPr id="66" name="Slide Number"/>
          <p:cNvSpPr txBox="1">
            <a:spLocks noGrp="1"/>
          </p:cNvSpPr>
          <p:nvPr>
            <p:ph type="sldNum" sz="quarter" idx="2"/>
          </p:nvPr>
        </p:nvSpPr>
        <p:spPr>
          <a:prstGeom prst="rect">
            <a:avLst/>
          </a:prstGeom>
        </p:spPr>
        <p:txBody>
          <a:bodyPr/>
          <a:lstStyle>
            <a:lvl1pPr>
              <a:defRPr>
                <a:solidFill>
                  <a:schemeClr val="bg1"/>
                </a:solidFill>
              </a:defRPr>
            </a:lvl1pPr>
          </a:lstStyle>
          <a:p>
            <a:fld id="{86CB4B4D-7CA3-9044-876B-883B54F8677D}" type="slidenum">
              <a:rPr lang="en-GB" smtClean="0"/>
              <a:pPr/>
              <a:t>‹#›</a:t>
            </a:fld>
            <a:endParaRPr lang="en-GB"/>
          </a:p>
        </p:txBody>
      </p:sp>
      <p:pic>
        <p:nvPicPr>
          <p:cNvPr id="15" name="CGC logo white.png" descr="CGC logo white.png">
            <a:extLst>
              <a:ext uri="{FF2B5EF4-FFF2-40B4-BE49-F238E27FC236}">
                <a16:creationId xmlns:a16="http://schemas.microsoft.com/office/drawing/2014/main" id="{D935F029-D9A4-B9A6-51F4-12FA11B2A4EA}"/>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285750" y="285750"/>
            <a:ext cx="1152091" cy="199818"/>
          </a:xfrm>
          <a:prstGeom prst="rect">
            <a:avLst/>
          </a:prstGeom>
          <a:ln w="12700">
            <a:miter lim="400000"/>
          </a:ln>
        </p:spPr>
      </p:pic>
      <p:sp>
        <p:nvSpPr>
          <p:cNvPr id="5" name="Text Placeholder 6">
            <a:extLst>
              <a:ext uri="{FF2B5EF4-FFF2-40B4-BE49-F238E27FC236}">
                <a16:creationId xmlns:a16="http://schemas.microsoft.com/office/drawing/2014/main" id="{1407F0DD-36AD-AD11-7001-EAB97F8F3C46}"/>
              </a:ext>
            </a:extLst>
          </p:cNvPr>
          <p:cNvSpPr>
            <a:spLocks noGrp="1"/>
          </p:cNvSpPr>
          <p:nvPr>
            <p:ph type="body" sz="quarter" idx="22" hasCustomPrompt="1"/>
          </p:nvPr>
        </p:nvSpPr>
        <p:spPr>
          <a:xfrm>
            <a:off x="4599434" y="2054781"/>
            <a:ext cx="1468489" cy="230832"/>
          </a:xfrm>
          <a:prstGeom prst="rect">
            <a:avLst/>
          </a:prstGeom>
        </p:spPr>
        <p:txBody>
          <a:bodyPr lIns="0" tIns="0" rIns="0" bIns="0" anchor="b">
            <a:noAutofit/>
          </a:bodyPr>
          <a:lstStyle>
            <a:lvl1pPr marL="0" indent="0">
              <a:lnSpc>
                <a:spcPct val="70000"/>
              </a:lnSpc>
              <a:spcBef>
                <a:spcPts val="0"/>
              </a:spcBef>
              <a:buNone/>
              <a:defRPr sz="900">
                <a:solidFill>
                  <a:schemeClr val="bg1"/>
                </a:solidFill>
                <a:latin typeface="+mj-lt"/>
              </a:defRPr>
            </a:lvl1pPr>
          </a:lstStyle>
          <a:p>
            <a:pPr lvl="0"/>
            <a:r>
              <a:rPr lang="en-US"/>
              <a:t>TITLE</a:t>
            </a:r>
          </a:p>
        </p:txBody>
      </p:sp>
      <p:sp>
        <p:nvSpPr>
          <p:cNvPr id="8" name="Text Placeholder 14">
            <a:extLst>
              <a:ext uri="{FF2B5EF4-FFF2-40B4-BE49-F238E27FC236}">
                <a16:creationId xmlns:a16="http://schemas.microsoft.com/office/drawing/2014/main" id="{06D4F725-90A0-29AD-ADCA-969A95F59E1D}"/>
              </a:ext>
            </a:extLst>
          </p:cNvPr>
          <p:cNvSpPr>
            <a:spLocks noGrp="1"/>
          </p:cNvSpPr>
          <p:nvPr>
            <p:ph type="body" sz="quarter" idx="23" hasCustomPrompt="1"/>
          </p:nvPr>
        </p:nvSpPr>
        <p:spPr>
          <a:xfrm>
            <a:off x="4596960" y="2355017"/>
            <a:ext cx="1468490" cy="689261"/>
          </a:xfrm>
        </p:spPr>
        <p:txBody>
          <a:bodyPr lIns="0" tIns="0" rIns="0" bIns="0">
            <a:noAutofit/>
          </a:bodyPr>
          <a:lstStyle>
            <a:lvl1pPr marL="0" indent="0">
              <a:lnSpc>
                <a:spcPct val="90000"/>
              </a:lnSpc>
              <a:spcBef>
                <a:spcPts val="0"/>
              </a:spcBef>
              <a:buNone/>
              <a:defRPr sz="750">
                <a:solidFill>
                  <a:schemeClr val="bg1"/>
                </a:solidFill>
              </a:defRPr>
            </a:lvl1pPr>
          </a:lstStyle>
          <a:p>
            <a:pPr lvl="0"/>
            <a:r>
              <a:rPr lang="en-US"/>
              <a:t>Text</a:t>
            </a:r>
          </a:p>
        </p:txBody>
      </p:sp>
      <p:sp>
        <p:nvSpPr>
          <p:cNvPr id="9" name="Text Placeholder 6">
            <a:extLst>
              <a:ext uri="{FF2B5EF4-FFF2-40B4-BE49-F238E27FC236}">
                <a16:creationId xmlns:a16="http://schemas.microsoft.com/office/drawing/2014/main" id="{AB0DDDFF-19BB-C201-2690-A7AF23D84DDC}"/>
              </a:ext>
            </a:extLst>
          </p:cNvPr>
          <p:cNvSpPr>
            <a:spLocks noGrp="1"/>
          </p:cNvSpPr>
          <p:nvPr>
            <p:ph type="body" sz="quarter" idx="24" hasCustomPrompt="1"/>
          </p:nvPr>
        </p:nvSpPr>
        <p:spPr>
          <a:xfrm>
            <a:off x="4597330" y="874788"/>
            <a:ext cx="1262296" cy="1330399"/>
          </a:xfrm>
          <a:prstGeom prst="rect">
            <a:avLst/>
          </a:prstGeom>
        </p:spPr>
        <p:txBody>
          <a:bodyPr lIns="0" tIns="0" rIns="0" bIns="0" anchor="b">
            <a:noAutofit/>
          </a:bodyPr>
          <a:lstStyle>
            <a:lvl1pPr marL="0" indent="0">
              <a:lnSpc>
                <a:spcPct val="70000"/>
              </a:lnSpc>
              <a:spcBef>
                <a:spcPts val="0"/>
              </a:spcBef>
              <a:buNone/>
              <a:defRPr sz="9000">
                <a:solidFill>
                  <a:schemeClr val="accent3"/>
                </a:solidFill>
                <a:latin typeface="+mj-lt"/>
              </a:defRPr>
            </a:lvl1pPr>
          </a:lstStyle>
          <a:p>
            <a:pPr lvl="0"/>
            <a:r>
              <a:rPr lang="en-US"/>
              <a:t>01</a:t>
            </a:r>
          </a:p>
        </p:txBody>
      </p:sp>
      <p:sp>
        <p:nvSpPr>
          <p:cNvPr id="10" name="Text Placeholder 6">
            <a:extLst>
              <a:ext uri="{FF2B5EF4-FFF2-40B4-BE49-F238E27FC236}">
                <a16:creationId xmlns:a16="http://schemas.microsoft.com/office/drawing/2014/main" id="{AD532279-4DC2-784D-A9E7-6DCAC7E19B76}"/>
              </a:ext>
            </a:extLst>
          </p:cNvPr>
          <p:cNvSpPr>
            <a:spLocks noGrp="1"/>
          </p:cNvSpPr>
          <p:nvPr>
            <p:ph type="body" sz="quarter" idx="25" hasCustomPrompt="1"/>
          </p:nvPr>
        </p:nvSpPr>
        <p:spPr>
          <a:xfrm>
            <a:off x="6819317" y="2054781"/>
            <a:ext cx="1468489" cy="230832"/>
          </a:xfrm>
          <a:prstGeom prst="rect">
            <a:avLst/>
          </a:prstGeom>
        </p:spPr>
        <p:txBody>
          <a:bodyPr lIns="0" tIns="0" rIns="0" bIns="0" anchor="b">
            <a:noAutofit/>
          </a:bodyPr>
          <a:lstStyle>
            <a:lvl1pPr marL="0" indent="0">
              <a:lnSpc>
                <a:spcPct val="70000"/>
              </a:lnSpc>
              <a:spcBef>
                <a:spcPts val="0"/>
              </a:spcBef>
              <a:buNone/>
              <a:defRPr sz="900">
                <a:solidFill>
                  <a:schemeClr val="bg1"/>
                </a:solidFill>
                <a:latin typeface="+mj-lt"/>
              </a:defRPr>
            </a:lvl1pPr>
          </a:lstStyle>
          <a:p>
            <a:pPr lvl="0"/>
            <a:r>
              <a:rPr lang="en-US"/>
              <a:t>TITLE</a:t>
            </a:r>
          </a:p>
        </p:txBody>
      </p:sp>
      <p:sp>
        <p:nvSpPr>
          <p:cNvPr id="11" name="Text Placeholder 14">
            <a:extLst>
              <a:ext uri="{FF2B5EF4-FFF2-40B4-BE49-F238E27FC236}">
                <a16:creationId xmlns:a16="http://schemas.microsoft.com/office/drawing/2014/main" id="{9E3C1C27-B1EE-FDF6-D92A-E295F15F47C9}"/>
              </a:ext>
            </a:extLst>
          </p:cNvPr>
          <p:cNvSpPr>
            <a:spLocks noGrp="1"/>
          </p:cNvSpPr>
          <p:nvPr>
            <p:ph type="body" sz="quarter" idx="26" hasCustomPrompt="1"/>
          </p:nvPr>
        </p:nvSpPr>
        <p:spPr>
          <a:xfrm>
            <a:off x="6822292" y="2355017"/>
            <a:ext cx="1468490" cy="689261"/>
          </a:xfrm>
        </p:spPr>
        <p:txBody>
          <a:bodyPr lIns="0" tIns="0" rIns="0" bIns="0">
            <a:noAutofit/>
          </a:bodyPr>
          <a:lstStyle>
            <a:lvl1pPr marL="0" indent="0">
              <a:lnSpc>
                <a:spcPct val="90000"/>
              </a:lnSpc>
              <a:spcBef>
                <a:spcPts val="0"/>
              </a:spcBef>
              <a:buNone/>
              <a:defRPr sz="750">
                <a:solidFill>
                  <a:schemeClr val="bg1"/>
                </a:solidFill>
              </a:defRPr>
            </a:lvl1pPr>
          </a:lstStyle>
          <a:p>
            <a:pPr lvl="0"/>
            <a:r>
              <a:rPr lang="en-US"/>
              <a:t>Text</a:t>
            </a:r>
          </a:p>
        </p:txBody>
      </p:sp>
      <p:sp>
        <p:nvSpPr>
          <p:cNvPr id="12" name="Text Placeholder 6">
            <a:extLst>
              <a:ext uri="{FF2B5EF4-FFF2-40B4-BE49-F238E27FC236}">
                <a16:creationId xmlns:a16="http://schemas.microsoft.com/office/drawing/2014/main" id="{CEC7CEBD-C85F-2663-1CFE-B103CE5F31A2}"/>
              </a:ext>
            </a:extLst>
          </p:cNvPr>
          <p:cNvSpPr>
            <a:spLocks noGrp="1"/>
          </p:cNvSpPr>
          <p:nvPr>
            <p:ph type="body" sz="quarter" idx="27" hasCustomPrompt="1"/>
          </p:nvPr>
        </p:nvSpPr>
        <p:spPr>
          <a:xfrm>
            <a:off x="6817215" y="874788"/>
            <a:ext cx="1262297" cy="1330399"/>
          </a:xfrm>
          <a:prstGeom prst="rect">
            <a:avLst/>
          </a:prstGeom>
        </p:spPr>
        <p:txBody>
          <a:bodyPr lIns="0" tIns="0" rIns="0" bIns="0" anchor="b">
            <a:noAutofit/>
          </a:bodyPr>
          <a:lstStyle>
            <a:lvl1pPr marL="0" indent="0">
              <a:lnSpc>
                <a:spcPct val="70000"/>
              </a:lnSpc>
              <a:spcBef>
                <a:spcPts val="0"/>
              </a:spcBef>
              <a:buNone/>
              <a:defRPr sz="9000">
                <a:solidFill>
                  <a:schemeClr val="accent3"/>
                </a:solidFill>
                <a:latin typeface="+mj-lt"/>
              </a:defRPr>
            </a:lvl1pPr>
          </a:lstStyle>
          <a:p>
            <a:pPr lvl="0"/>
            <a:r>
              <a:rPr lang="en-US"/>
              <a:t>02</a:t>
            </a:r>
          </a:p>
        </p:txBody>
      </p:sp>
      <p:sp>
        <p:nvSpPr>
          <p:cNvPr id="17" name="Text Placeholder 6">
            <a:extLst>
              <a:ext uri="{FF2B5EF4-FFF2-40B4-BE49-F238E27FC236}">
                <a16:creationId xmlns:a16="http://schemas.microsoft.com/office/drawing/2014/main" id="{AC785521-9340-9842-E0ED-983162C9D050}"/>
              </a:ext>
            </a:extLst>
          </p:cNvPr>
          <p:cNvSpPr>
            <a:spLocks noGrp="1"/>
          </p:cNvSpPr>
          <p:nvPr>
            <p:ph type="body" sz="quarter" idx="28" hasCustomPrompt="1"/>
          </p:nvPr>
        </p:nvSpPr>
        <p:spPr>
          <a:xfrm>
            <a:off x="4599434" y="3945056"/>
            <a:ext cx="1468489" cy="230832"/>
          </a:xfrm>
          <a:prstGeom prst="rect">
            <a:avLst/>
          </a:prstGeom>
        </p:spPr>
        <p:txBody>
          <a:bodyPr lIns="0" tIns="0" rIns="0" bIns="0" anchor="b">
            <a:noAutofit/>
          </a:bodyPr>
          <a:lstStyle>
            <a:lvl1pPr marL="0" indent="0">
              <a:lnSpc>
                <a:spcPct val="70000"/>
              </a:lnSpc>
              <a:spcBef>
                <a:spcPts val="0"/>
              </a:spcBef>
              <a:buNone/>
              <a:defRPr sz="900">
                <a:solidFill>
                  <a:schemeClr val="bg1"/>
                </a:solidFill>
                <a:latin typeface="+mj-lt"/>
              </a:defRPr>
            </a:lvl1pPr>
          </a:lstStyle>
          <a:p>
            <a:pPr lvl="0"/>
            <a:r>
              <a:rPr lang="en-US"/>
              <a:t>TITLE</a:t>
            </a:r>
          </a:p>
        </p:txBody>
      </p:sp>
      <p:sp>
        <p:nvSpPr>
          <p:cNvPr id="20" name="Text Placeholder 14">
            <a:extLst>
              <a:ext uri="{FF2B5EF4-FFF2-40B4-BE49-F238E27FC236}">
                <a16:creationId xmlns:a16="http://schemas.microsoft.com/office/drawing/2014/main" id="{A0BC584F-42D1-C890-8731-7BE6FB6CCCAE}"/>
              </a:ext>
            </a:extLst>
          </p:cNvPr>
          <p:cNvSpPr>
            <a:spLocks noGrp="1"/>
          </p:cNvSpPr>
          <p:nvPr>
            <p:ph type="body" sz="quarter" idx="29" hasCustomPrompt="1"/>
          </p:nvPr>
        </p:nvSpPr>
        <p:spPr>
          <a:xfrm>
            <a:off x="4601630" y="4253604"/>
            <a:ext cx="1468490" cy="689261"/>
          </a:xfrm>
        </p:spPr>
        <p:txBody>
          <a:bodyPr lIns="0" tIns="0" rIns="0" bIns="0">
            <a:noAutofit/>
          </a:bodyPr>
          <a:lstStyle>
            <a:lvl1pPr marL="0" indent="0">
              <a:lnSpc>
                <a:spcPct val="90000"/>
              </a:lnSpc>
              <a:spcBef>
                <a:spcPts val="0"/>
              </a:spcBef>
              <a:buNone/>
              <a:defRPr sz="750">
                <a:solidFill>
                  <a:schemeClr val="bg1"/>
                </a:solidFill>
              </a:defRPr>
            </a:lvl1pPr>
          </a:lstStyle>
          <a:p>
            <a:pPr lvl="0"/>
            <a:r>
              <a:rPr lang="en-US"/>
              <a:t>Text</a:t>
            </a:r>
          </a:p>
        </p:txBody>
      </p:sp>
      <p:sp>
        <p:nvSpPr>
          <p:cNvPr id="22" name="Text Placeholder 6">
            <a:extLst>
              <a:ext uri="{FF2B5EF4-FFF2-40B4-BE49-F238E27FC236}">
                <a16:creationId xmlns:a16="http://schemas.microsoft.com/office/drawing/2014/main" id="{0F9C90B7-B8DC-9D0D-EF8F-6B54A98B77FC}"/>
              </a:ext>
            </a:extLst>
          </p:cNvPr>
          <p:cNvSpPr>
            <a:spLocks noGrp="1"/>
          </p:cNvSpPr>
          <p:nvPr>
            <p:ph type="body" sz="quarter" idx="30" hasCustomPrompt="1"/>
          </p:nvPr>
        </p:nvSpPr>
        <p:spPr>
          <a:xfrm>
            <a:off x="4597330" y="2765063"/>
            <a:ext cx="1262296" cy="1330399"/>
          </a:xfrm>
          <a:prstGeom prst="rect">
            <a:avLst/>
          </a:prstGeom>
        </p:spPr>
        <p:txBody>
          <a:bodyPr lIns="0" tIns="0" rIns="0" bIns="0" anchor="b">
            <a:noAutofit/>
          </a:bodyPr>
          <a:lstStyle>
            <a:lvl1pPr marL="0" indent="0">
              <a:lnSpc>
                <a:spcPct val="70000"/>
              </a:lnSpc>
              <a:spcBef>
                <a:spcPts val="0"/>
              </a:spcBef>
              <a:buNone/>
              <a:defRPr sz="9000">
                <a:solidFill>
                  <a:schemeClr val="accent3"/>
                </a:solidFill>
                <a:latin typeface="+mj-lt"/>
              </a:defRPr>
            </a:lvl1pPr>
          </a:lstStyle>
          <a:p>
            <a:pPr lvl="0"/>
            <a:r>
              <a:rPr lang="en-US"/>
              <a:t>03</a:t>
            </a:r>
          </a:p>
        </p:txBody>
      </p:sp>
      <p:sp>
        <p:nvSpPr>
          <p:cNvPr id="23" name="Text Placeholder 6">
            <a:extLst>
              <a:ext uri="{FF2B5EF4-FFF2-40B4-BE49-F238E27FC236}">
                <a16:creationId xmlns:a16="http://schemas.microsoft.com/office/drawing/2014/main" id="{A6F1643E-5C94-EE57-9797-1C12F08C2795}"/>
              </a:ext>
            </a:extLst>
          </p:cNvPr>
          <p:cNvSpPr>
            <a:spLocks noGrp="1"/>
          </p:cNvSpPr>
          <p:nvPr>
            <p:ph type="body" sz="quarter" idx="31" hasCustomPrompt="1"/>
          </p:nvPr>
        </p:nvSpPr>
        <p:spPr>
          <a:xfrm>
            <a:off x="6835945" y="3945056"/>
            <a:ext cx="1468489" cy="230832"/>
          </a:xfrm>
          <a:prstGeom prst="rect">
            <a:avLst/>
          </a:prstGeom>
        </p:spPr>
        <p:txBody>
          <a:bodyPr lIns="0" tIns="0" rIns="0" bIns="0" anchor="b">
            <a:noAutofit/>
          </a:bodyPr>
          <a:lstStyle>
            <a:lvl1pPr marL="0" indent="0">
              <a:lnSpc>
                <a:spcPct val="70000"/>
              </a:lnSpc>
              <a:spcBef>
                <a:spcPts val="0"/>
              </a:spcBef>
              <a:buNone/>
              <a:defRPr sz="900">
                <a:solidFill>
                  <a:schemeClr val="bg1"/>
                </a:solidFill>
                <a:latin typeface="+mj-lt"/>
              </a:defRPr>
            </a:lvl1pPr>
          </a:lstStyle>
          <a:p>
            <a:pPr lvl="0"/>
            <a:r>
              <a:rPr lang="en-US"/>
              <a:t>TITLE</a:t>
            </a:r>
          </a:p>
        </p:txBody>
      </p:sp>
      <p:sp>
        <p:nvSpPr>
          <p:cNvPr id="24" name="Text Placeholder 14">
            <a:extLst>
              <a:ext uri="{FF2B5EF4-FFF2-40B4-BE49-F238E27FC236}">
                <a16:creationId xmlns:a16="http://schemas.microsoft.com/office/drawing/2014/main" id="{A5B5ABE5-90E7-9DB8-927C-3C1A3C111DD1}"/>
              </a:ext>
            </a:extLst>
          </p:cNvPr>
          <p:cNvSpPr>
            <a:spLocks noGrp="1"/>
          </p:cNvSpPr>
          <p:nvPr>
            <p:ph type="body" sz="quarter" idx="32" hasCustomPrompt="1"/>
          </p:nvPr>
        </p:nvSpPr>
        <p:spPr>
          <a:xfrm>
            <a:off x="6838141" y="4253603"/>
            <a:ext cx="1468490" cy="689261"/>
          </a:xfrm>
        </p:spPr>
        <p:txBody>
          <a:bodyPr lIns="0" tIns="0" rIns="0" bIns="0">
            <a:noAutofit/>
          </a:bodyPr>
          <a:lstStyle>
            <a:lvl1pPr marL="0" indent="0">
              <a:lnSpc>
                <a:spcPct val="90000"/>
              </a:lnSpc>
              <a:spcBef>
                <a:spcPts val="0"/>
              </a:spcBef>
              <a:buNone/>
              <a:defRPr sz="750">
                <a:solidFill>
                  <a:schemeClr val="bg1"/>
                </a:solidFill>
              </a:defRPr>
            </a:lvl1pPr>
          </a:lstStyle>
          <a:p>
            <a:pPr lvl="0"/>
            <a:r>
              <a:rPr lang="en-US"/>
              <a:t>Text</a:t>
            </a:r>
          </a:p>
        </p:txBody>
      </p:sp>
      <p:sp>
        <p:nvSpPr>
          <p:cNvPr id="25" name="Text Placeholder 6">
            <a:extLst>
              <a:ext uri="{FF2B5EF4-FFF2-40B4-BE49-F238E27FC236}">
                <a16:creationId xmlns:a16="http://schemas.microsoft.com/office/drawing/2014/main" id="{C868C739-1C23-B3EB-1194-AD28F0B24A01}"/>
              </a:ext>
            </a:extLst>
          </p:cNvPr>
          <p:cNvSpPr>
            <a:spLocks noGrp="1"/>
          </p:cNvSpPr>
          <p:nvPr>
            <p:ph type="body" sz="quarter" idx="33" hasCustomPrompt="1"/>
          </p:nvPr>
        </p:nvSpPr>
        <p:spPr>
          <a:xfrm>
            <a:off x="6833841" y="2765063"/>
            <a:ext cx="1262297" cy="1330399"/>
          </a:xfrm>
          <a:prstGeom prst="rect">
            <a:avLst/>
          </a:prstGeom>
        </p:spPr>
        <p:txBody>
          <a:bodyPr lIns="0" tIns="0" rIns="0" bIns="0" anchor="b">
            <a:noAutofit/>
          </a:bodyPr>
          <a:lstStyle>
            <a:lvl1pPr marL="0" indent="0">
              <a:lnSpc>
                <a:spcPct val="70000"/>
              </a:lnSpc>
              <a:spcBef>
                <a:spcPts val="0"/>
              </a:spcBef>
              <a:buNone/>
              <a:defRPr sz="9000">
                <a:solidFill>
                  <a:schemeClr val="accent3"/>
                </a:solidFill>
                <a:latin typeface="+mj-lt"/>
              </a:defRPr>
            </a:lvl1pPr>
          </a:lstStyle>
          <a:p>
            <a:pPr lvl="0"/>
            <a:r>
              <a:rPr lang="en-US"/>
              <a:t>04</a:t>
            </a:r>
          </a:p>
        </p:txBody>
      </p:sp>
    </p:spTree>
    <p:extLst>
      <p:ext uri="{BB962C8B-B14F-4D97-AF65-F5344CB8AC3E}">
        <p14:creationId xmlns:p14="http://schemas.microsoft.com/office/powerpoint/2010/main" val="2116384709"/>
      </p:ext>
    </p:extLst>
  </p:cSld>
  <p:clrMapOvr>
    <a:masterClrMapping/>
  </p:clrMapOvr>
  <p:transition spd="med"/>
</p:sldLayout>
</file>

<file path=ppt/slideLayouts/slideLayout207.xml><?xml version="1.0" encoding="utf-8"?>
<p:sldLayout xmlns:a="http://schemas.openxmlformats.org/drawingml/2006/main" xmlns:r="http://schemas.openxmlformats.org/officeDocument/2006/relationships" xmlns:p="http://schemas.openxmlformats.org/presentationml/2006/main" showMasterSp="0" preserve="1" userDrawn="1">
  <p:cSld name="Thank you 1">
    <p:bg>
      <p:bgPr>
        <a:solidFill>
          <a:srgbClr val="0143FD"/>
        </a:solidFill>
        <a:effectLst/>
      </p:bgPr>
    </p:bg>
    <p:spTree>
      <p:nvGrpSpPr>
        <p:cNvPr id="1" name=""/>
        <p:cNvGrpSpPr/>
        <p:nvPr/>
      </p:nvGrpSpPr>
      <p:grpSpPr>
        <a:xfrm>
          <a:off x="0" y="0"/>
          <a:ext cx="0" cy="0"/>
          <a:chOff x="0" y="0"/>
          <a:chExt cx="0" cy="0"/>
        </a:xfrm>
      </p:grpSpPr>
      <p:pic>
        <p:nvPicPr>
          <p:cNvPr id="15" name="CGC logo white.png" descr="CGC logo white.png">
            <a:extLst>
              <a:ext uri="{FF2B5EF4-FFF2-40B4-BE49-F238E27FC236}">
                <a16:creationId xmlns:a16="http://schemas.microsoft.com/office/drawing/2014/main" id="{D935F029-D9A4-B9A6-51F4-12FA11B2A4EA}"/>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285750" y="285750"/>
            <a:ext cx="1152091" cy="199818"/>
          </a:xfrm>
          <a:prstGeom prst="rect">
            <a:avLst/>
          </a:prstGeom>
          <a:ln w="12700">
            <a:miter lim="400000"/>
          </a:ln>
        </p:spPr>
      </p:pic>
      <p:pic>
        <p:nvPicPr>
          <p:cNvPr id="5" name="Rectangle 355-3.svg" descr="Rectangle 355-3.svg">
            <a:extLst>
              <a:ext uri="{FF2B5EF4-FFF2-40B4-BE49-F238E27FC236}">
                <a16:creationId xmlns:a16="http://schemas.microsoft.com/office/drawing/2014/main" id="{A7F0D8F7-C1DC-43B7-5926-E35782C12C88}"/>
              </a:ext>
            </a:extLst>
          </p:cNvPr>
          <p:cNvPicPr>
            <a:picLocks noChangeAspect="1"/>
          </p:cNvPicPr>
          <p:nvPr userDrawn="1"/>
        </p:nvPicPr>
        <p:blipFill>
          <a:blip r:embed="rId3" cstate="hqprint">
            <a:extLst>
              <a:ext uri="{28A0092B-C50C-407E-A947-70E740481C1C}">
                <a14:useLocalDpi xmlns:a14="http://schemas.microsoft.com/office/drawing/2010/main"/>
              </a:ext>
            </a:extLst>
          </a:blip>
          <a:srcRect/>
          <a:stretch>
            <a:fillRect/>
          </a:stretch>
        </p:blipFill>
        <p:spPr>
          <a:xfrm>
            <a:off x="1088401" y="1"/>
            <a:ext cx="6967199" cy="5143500"/>
          </a:xfrm>
          <a:prstGeom prst="rect">
            <a:avLst/>
          </a:prstGeom>
          <a:ln w="12700">
            <a:miter lim="400000"/>
          </a:ln>
        </p:spPr>
      </p:pic>
      <p:sp>
        <p:nvSpPr>
          <p:cNvPr id="17" name="Text Placeholder 11">
            <a:extLst>
              <a:ext uri="{FF2B5EF4-FFF2-40B4-BE49-F238E27FC236}">
                <a16:creationId xmlns:a16="http://schemas.microsoft.com/office/drawing/2014/main" id="{4323C4EF-AB2D-1DAE-5ACA-2A6C3FC4E9C9}"/>
              </a:ext>
            </a:extLst>
          </p:cNvPr>
          <p:cNvSpPr>
            <a:spLocks noGrp="1"/>
          </p:cNvSpPr>
          <p:nvPr>
            <p:ph type="body" sz="quarter" idx="27" hasCustomPrompt="1"/>
          </p:nvPr>
        </p:nvSpPr>
        <p:spPr>
          <a:xfrm>
            <a:off x="3370695" y="2150756"/>
            <a:ext cx="2416332" cy="642937"/>
          </a:xfrm>
        </p:spPr>
        <p:txBody>
          <a:bodyPr anchor="ctr">
            <a:noAutofit/>
          </a:bodyPr>
          <a:lstStyle>
            <a:lvl1pPr marL="0" indent="0" algn="ctr">
              <a:buNone/>
              <a:defRPr sz="4130">
                <a:solidFill>
                  <a:schemeClr val="tx1"/>
                </a:solidFill>
                <a:latin typeface="+mj-lt"/>
              </a:defRPr>
            </a:lvl1pPr>
          </a:lstStyle>
          <a:p>
            <a:pPr lvl="0"/>
            <a:r>
              <a:rPr lang="en-US"/>
              <a:t>THANK YOU</a:t>
            </a:r>
          </a:p>
        </p:txBody>
      </p:sp>
    </p:spTree>
    <p:extLst>
      <p:ext uri="{BB962C8B-B14F-4D97-AF65-F5344CB8AC3E}">
        <p14:creationId xmlns:p14="http://schemas.microsoft.com/office/powerpoint/2010/main" val="1707511990"/>
      </p:ext>
    </p:extLst>
  </p:cSld>
  <p:clrMapOvr>
    <a:masterClrMapping/>
  </p:clrMapOvr>
  <p:transition spd="med"/>
</p:sldLayout>
</file>

<file path=ppt/slideLayouts/slideLayout208.xml><?xml version="1.0" encoding="utf-8"?>
<p:sldLayout xmlns:a="http://schemas.openxmlformats.org/drawingml/2006/main" xmlns:r="http://schemas.openxmlformats.org/officeDocument/2006/relationships" xmlns:p="http://schemas.openxmlformats.org/presentationml/2006/main" showMasterSp="0" preserve="1" userDrawn="1">
  <p:cSld name="Thank you 2">
    <p:bg>
      <p:bgPr>
        <a:solidFill>
          <a:srgbClr val="E7E696"/>
        </a:solidFill>
        <a:effectLst/>
      </p:bgPr>
    </p:bg>
    <p:spTree>
      <p:nvGrpSpPr>
        <p:cNvPr id="1" name=""/>
        <p:cNvGrpSpPr/>
        <p:nvPr/>
      </p:nvGrpSpPr>
      <p:grpSpPr>
        <a:xfrm>
          <a:off x="0" y="0"/>
          <a:ext cx="0" cy="0"/>
          <a:chOff x="0" y="0"/>
          <a:chExt cx="0" cy="0"/>
        </a:xfrm>
      </p:grpSpPr>
      <p:pic>
        <p:nvPicPr>
          <p:cNvPr id="2" name="Rectangle burgundy.svg" descr="Rectangle burgundy.svg">
            <a:extLst>
              <a:ext uri="{FF2B5EF4-FFF2-40B4-BE49-F238E27FC236}">
                <a16:creationId xmlns:a16="http://schemas.microsoft.com/office/drawing/2014/main" id="{73502FA9-3C7B-4AB7-881D-B1A3967EBC11}"/>
              </a:ext>
            </a:extLst>
          </p:cNvPr>
          <p:cNvPicPr>
            <a:picLocks noChangeAspect="1"/>
          </p:cNvPicPr>
          <p:nvPr userDrawn="1"/>
        </p:nvPicPr>
        <p:blipFill>
          <a:blip r:embed="rId2" cstate="hqprint">
            <a:extLst>
              <a:ext uri="{28A0092B-C50C-407E-A947-70E740481C1C}">
                <a14:useLocalDpi xmlns:a14="http://schemas.microsoft.com/office/drawing/2010/main"/>
              </a:ext>
            </a:extLst>
          </a:blip>
          <a:srcRect/>
          <a:stretch>
            <a:fillRect/>
          </a:stretch>
        </p:blipFill>
        <p:spPr>
          <a:xfrm>
            <a:off x="393933" y="-1"/>
            <a:ext cx="8356135" cy="5143501"/>
          </a:xfrm>
          <a:prstGeom prst="rect">
            <a:avLst/>
          </a:prstGeom>
          <a:ln w="12700">
            <a:miter lim="400000"/>
          </a:ln>
        </p:spPr>
      </p:pic>
      <p:sp>
        <p:nvSpPr>
          <p:cNvPr id="3" name="Text Placeholder 11">
            <a:extLst>
              <a:ext uri="{FF2B5EF4-FFF2-40B4-BE49-F238E27FC236}">
                <a16:creationId xmlns:a16="http://schemas.microsoft.com/office/drawing/2014/main" id="{EAFAD823-70A2-309E-8A85-77AC5D10C2C5}"/>
              </a:ext>
            </a:extLst>
          </p:cNvPr>
          <p:cNvSpPr>
            <a:spLocks noGrp="1"/>
          </p:cNvSpPr>
          <p:nvPr>
            <p:ph type="body" sz="quarter" idx="27" hasCustomPrompt="1"/>
          </p:nvPr>
        </p:nvSpPr>
        <p:spPr>
          <a:xfrm>
            <a:off x="3370695" y="2150756"/>
            <a:ext cx="2416332" cy="642937"/>
          </a:xfrm>
        </p:spPr>
        <p:txBody>
          <a:bodyPr anchor="ctr">
            <a:noAutofit/>
          </a:bodyPr>
          <a:lstStyle>
            <a:lvl1pPr marL="0" indent="0" algn="ctr">
              <a:buNone/>
              <a:defRPr sz="4130">
                <a:solidFill>
                  <a:schemeClr val="bg1"/>
                </a:solidFill>
                <a:latin typeface="+mj-lt"/>
              </a:defRPr>
            </a:lvl1pPr>
          </a:lstStyle>
          <a:p>
            <a:pPr lvl="0"/>
            <a:r>
              <a:rPr lang="en-US"/>
              <a:t>THANK YOU</a:t>
            </a:r>
          </a:p>
        </p:txBody>
      </p:sp>
      <p:pic>
        <p:nvPicPr>
          <p:cNvPr id="4" name="CGC logo black.png" descr="CGC logo black.png">
            <a:extLst>
              <a:ext uri="{FF2B5EF4-FFF2-40B4-BE49-F238E27FC236}">
                <a16:creationId xmlns:a16="http://schemas.microsoft.com/office/drawing/2014/main" id="{49C2493A-D5FF-58FB-DAB6-A3D165D2473D}"/>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285750" y="285750"/>
            <a:ext cx="1152525" cy="199894"/>
          </a:xfrm>
          <a:prstGeom prst="rect">
            <a:avLst/>
          </a:prstGeom>
          <a:ln w="12700">
            <a:miter lim="400000"/>
          </a:ln>
        </p:spPr>
      </p:pic>
    </p:spTree>
    <p:extLst>
      <p:ext uri="{BB962C8B-B14F-4D97-AF65-F5344CB8AC3E}">
        <p14:creationId xmlns:p14="http://schemas.microsoft.com/office/powerpoint/2010/main" val="3851027650"/>
      </p:ext>
    </p:extLst>
  </p:cSld>
  <p:clrMapOvr>
    <a:masterClrMapping/>
  </p:clrMapOvr>
  <p:transition spd="med"/>
</p:sldLayout>
</file>

<file path=ppt/slideLayouts/slideLayout209.xml><?xml version="1.0" encoding="utf-8"?>
<p:sldLayout xmlns:a="http://schemas.openxmlformats.org/drawingml/2006/main" xmlns:r="http://schemas.openxmlformats.org/officeDocument/2006/relationships" xmlns:p="http://schemas.openxmlformats.org/presentationml/2006/main" showMasterSp="0" preserve="1" userDrawn="1">
  <p:cSld name="Thank you 3">
    <p:bg>
      <p:bgPr>
        <a:solidFill>
          <a:srgbClr val="730B39"/>
        </a:solidFill>
        <a:effectLst/>
      </p:bgPr>
    </p:bg>
    <p:spTree>
      <p:nvGrpSpPr>
        <p:cNvPr id="1" name=""/>
        <p:cNvGrpSpPr/>
        <p:nvPr/>
      </p:nvGrpSpPr>
      <p:grpSpPr>
        <a:xfrm>
          <a:off x="0" y="0"/>
          <a:ext cx="0" cy="0"/>
          <a:chOff x="0" y="0"/>
          <a:chExt cx="0" cy="0"/>
        </a:xfrm>
      </p:grpSpPr>
      <p:pic>
        <p:nvPicPr>
          <p:cNvPr id="5" name="Ellipse 2-3.svg" descr="Ellipse 2-3.svg">
            <a:extLst>
              <a:ext uri="{FF2B5EF4-FFF2-40B4-BE49-F238E27FC236}">
                <a16:creationId xmlns:a16="http://schemas.microsoft.com/office/drawing/2014/main" id="{02245F57-A8D7-7A04-748F-0E453F792728}"/>
              </a:ext>
            </a:extLst>
          </p:cNvPr>
          <p:cNvPicPr>
            <a:picLocks noChangeAspect="1"/>
          </p:cNvPicPr>
          <p:nvPr userDrawn="1"/>
        </p:nvPicPr>
        <p:blipFill>
          <a:blip r:embed="rId2" cstate="hqprint">
            <a:extLst>
              <a:ext uri="{28A0092B-C50C-407E-A947-70E740481C1C}">
                <a14:useLocalDpi xmlns:a14="http://schemas.microsoft.com/office/drawing/2010/main"/>
              </a:ext>
            </a:extLst>
          </a:blip>
          <a:srcRect/>
          <a:stretch>
            <a:fillRect/>
          </a:stretch>
        </p:blipFill>
        <p:spPr>
          <a:xfrm>
            <a:off x="0" y="1456554"/>
            <a:ext cx="9144000" cy="3686946"/>
          </a:xfrm>
          <a:prstGeom prst="rect">
            <a:avLst/>
          </a:prstGeom>
          <a:ln w="12700">
            <a:miter lim="400000"/>
          </a:ln>
        </p:spPr>
      </p:pic>
      <p:pic>
        <p:nvPicPr>
          <p:cNvPr id="9" name="CGC logo white.png" descr="CGC logo white.png">
            <a:extLst>
              <a:ext uri="{FF2B5EF4-FFF2-40B4-BE49-F238E27FC236}">
                <a16:creationId xmlns:a16="http://schemas.microsoft.com/office/drawing/2014/main" id="{AF7CD472-F33B-C076-6E76-A527E77FE7EA}"/>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285750" y="285750"/>
            <a:ext cx="1152091" cy="199818"/>
          </a:xfrm>
          <a:prstGeom prst="rect">
            <a:avLst/>
          </a:prstGeom>
          <a:ln w="12700">
            <a:miter lim="400000"/>
          </a:ln>
        </p:spPr>
      </p:pic>
      <p:sp>
        <p:nvSpPr>
          <p:cNvPr id="10" name="Text Placeholder 6">
            <a:extLst>
              <a:ext uri="{FF2B5EF4-FFF2-40B4-BE49-F238E27FC236}">
                <a16:creationId xmlns:a16="http://schemas.microsoft.com/office/drawing/2014/main" id="{E695A627-582D-0F1F-9F90-2C55DBB40939}"/>
              </a:ext>
            </a:extLst>
          </p:cNvPr>
          <p:cNvSpPr>
            <a:spLocks noGrp="1"/>
          </p:cNvSpPr>
          <p:nvPr>
            <p:ph type="body" sz="quarter" idx="22" hasCustomPrompt="1"/>
          </p:nvPr>
        </p:nvSpPr>
        <p:spPr>
          <a:xfrm>
            <a:off x="287803" y="4223980"/>
            <a:ext cx="1468489" cy="230832"/>
          </a:xfrm>
          <a:prstGeom prst="rect">
            <a:avLst/>
          </a:prstGeom>
        </p:spPr>
        <p:txBody>
          <a:bodyPr lIns="0" tIns="0" rIns="0" bIns="0" anchor="b">
            <a:noAutofit/>
          </a:bodyPr>
          <a:lstStyle>
            <a:lvl1pPr marL="0" indent="0">
              <a:lnSpc>
                <a:spcPct val="70000"/>
              </a:lnSpc>
              <a:spcBef>
                <a:spcPts val="0"/>
              </a:spcBef>
              <a:buNone/>
              <a:defRPr sz="1200">
                <a:solidFill>
                  <a:schemeClr val="tx1"/>
                </a:solidFill>
                <a:latin typeface="+mj-lt"/>
              </a:defRPr>
            </a:lvl1pPr>
          </a:lstStyle>
          <a:p>
            <a:pPr lvl="0"/>
            <a:r>
              <a:rPr lang="en-US"/>
              <a:t>TITLE</a:t>
            </a:r>
          </a:p>
        </p:txBody>
      </p:sp>
      <p:sp>
        <p:nvSpPr>
          <p:cNvPr id="13" name="Text Placeholder 6">
            <a:extLst>
              <a:ext uri="{FF2B5EF4-FFF2-40B4-BE49-F238E27FC236}">
                <a16:creationId xmlns:a16="http://schemas.microsoft.com/office/drawing/2014/main" id="{5D253C01-D4EA-A768-10F5-07CA229CF42D}"/>
              </a:ext>
            </a:extLst>
          </p:cNvPr>
          <p:cNvSpPr>
            <a:spLocks noGrp="1"/>
          </p:cNvSpPr>
          <p:nvPr>
            <p:ph type="body" sz="quarter" idx="24" hasCustomPrompt="1"/>
          </p:nvPr>
        </p:nvSpPr>
        <p:spPr>
          <a:xfrm>
            <a:off x="290621" y="4060761"/>
            <a:ext cx="1468489" cy="230832"/>
          </a:xfrm>
          <a:prstGeom prst="rect">
            <a:avLst/>
          </a:prstGeom>
        </p:spPr>
        <p:txBody>
          <a:bodyPr lIns="0" tIns="0" rIns="0" bIns="0" anchor="b">
            <a:noAutofit/>
          </a:bodyPr>
          <a:lstStyle>
            <a:lvl1pPr marL="0" indent="0">
              <a:lnSpc>
                <a:spcPct val="70000"/>
              </a:lnSpc>
              <a:spcBef>
                <a:spcPts val="0"/>
              </a:spcBef>
              <a:buNone/>
              <a:defRPr sz="1200">
                <a:solidFill>
                  <a:schemeClr val="accent2"/>
                </a:solidFill>
                <a:latin typeface="+mj-lt"/>
              </a:defRPr>
            </a:lvl1pPr>
          </a:lstStyle>
          <a:p>
            <a:pPr lvl="0"/>
            <a:r>
              <a:rPr lang="en-US"/>
              <a:t>TITLE</a:t>
            </a:r>
          </a:p>
        </p:txBody>
      </p:sp>
      <p:sp>
        <p:nvSpPr>
          <p:cNvPr id="14" name="Text Placeholder 14">
            <a:extLst>
              <a:ext uri="{FF2B5EF4-FFF2-40B4-BE49-F238E27FC236}">
                <a16:creationId xmlns:a16="http://schemas.microsoft.com/office/drawing/2014/main" id="{2E99DB92-486B-48CA-461F-22C31CD259E4}"/>
              </a:ext>
            </a:extLst>
          </p:cNvPr>
          <p:cNvSpPr>
            <a:spLocks noGrp="1"/>
          </p:cNvSpPr>
          <p:nvPr>
            <p:ph type="body" sz="quarter" idx="23" hasCustomPrompt="1"/>
          </p:nvPr>
        </p:nvSpPr>
        <p:spPr>
          <a:xfrm>
            <a:off x="284908" y="4543134"/>
            <a:ext cx="2195534" cy="323127"/>
          </a:xfrm>
        </p:spPr>
        <p:txBody>
          <a:bodyPr lIns="0" tIns="0" rIns="0" bIns="0">
            <a:noAutofit/>
          </a:bodyPr>
          <a:lstStyle>
            <a:lvl1pPr marL="0" indent="0">
              <a:lnSpc>
                <a:spcPct val="120000"/>
              </a:lnSpc>
              <a:spcBef>
                <a:spcPts val="0"/>
              </a:spcBef>
              <a:buNone/>
              <a:defRPr sz="900">
                <a:solidFill>
                  <a:schemeClr val="tx1"/>
                </a:solidFill>
              </a:defRPr>
            </a:lvl1pPr>
          </a:lstStyle>
          <a:p>
            <a:pPr lvl="0"/>
            <a:r>
              <a:rPr lang="en-US" err="1"/>
              <a:t>Name.surname@email.com</a:t>
            </a:r>
            <a:endParaRPr lang="en-US"/>
          </a:p>
          <a:p>
            <a:pPr lvl="0"/>
            <a:r>
              <a:rPr lang="en-US"/>
              <a:t>+1 000 0000000</a:t>
            </a:r>
          </a:p>
        </p:txBody>
      </p:sp>
    </p:spTree>
    <p:extLst>
      <p:ext uri="{BB962C8B-B14F-4D97-AF65-F5344CB8AC3E}">
        <p14:creationId xmlns:p14="http://schemas.microsoft.com/office/powerpoint/2010/main" val="391329606"/>
      </p:ext>
    </p:extLst>
  </p:cSld>
  <p:clrMapOvr>
    <a:masterClrMapping/>
  </p:clrMapOvr>
  <p:transition spd="med"/>
</p:sldLayout>
</file>

<file path=ppt/slideLayouts/slideLayout210.xml><?xml version="1.0" encoding="utf-8"?>
<p:sldLayout xmlns:a="http://schemas.openxmlformats.org/drawingml/2006/main" xmlns:r="http://schemas.openxmlformats.org/officeDocument/2006/relationships" xmlns:p="http://schemas.openxmlformats.org/presentationml/2006/main" showMasterSp="0" preserve="1" userDrawn="1">
  <p:cSld name="Thank you 4">
    <p:bg>
      <p:bgPr>
        <a:solidFill>
          <a:srgbClr val="0143FD"/>
        </a:solidFill>
        <a:effectLst/>
      </p:bgPr>
    </p:bg>
    <p:spTree>
      <p:nvGrpSpPr>
        <p:cNvPr id="1" name=""/>
        <p:cNvGrpSpPr/>
        <p:nvPr/>
      </p:nvGrpSpPr>
      <p:grpSpPr>
        <a:xfrm>
          <a:off x="0" y="0"/>
          <a:ext cx="0" cy="0"/>
          <a:chOff x="0" y="0"/>
          <a:chExt cx="0" cy="0"/>
        </a:xfrm>
      </p:grpSpPr>
      <p:pic>
        <p:nvPicPr>
          <p:cNvPr id="9" name="CGC logo white.png" descr="CGC logo white.png">
            <a:extLst>
              <a:ext uri="{FF2B5EF4-FFF2-40B4-BE49-F238E27FC236}">
                <a16:creationId xmlns:a16="http://schemas.microsoft.com/office/drawing/2014/main" id="{AF7CD472-F33B-C076-6E76-A527E77FE7EA}"/>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285750" y="285750"/>
            <a:ext cx="1152091" cy="199818"/>
          </a:xfrm>
          <a:prstGeom prst="rect">
            <a:avLst/>
          </a:prstGeom>
          <a:ln w="12700">
            <a:miter lim="400000"/>
          </a:ln>
        </p:spPr>
      </p:pic>
      <p:sp>
        <p:nvSpPr>
          <p:cNvPr id="5" name="Text Placeholder 6">
            <a:extLst>
              <a:ext uri="{FF2B5EF4-FFF2-40B4-BE49-F238E27FC236}">
                <a16:creationId xmlns:a16="http://schemas.microsoft.com/office/drawing/2014/main" id="{949021D2-C9C0-BB2E-8B67-8B8D0D9CF7E5}"/>
              </a:ext>
            </a:extLst>
          </p:cNvPr>
          <p:cNvSpPr>
            <a:spLocks noGrp="1"/>
          </p:cNvSpPr>
          <p:nvPr>
            <p:ph type="body" sz="quarter" idx="28" hasCustomPrompt="1"/>
          </p:nvPr>
        </p:nvSpPr>
        <p:spPr>
          <a:xfrm>
            <a:off x="635792" y="3893139"/>
            <a:ext cx="1468489" cy="230832"/>
          </a:xfrm>
          <a:prstGeom prst="rect">
            <a:avLst/>
          </a:prstGeom>
        </p:spPr>
        <p:txBody>
          <a:bodyPr lIns="0" tIns="0" rIns="0" bIns="0" anchor="b">
            <a:noAutofit/>
          </a:bodyPr>
          <a:lstStyle>
            <a:lvl1pPr marL="0" indent="0">
              <a:lnSpc>
                <a:spcPct val="70000"/>
              </a:lnSpc>
              <a:spcBef>
                <a:spcPts val="0"/>
              </a:spcBef>
              <a:buNone/>
              <a:defRPr sz="1200">
                <a:solidFill>
                  <a:schemeClr val="bg1"/>
                </a:solidFill>
                <a:latin typeface="+mj-lt"/>
              </a:defRPr>
            </a:lvl1pPr>
          </a:lstStyle>
          <a:p>
            <a:pPr lvl="0"/>
            <a:r>
              <a:rPr lang="en-US"/>
              <a:t>TITLE</a:t>
            </a:r>
          </a:p>
        </p:txBody>
      </p:sp>
      <p:sp>
        <p:nvSpPr>
          <p:cNvPr id="6" name="Text Placeholder 6">
            <a:extLst>
              <a:ext uri="{FF2B5EF4-FFF2-40B4-BE49-F238E27FC236}">
                <a16:creationId xmlns:a16="http://schemas.microsoft.com/office/drawing/2014/main" id="{B3C32817-64B5-CB9D-3DC5-E06A2D26B62B}"/>
              </a:ext>
            </a:extLst>
          </p:cNvPr>
          <p:cNvSpPr>
            <a:spLocks noGrp="1"/>
          </p:cNvSpPr>
          <p:nvPr>
            <p:ph type="body" sz="quarter" idx="29" hasCustomPrompt="1"/>
          </p:nvPr>
        </p:nvSpPr>
        <p:spPr>
          <a:xfrm>
            <a:off x="638610" y="3729920"/>
            <a:ext cx="1468489" cy="230832"/>
          </a:xfrm>
          <a:prstGeom prst="rect">
            <a:avLst/>
          </a:prstGeom>
        </p:spPr>
        <p:txBody>
          <a:bodyPr lIns="0" tIns="0" rIns="0" bIns="0" anchor="b">
            <a:noAutofit/>
          </a:bodyPr>
          <a:lstStyle>
            <a:lvl1pPr marL="0" indent="0">
              <a:lnSpc>
                <a:spcPct val="70000"/>
              </a:lnSpc>
              <a:spcBef>
                <a:spcPts val="0"/>
              </a:spcBef>
              <a:buNone/>
              <a:defRPr sz="1200">
                <a:solidFill>
                  <a:schemeClr val="accent3"/>
                </a:solidFill>
                <a:latin typeface="+mj-lt"/>
              </a:defRPr>
            </a:lvl1pPr>
          </a:lstStyle>
          <a:p>
            <a:pPr lvl="0"/>
            <a:r>
              <a:rPr lang="en-US"/>
              <a:t>TITLE</a:t>
            </a:r>
          </a:p>
        </p:txBody>
      </p:sp>
      <p:sp>
        <p:nvSpPr>
          <p:cNvPr id="8" name="Text Placeholder 14">
            <a:extLst>
              <a:ext uri="{FF2B5EF4-FFF2-40B4-BE49-F238E27FC236}">
                <a16:creationId xmlns:a16="http://schemas.microsoft.com/office/drawing/2014/main" id="{3EE0AB44-7464-D45C-2D27-BF5E906024B8}"/>
              </a:ext>
            </a:extLst>
          </p:cNvPr>
          <p:cNvSpPr>
            <a:spLocks noGrp="1"/>
          </p:cNvSpPr>
          <p:nvPr>
            <p:ph type="body" sz="quarter" idx="30" hasCustomPrompt="1"/>
          </p:nvPr>
        </p:nvSpPr>
        <p:spPr>
          <a:xfrm>
            <a:off x="632897" y="4212293"/>
            <a:ext cx="2195534" cy="323127"/>
          </a:xfrm>
        </p:spPr>
        <p:txBody>
          <a:bodyPr lIns="0" tIns="0" rIns="0" bIns="0">
            <a:noAutofit/>
          </a:bodyPr>
          <a:lstStyle>
            <a:lvl1pPr marL="0" indent="0">
              <a:lnSpc>
                <a:spcPct val="120000"/>
              </a:lnSpc>
              <a:spcBef>
                <a:spcPts val="0"/>
              </a:spcBef>
              <a:buNone/>
              <a:defRPr sz="900">
                <a:solidFill>
                  <a:schemeClr val="bg1"/>
                </a:solidFill>
              </a:defRPr>
            </a:lvl1pPr>
          </a:lstStyle>
          <a:p>
            <a:pPr lvl="0"/>
            <a:r>
              <a:rPr lang="en-US" err="1"/>
              <a:t>Name.surname@email.com</a:t>
            </a:r>
            <a:endParaRPr lang="en-US"/>
          </a:p>
          <a:p>
            <a:pPr lvl="0"/>
            <a:r>
              <a:rPr lang="en-US"/>
              <a:t>+1 000 0000000</a:t>
            </a:r>
          </a:p>
        </p:txBody>
      </p:sp>
      <p:sp>
        <p:nvSpPr>
          <p:cNvPr id="11" name="Text Placeholder 11">
            <a:extLst>
              <a:ext uri="{FF2B5EF4-FFF2-40B4-BE49-F238E27FC236}">
                <a16:creationId xmlns:a16="http://schemas.microsoft.com/office/drawing/2014/main" id="{6677FB7C-82F2-E294-C223-476723ACAB9A}"/>
              </a:ext>
            </a:extLst>
          </p:cNvPr>
          <p:cNvSpPr>
            <a:spLocks noGrp="1"/>
          </p:cNvSpPr>
          <p:nvPr>
            <p:ph type="body" sz="quarter" idx="31" hasCustomPrompt="1"/>
          </p:nvPr>
        </p:nvSpPr>
        <p:spPr>
          <a:xfrm>
            <a:off x="597037" y="2102323"/>
            <a:ext cx="3894263" cy="642937"/>
          </a:xfrm>
        </p:spPr>
        <p:txBody>
          <a:bodyPr lIns="0" tIns="0" rIns="0" bIns="0" anchor="ctr">
            <a:noAutofit/>
          </a:bodyPr>
          <a:lstStyle>
            <a:lvl1pPr marL="0" indent="0" algn="l">
              <a:buNone/>
              <a:defRPr sz="6750">
                <a:solidFill>
                  <a:schemeClr val="accent3"/>
                </a:solidFill>
                <a:latin typeface="+mj-lt"/>
              </a:defRPr>
            </a:lvl1pPr>
          </a:lstStyle>
          <a:p>
            <a:pPr lvl="0"/>
            <a:r>
              <a:rPr lang="en-US"/>
              <a:t>THANK YOU</a:t>
            </a:r>
          </a:p>
        </p:txBody>
      </p:sp>
    </p:spTree>
    <p:extLst>
      <p:ext uri="{BB962C8B-B14F-4D97-AF65-F5344CB8AC3E}">
        <p14:creationId xmlns:p14="http://schemas.microsoft.com/office/powerpoint/2010/main" val="1743531923"/>
      </p:ext>
    </p:extLst>
  </p:cSld>
  <p:clrMapOvr>
    <a:masterClrMapping/>
  </p:clrMapOvr>
  <p:transition spd="med"/>
</p:sldLayout>
</file>

<file path=ppt/slideLayouts/slideLayout211.xml><?xml version="1.0" encoding="utf-8"?>
<p:sldLayout xmlns:a="http://schemas.openxmlformats.org/drawingml/2006/main" xmlns:r="http://schemas.openxmlformats.org/officeDocument/2006/relationships" xmlns:p="http://schemas.openxmlformats.org/presentationml/2006/main" showMasterSp="0" preserve="1" userDrawn="1">
  <p:cSld name="Thank you 5">
    <p:bg>
      <p:bgPr>
        <a:solidFill>
          <a:srgbClr val="E7E696"/>
        </a:solidFill>
        <a:effectLst/>
      </p:bgPr>
    </p:bg>
    <p:spTree>
      <p:nvGrpSpPr>
        <p:cNvPr id="1" name=""/>
        <p:cNvGrpSpPr/>
        <p:nvPr/>
      </p:nvGrpSpPr>
      <p:grpSpPr>
        <a:xfrm>
          <a:off x="0" y="0"/>
          <a:ext cx="0" cy="0"/>
          <a:chOff x="0" y="0"/>
          <a:chExt cx="0" cy="0"/>
        </a:xfrm>
      </p:grpSpPr>
      <p:pic>
        <p:nvPicPr>
          <p:cNvPr id="2" name="Vector-1.svg" descr="Vector-1.svg">
            <a:extLst>
              <a:ext uri="{FF2B5EF4-FFF2-40B4-BE49-F238E27FC236}">
                <a16:creationId xmlns:a16="http://schemas.microsoft.com/office/drawing/2014/main" id="{CD1ABE10-8AAC-69F5-5F92-CFB025A44451}"/>
              </a:ext>
            </a:extLst>
          </p:cNvPr>
          <p:cNvPicPr>
            <a:picLocks noChangeAspect="1"/>
          </p:cNvPicPr>
          <p:nvPr userDrawn="1"/>
        </p:nvPicPr>
        <p:blipFill>
          <a:blip r:embed="rId2" cstate="hqprint">
            <a:extLst>
              <a:ext uri="{28A0092B-C50C-407E-A947-70E740481C1C}">
                <a14:useLocalDpi xmlns:a14="http://schemas.microsoft.com/office/drawing/2010/main"/>
              </a:ext>
            </a:extLst>
          </a:blip>
          <a:srcRect/>
          <a:stretch>
            <a:fillRect/>
          </a:stretch>
        </p:blipFill>
        <p:spPr>
          <a:xfrm>
            <a:off x="0" y="0"/>
            <a:ext cx="6292142" cy="5143500"/>
          </a:xfrm>
          <a:prstGeom prst="rect">
            <a:avLst/>
          </a:prstGeom>
          <a:ln w="12700">
            <a:miter lim="400000"/>
          </a:ln>
        </p:spPr>
      </p:pic>
      <p:pic>
        <p:nvPicPr>
          <p:cNvPr id="9" name="CGC logo white.png" descr="CGC logo white.png">
            <a:extLst>
              <a:ext uri="{FF2B5EF4-FFF2-40B4-BE49-F238E27FC236}">
                <a16:creationId xmlns:a16="http://schemas.microsoft.com/office/drawing/2014/main" id="{AF7CD472-F33B-C076-6E76-A527E77FE7EA}"/>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285750" y="285750"/>
            <a:ext cx="1152091" cy="199818"/>
          </a:xfrm>
          <a:prstGeom prst="rect">
            <a:avLst/>
          </a:prstGeom>
          <a:ln w="12700">
            <a:miter lim="400000"/>
          </a:ln>
        </p:spPr>
      </p:pic>
      <p:sp>
        <p:nvSpPr>
          <p:cNvPr id="3" name="Text Placeholder 6">
            <a:extLst>
              <a:ext uri="{FF2B5EF4-FFF2-40B4-BE49-F238E27FC236}">
                <a16:creationId xmlns:a16="http://schemas.microsoft.com/office/drawing/2014/main" id="{CCA21A31-66D7-7280-58EC-FA18A47DBC63}"/>
              </a:ext>
            </a:extLst>
          </p:cNvPr>
          <p:cNvSpPr>
            <a:spLocks noGrp="1"/>
          </p:cNvSpPr>
          <p:nvPr>
            <p:ph type="body" sz="quarter" idx="28" hasCustomPrompt="1"/>
          </p:nvPr>
        </p:nvSpPr>
        <p:spPr>
          <a:xfrm>
            <a:off x="635792" y="3893139"/>
            <a:ext cx="1468489" cy="230832"/>
          </a:xfrm>
          <a:prstGeom prst="rect">
            <a:avLst/>
          </a:prstGeom>
        </p:spPr>
        <p:txBody>
          <a:bodyPr lIns="0" tIns="0" rIns="0" bIns="0" anchor="b">
            <a:noAutofit/>
          </a:bodyPr>
          <a:lstStyle>
            <a:lvl1pPr marL="0" indent="0">
              <a:lnSpc>
                <a:spcPct val="70000"/>
              </a:lnSpc>
              <a:spcBef>
                <a:spcPts val="0"/>
              </a:spcBef>
              <a:buNone/>
              <a:defRPr sz="1200">
                <a:solidFill>
                  <a:schemeClr val="bg1"/>
                </a:solidFill>
                <a:latin typeface="+mj-lt"/>
              </a:defRPr>
            </a:lvl1pPr>
          </a:lstStyle>
          <a:p>
            <a:pPr lvl="0"/>
            <a:r>
              <a:rPr lang="en-US"/>
              <a:t>TITLE</a:t>
            </a:r>
          </a:p>
        </p:txBody>
      </p:sp>
      <p:sp>
        <p:nvSpPr>
          <p:cNvPr id="4" name="Text Placeholder 6">
            <a:extLst>
              <a:ext uri="{FF2B5EF4-FFF2-40B4-BE49-F238E27FC236}">
                <a16:creationId xmlns:a16="http://schemas.microsoft.com/office/drawing/2014/main" id="{43312990-C76B-D2E9-AE03-30B5FBDD9B15}"/>
              </a:ext>
            </a:extLst>
          </p:cNvPr>
          <p:cNvSpPr>
            <a:spLocks noGrp="1"/>
          </p:cNvSpPr>
          <p:nvPr>
            <p:ph type="body" sz="quarter" idx="29" hasCustomPrompt="1"/>
          </p:nvPr>
        </p:nvSpPr>
        <p:spPr>
          <a:xfrm>
            <a:off x="638610" y="3729920"/>
            <a:ext cx="1468489" cy="230832"/>
          </a:xfrm>
          <a:prstGeom prst="rect">
            <a:avLst/>
          </a:prstGeom>
        </p:spPr>
        <p:txBody>
          <a:bodyPr lIns="0" tIns="0" rIns="0" bIns="0" anchor="b">
            <a:noAutofit/>
          </a:bodyPr>
          <a:lstStyle>
            <a:lvl1pPr marL="0" indent="0">
              <a:lnSpc>
                <a:spcPct val="70000"/>
              </a:lnSpc>
              <a:spcBef>
                <a:spcPts val="0"/>
              </a:spcBef>
              <a:buNone/>
              <a:defRPr sz="1200">
                <a:solidFill>
                  <a:schemeClr val="accent3"/>
                </a:solidFill>
                <a:latin typeface="+mj-lt"/>
              </a:defRPr>
            </a:lvl1pPr>
          </a:lstStyle>
          <a:p>
            <a:pPr lvl="0"/>
            <a:r>
              <a:rPr lang="en-US"/>
              <a:t>TITLE</a:t>
            </a:r>
          </a:p>
        </p:txBody>
      </p:sp>
      <p:sp>
        <p:nvSpPr>
          <p:cNvPr id="5" name="Text Placeholder 14">
            <a:extLst>
              <a:ext uri="{FF2B5EF4-FFF2-40B4-BE49-F238E27FC236}">
                <a16:creationId xmlns:a16="http://schemas.microsoft.com/office/drawing/2014/main" id="{A70A56E4-A1A8-054C-0EF5-736B60D23051}"/>
              </a:ext>
            </a:extLst>
          </p:cNvPr>
          <p:cNvSpPr>
            <a:spLocks noGrp="1"/>
          </p:cNvSpPr>
          <p:nvPr>
            <p:ph type="body" sz="quarter" idx="30" hasCustomPrompt="1"/>
          </p:nvPr>
        </p:nvSpPr>
        <p:spPr>
          <a:xfrm>
            <a:off x="632897" y="4212293"/>
            <a:ext cx="2195534" cy="323127"/>
          </a:xfrm>
        </p:spPr>
        <p:txBody>
          <a:bodyPr lIns="0" tIns="0" rIns="0" bIns="0">
            <a:noAutofit/>
          </a:bodyPr>
          <a:lstStyle>
            <a:lvl1pPr marL="0" indent="0">
              <a:lnSpc>
                <a:spcPct val="120000"/>
              </a:lnSpc>
              <a:spcBef>
                <a:spcPts val="0"/>
              </a:spcBef>
              <a:buNone/>
              <a:defRPr sz="900">
                <a:solidFill>
                  <a:schemeClr val="bg1"/>
                </a:solidFill>
              </a:defRPr>
            </a:lvl1pPr>
          </a:lstStyle>
          <a:p>
            <a:pPr lvl="0"/>
            <a:r>
              <a:rPr lang="en-US" err="1"/>
              <a:t>Name.surname@email.com</a:t>
            </a:r>
            <a:endParaRPr lang="en-US"/>
          </a:p>
          <a:p>
            <a:pPr lvl="0"/>
            <a:r>
              <a:rPr lang="en-US"/>
              <a:t>+1 000 0000000</a:t>
            </a:r>
          </a:p>
        </p:txBody>
      </p:sp>
      <p:sp>
        <p:nvSpPr>
          <p:cNvPr id="6" name="Text Placeholder 11">
            <a:extLst>
              <a:ext uri="{FF2B5EF4-FFF2-40B4-BE49-F238E27FC236}">
                <a16:creationId xmlns:a16="http://schemas.microsoft.com/office/drawing/2014/main" id="{870A636A-7FB8-2CDC-A371-B0BBFCADC6E3}"/>
              </a:ext>
            </a:extLst>
          </p:cNvPr>
          <p:cNvSpPr>
            <a:spLocks noGrp="1"/>
          </p:cNvSpPr>
          <p:nvPr>
            <p:ph type="body" sz="quarter" idx="31" hasCustomPrompt="1"/>
          </p:nvPr>
        </p:nvSpPr>
        <p:spPr>
          <a:xfrm>
            <a:off x="597037" y="2102323"/>
            <a:ext cx="3894263" cy="642937"/>
          </a:xfrm>
        </p:spPr>
        <p:txBody>
          <a:bodyPr lIns="0" tIns="0" rIns="0" bIns="0" anchor="ctr">
            <a:noAutofit/>
          </a:bodyPr>
          <a:lstStyle>
            <a:lvl1pPr marL="0" indent="0" algn="l">
              <a:buNone/>
              <a:defRPr sz="6750">
                <a:solidFill>
                  <a:schemeClr val="accent3"/>
                </a:solidFill>
                <a:latin typeface="+mj-lt"/>
              </a:defRPr>
            </a:lvl1pPr>
          </a:lstStyle>
          <a:p>
            <a:pPr lvl="0"/>
            <a:r>
              <a:rPr lang="en-US"/>
              <a:t>THANK YOU</a:t>
            </a:r>
          </a:p>
        </p:txBody>
      </p:sp>
    </p:spTree>
    <p:extLst>
      <p:ext uri="{BB962C8B-B14F-4D97-AF65-F5344CB8AC3E}">
        <p14:creationId xmlns:p14="http://schemas.microsoft.com/office/powerpoint/2010/main" val="678098659"/>
      </p:ext>
    </p:extLst>
  </p:cSld>
  <p:clrMapOvr>
    <a:masterClrMapping/>
  </p:clrMapOvr>
  <p:transition spd="med"/>
</p:sldLayout>
</file>

<file path=ppt/slideLayouts/slideLayout212.xml><?xml version="1.0" encoding="utf-8"?>
<p:sldLayout xmlns:a="http://schemas.openxmlformats.org/drawingml/2006/main" xmlns:r="http://schemas.openxmlformats.org/officeDocument/2006/relationships" xmlns:p="http://schemas.openxmlformats.org/presentationml/2006/main" showMasterSp="0" preserve="1" userDrawn="1">
  <p:cSld name="Thank you 6">
    <p:bg>
      <p:bgPr>
        <a:solidFill>
          <a:srgbClr val="0F2240"/>
        </a:solidFill>
        <a:effectLst/>
      </p:bgPr>
    </p:bg>
    <p:spTree>
      <p:nvGrpSpPr>
        <p:cNvPr id="1" name=""/>
        <p:cNvGrpSpPr/>
        <p:nvPr/>
      </p:nvGrpSpPr>
      <p:grpSpPr>
        <a:xfrm>
          <a:off x="0" y="0"/>
          <a:ext cx="0" cy="0"/>
          <a:chOff x="0" y="0"/>
          <a:chExt cx="0" cy="0"/>
        </a:xfrm>
      </p:grpSpPr>
      <p:pic>
        <p:nvPicPr>
          <p:cNvPr id="9" name="CGC logo white.png" descr="CGC logo white.png">
            <a:extLst>
              <a:ext uri="{FF2B5EF4-FFF2-40B4-BE49-F238E27FC236}">
                <a16:creationId xmlns:a16="http://schemas.microsoft.com/office/drawing/2014/main" id="{AF7CD472-F33B-C076-6E76-A527E77FE7EA}"/>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285750" y="285750"/>
            <a:ext cx="1152091" cy="199818"/>
          </a:xfrm>
          <a:prstGeom prst="rect">
            <a:avLst/>
          </a:prstGeom>
          <a:ln w="12700">
            <a:miter lim="400000"/>
          </a:ln>
        </p:spPr>
      </p:pic>
      <p:sp>
        <p:nvSpPr>
          <p:cNvPr id="10" name="Text Placeholder 6">
            <a:extLst>
              <a:ext uri="{FF2B5EF4-FFF2-40B4-BE49-F238E27FC236}">
                <a16:creationId xmlns:a16="http://schemas.microsoft.com/office/drawing/2014/main" id="{E695A627-582D-0F1F-9F90-2C55DBB40939}"/>
              </a:ext>
            </a:extLst>
          </p:cNvPr>
          <p:cNvSpPr>
            <a:spLocks noGrp="1"/>
          </p:cNvSpPr>
          <p:nvPr>
            <p:ph type="body" sz="quarter" idx="22" hasCustomPrompt="1"/>
          </p:nvPr>
        </p:nvSpPr>
        <p:spPr>
          <a:xfrm>
            <a:off x="285750" y="4231181"/>
            <a:ext cx="1468489" cy="230832"/>
          </a:xfrm>
          <a:prstGeom prst="rect">
            <a:avLst/>
          </a:prstGeom>
        </p:spPr>
        <p:txBody>
          <a:bodyPr lIns="0" tIns="0" rIns="0" bIns="0" anchor="b">
            <a:noAutofit/>
          </a:bodyPr>
          <a:lstStyle>
            <a:lvl1pPr marL="0" indent="0">
              <a:lnSpc>
                <a:spcPct val="70000"/>
              </a:lnSpc>
              <a:spcBef>
                <a:spcPts val="0"/>
              </a:spcBef>
              <a:buNone/>
              <a:defRPr sz="1200">
                <a:solidFill>
                  <a:schemeClr val="bg1"/>
                </a:solidFill>
                <a:latin typeface="+mj-lt"/>
              </a:defRPr>
            </a:lvl1pPr>
          </a:lstStyle>
          <a:p>
            <a:pPr lvl="0"/>
            <a:r>
              <a:rPr lang="en-US"/>
              <a:t>TITLE</a:t>
            </a:r>
          </a:p>
        </p:txBody>
      </p:sp>
      <p:sp>
        <p:nvSpPr>
          <p:cNvPr id="13" name="Text Placeholder 6">
            <a:extLst>
              <a:ext uri="{FF2B5EF4-FFF2-40B4-BE49-F238E27FC236}">
                <a16:creationId xmlns:a16="http://schemas.microsoft.com/office/drawing/2014/main" id="{5D253C01-D4EA-A768-10F5-07CA229CF42D}"/>
              </a:ext>
            </a:extLst>
          </p:cNvPr>
          <p:cNvSpPr>
            <a:spLocks noGrp="1"/>
          </p:cNvSpPr>
          <p:nvPr>
            <p:ph type="body" sz="quarter" idx="24" hasCustomPrompt="1"/>
          </p:nvPr>
        </p:nvSpPr>
        <p:spPr>
          <a:xfrm>
            <a:off x="290235" y="4016468"/>
            <a:ext cx="1468489" cy="230832"/>
          </a:xfrm>
          <a:prstGeom prst="rect">
            <a:avLst/>
          </a:prstGeom>
        </p:spPr>
        <p:txBody>
          <a:bodyPr lIns="0" tIns="0" rIns="0" bIns="0" anchor="b">
            <a:noAutofit/>
          </a:bodyPr>
          <a:lstStyle>
            <a:lvl1pPr marL="0" indent="0">
              <a:lnSpc>
                <a:spcPct val="70000"/>
              </a:lnSpc>
              <a:spcBef>
                <a:spcPts val="0"/>
              </a:spcBef>
              <a:buNone/>
              <a:defRPr sz="1200">
                <a:solidFill>
                  <a:schemeClr val="accent3"/>
                </a:solidFill>
                <a:latin typeface="+mj-lt"/>
              </a:defRPr>
            </a:lvl1pPr>
          </a:lstStyle>
          <a:p>
            <a:pPr lvl="0"/>
            <a:r>
              <a:rPr lang="en-US"/>
              <a:t>TITLE</a:t>
            </a:r>
          </a:p>
        </p:txBody>
      </p:sp>
      <p:sp>
        <p:nvSpPr>
          <p:cNvPr id="14" name="Text Placeholder 14">
            <a:extLst>
              <a:ext uri="{FF2B5EF4-FFF2-40B4-BE49-F238E27FC236}">
                <a16:creationId xmlns:a16="http://schemas.microsoft.com/office/drawing/2014/main" id="{2E99DB92-486B-48CA-461F-22C31CD259E4}"/>
              </a:ext>
            </a:extLst>
          </p:cNvPr>
          <p:cNvSpPr>
            <a:spLocks noGrp="1"/>
          </p:cNvSpPr>
          <p:nvPr>
            <p:ph type="body" sz="quarter" idx="23" hasCustomPrompt="1"/>
          </p:nvPr>
        </p:nvSpPr>
        <p:spPr>
          <a:xfrm>
            <a:off x="285750" y="4539570"/>
            <a:ext cx="2195534" cy="360427"/>
          </a:xfrm>
        </p:spPr>
        <p:txBody>
          <a:bodyPr lIns="0" tIns="0" rIns="0" bIns="0">
            <a:noAutofit/>
          </a:bodyPr>
          <a:lstStyle>
            <a:lvl1pPr marL="0" indent="0">
              <a:lnSpc>
                <a:spcPct val="90000"/>
              </a:lnSpc>
              <a:spcBef>
                <a:spcPts val="0"/>
              </a:spcBef>
              <a:buNone/>
              <a:defRPr sz="900">
                <a:solidFill>
                  <a:schemeClr val="bg1"/>
                </a:solidFill>
              </a:defRPr>
            </a:lvl1pPr>
          </a:lstStyle>
          <a:p>
            <a:pPr lvl="0"/>
            <a:r>
              <a:rPr lang="en-US" err="1"/>
              <a:t>Name.surname@email.com</a:t>
            </a:r>
            <a:endParaRPr lang="en-US"/>
          </a:p>
          <a:p>
            <a:pPr lvl="0"/>
            <a:r>
              <a:rPr lang="en-US"/>
              <a:t>+1 000 0000000</a:t>
            </a:r>
          </a:p>
        </p:txBody>
      </p:sp>
      <p:pic>
        <p:nvPicPr>
          <p:cNvPr id="3" name="Rectangle.svg" descr="Rectangle.svg">
            <a:extLst>
              <a:ext uri="{FF2B5EF4-FFF2-40B4-BE49-F238E27FC236}">
                <a16:creationId xmlns:a16="http://schemas.microsoft.com/office/drawing/2014/main" id="{635CC0BC-8979-34A4-9909-4EF8F4782515}"/>
              </a:ext>
            </a:extLst>
          </p:cNvPr>
          <p:cNvPicPr>
            <a:picLocks noChangeAspect="1"/>
          </p:cNvPicPr>
          <p:nvPr userDrawn="1"/>
        </p:nvPicPr>
        <p:blipFill>
          <a:blip r:embed="rId3" cstate="hqprint">
            <a:extLst>
              <a:ext uri="{28A0092B-C50C-407E-A947-70E740481C1C}">
                <a14:useLocalDpi xmlns:a14="http://schemas.microsoft.com/office/drawing/2010/main"/>
              </a:ext>
            </a:extLst>
          </a:blip>
          <a:srcRect/>
          <a:stretch>
            <a:fillRect/>
          </a:stretch>
        </p:blipFill>
        <p:spPr>
          <a:xfrm>
            <a:off x="3548096" y="0"/>
            <a:ext cx="5595904" cy="5144033"/>
          </a:xfrm>
          <a:prstGeom prst="rect">
            <a:avLst/>
          </a:prstGeom>
          <a:ln w="12700">
            <a:miter lim="400000"/>
          </a:ln>
        </p:spPr>
      </p:pic>
      <p:sp>
        <p:nvSpPr>
          <p:cNvPr id="2" name="Text Placeholder 11">
            <a:extLst>
              <a:ext uri="{FF2B5EF4-FFF2-40B4-BE49-F238E27FC236}">
                <a16:creationId xmlns:a16="http://schemas.microsoft.com/office/drawing/2014/main" id="{D768ADBE-68AE-357A-94A6-C04777DB1609}"/>
              </a:ext>
            </a:extLst>
          </p:cNvPr>
          <p:cNvSpPr>
            <a:spLocks noGrp="1"/>
          </p:cNvSpPr>
          <p:nvPr>
            <p:ph type="body" sz="quarter" idx="27" hasCustomPrompt="1"/>
          </p:nvPr>
        </p:nvSpPr>
        <p:spPr>
          <a:xfrm>
            <a:off x="264262" y="3127555"/>
            <a:ext cx="3894263" cy="642937"/>
          </a:xfrm>
        </p:spPr>
        <p:txBody>
          <a:bodyPr lIns="0" tIns="0" rIns="0" bIns="0" anchor="ctr">
            <a:noAutofit/>
          </a:bodyPr>
          <a:lstStyle>
            <a:lvl1pPr marL="0" indent="0" algn="l">
              <a:buNone/>
              <a:defRPr sz="6000">
                <a:solidFill>
                  <a:schemeClr val="bg1"/>
                </a:solidFill>
                <a:latin typeface="+mj-lt"/>
              </a:defRPr>
            </a:lvl1pPr>
          </a:lstStyle>
          <a:p>
            <a:pPr lvl="0"/>
            <a:r>
              <a:rPr lang="en-US"/>
              <a:t>THANK YOU</a:t>
            </a:r>
          </a:p>
        </p:txBody>
      </p:sp>
    </p:spTree>
    <p:extLst>
      <p:ext uri="{BB962C8B-B14F-4D97-AF65-F5344CB8AC3E}">
        <p14:creationId xmlns:p14="http://schemas.microsoft.com/office/powerpoint/2010/main" val="1083573225"/>
      </p:ext>
    </p:extLst>
  </p:cSld>
  <p:clrMapOvr>
    <a:masterClrMapping/>
  </p:clrMapOvr>
  <p:transition spd="med"/>
  <p:extLst>
    <p:ext uri="{DCECCB84-F9BA-43D5-87BE-67443E8EF086}">
      <p15:sldGuideLst xmlns:p15="http://schemas.microsoft.com/office/powerpoint/2012/main">
        <p15:guide id="2" pos="2880">
          <p15:clr>
            <a:srgbClr val="FBAE40"/>
          </p15:clr>
        </p15:guide>
      </p15:sldGuideLst>
    </p:ext>
  </p:extLst>
</p:sldLayout>
</file>

<file path=ppt/slideLayouts/slideLayout213.xml><?xml version="1.0" encoding="utf-8"?>
<p:sldLayout xmlns:a="http://schemas.openxmlformats.org/drawingml/2006/main" xmlns:r="http://schemas.openxmlformats.org/officeDocument/2006/relationships" xmlns:p="http://schemas.openxmlformats.org/presentationml/2006/main" showMasterSp="0" type="tx">
  <p:cSld name="Blank, logo top left">
    <p:bg>
      <p:bgPr>
        <a:solidFill>
          <a:srgbClr val="FDFAF2"/>
        </a:solidFill>
        <a:effectLst/>
      </p:bgPr>
    </p:bg>
    <p:spTree>
      <p:nvGrpSpPr>
        <p:cNvPr id="1" name=""/>
        <p:cNvGrpSpPr/>
        <p:nvPr/>
      </p:nvGrpSpPr>
      <p:grpSpPr>
        <a:xfrm>
          <a:off x="0" y="0"/>
          <a:ext cx="0" cy="0"/>
          <a:chOff x="0" y="0"/>
          <a:chExt cx="0" cy="0"/>
        </a:xfrm>
      </p:grpSpPr>
      <p:pic>
        <p:nvPicPr>
          <p:cNvPr id="65" name="CGC logo.png" descr="CGC logo.png"/>
          <p:cNvPicPr>
            <a:picLocks noChangeAspect="1"/>
          </p:cNvPicPr>
          <p:nvPr/>
        </p:nvPicPr>
        <p:blipFill>
          <a:blip r:embed="rId2" cstate="hqprint">
            <a:extLst>
              <a:ext uri="{28A0092B-C50C-407E-A947-70E740481C1C}">
                <a14:useLocalDpi xmlns:a14="http://schemas.microsoft.com/office/drawing/2010/main"/>
              </a:ext>
            </a:extLst>
          </a:blip>
          <a:stretch>
            <a:fillRect/>
          </a:stretch>
        </p:blipFill>
        <p:spPr>
          <a:xfrm>
            <a:off x="285750" y="285750"/>
            <a:ext cx="1152525" cy="199894"/>
          </a:xfrm>
          <a:prstGeom prst="rect">
            <a:avLst/>
          </a:prstGeom>
          <a:ln w="12700">
            <a:miter lim="400000"/>
          </a:ln>
        </p:spPr>
      </p:pic>
      <p:sp>
        <p:nvSpPr>
          <p:cNvPr id="66"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3948288769"/>
      </p:ext>
    </p:extLst>
  </p:cSld>
  <p:clrMapOvr>
    <a:masterClrMapping/>
  </p:clrMapOvr>
  <p:transition spd="med"/>
</p:sldLayout>
</file>

<file path=ppt/slideLayouts/slideLayout214.xml><?xml version="1.0" encoding="utf-8"?>
<p:sldLayout xmlns:a="http://schemas.openxmlformats.org/drawingml/2006/main" xmlns:r="http://schemas.openxmlformats.org/officeDocument/2006/relationships" xmlns:p="http://schemas.openxmlformats.org/presentationml/2006/main" showMasterSp="0" type="tx" preserve="1">
  <p:cSld name="Blank, logo top right">
    <p:bg>
      <p:bgPr>
        <a:solidFill>
          <a:srgbClr val="FDFAF2"/>
        </a:solidFill>
        <a:effectLst/>
      </p:bgPr>
    </p:bg>
    <p:spTree>
      <p:nvGrpSpPr>
        <p:cNvPr id="1" name=""/>
        <p:cNvGrpSpPr/>
        <p:nvPr/>
      </p:nvGrpSpPr>
      <p:grpSpPr>
        <a:xfrm>
          <a:off x="0" y="0"/>
          <a:ext cx="0" cy="0"/>
          <a:chOff x="0" y="0"/>
          <a:chExt cx="0" cy="0"/>
        </a:xfrm>
      </p:grpSpPr>
      <p:pic>
        <p:nvPicPr>
          <p:cNvPr id="65" name="CGC logo.png" descr="CGC logo.png"/>
          <p:cNvPicPr>
            <a:picLocks noChangeAspect="1"/>
          </p:cNvPicPr>
          <p:nvPr/>
        </p:nvPicPr>
        <p:blipFill>
          <a:blip r:embed="rId2" cstate="hqprint">
            <a:extLst>
              <a:ext uri="{28A0092B-C50C-407E-A947-70E740481C1C}">
                <a14:useLocalDpi xmlns:a14="http://schemas.microsoft.com/office/drawing/2010/main"/>
              </a:ext>
            </a:extLst>
          </a:blip>
          <a:stretch>
            <a:fillRect/>
          </a:stretch>
        </p:blipFill>
        <p:spPr>
          <a:xfrm>
            <a:off x="7705725" y="285750"/>
            <a:ext cx="1152525" cy="199894"/>
          </a:xfrm>
          <a:prstGeom prst="rect">
            <a:avLst/>
          </a:prstGeom>
          <a:ln w="12700">
            <a:miter lim="400000"/>
          </a:ln>
        </p:spPr>
      </p:pic>
      <p:sp>
        <p:nvSpPr>
          <p:cNvPr id="66"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1844124396"/>
      </p:ext>
    </p:extLst>
  </p:cSld>
  <p:clrMapOvr>
    <a:masterClrMapping/>
  </p:clrMapOvr>
  <p:transition spd="med"/>
</p:sldLayout>
</file>

<file path=ppt/slideLayouts/slideLayout215.xml><?xml version="1.0" encoding="utf-8"?>
<p:sldLayout xmlns:a="http://schemas.openxmlformats.org/drawingml/2006/main" xmlns:r="http://schemas.openxmlformats.org/officeDocument/2006/relationships" xmlns:p="http://schemas.openxmlformats.org/presentationml/2006/main" showMasterSp="0" type="tx" preserve="1">
  <p:cSld name="Blank, logo bottom left">
    <p:bg>
      <p:bgPr>
        <a:solidFill>
          <a:srgbClr val="FDFAF2"/>
        </a:solidFill>
        <a:effectLst/>
      </p:bgPr>
    </p:bg>
    <p:spTree>
      <p:nvGrpSpPr>
        <p:cNvPr id="1" name=""/>
        <p:cNvGrpSpPr/>
        <p:nvPr/>
      </p:nvGrpSpPr>
      <p:grpSpPr>
        <a:xfrm>
          <a:off x="0" y="0"/>
          <a:ext cx="0" cy="0"/>
          <a:chOff x="0" y="0"/>
          <a:chExt cx="0" cy="0"/>
        </a:xfrm>
      </p:grpSpPr>
      <p:pic>
        <p:nvPicPr>
          <p:cNvPr id="65" name="CGC logo.png" descr="CGC logo.png"/>
          <p:cNvPicPr>
            <a:picLocks noChangeAspect="1"/>
          </p:cNvPicPr>
          <p:nvPr/>
        </p:nvPicPr>
        <p:blipFill>
          <a:blip r:embed="rId2" cstate="hqprint">
            <a:extLst>
              <a:ext uri="{28A0092B-C50C-407E-A947-70E740481C1C}">
                <a14:useLocalDpi xmlns:a14="http://schemas.microsoft.com/office/drawing/2010/main"/>
              </a:ext>
            </a:extLst>
          </a:blip>
          <a:stretch>
            <a:fillRect/>
          </a:stretch>
        </p:blipFill>
        <p:spPr>
          <a:xfrm>
            <a:off x="285750" y="4751607"/>
            <a:ext cx="1152525" cy="199894"/>
          </a:xfrm>
          <a:prstGeom prst="rect">
            <a:avLst/>
          </a:prstGeom>
          <a:ln w="12700">
            <a:miter lim="400000"/>
          </a:ln>
        </p:spPr>
      </p:pic>
      <p:sp>
        <p:nvSpPr>
          <p:cNvPr id="66"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4096267276"/>
      </p:ext>
    </p:extLst>
  </p:cSld>
  <p:clrMapOvr>
    <a:masterClrMapping/>
  </p:clrMapOvr>
  <p:transition spd="med"/>
</p:sldLayout>
</file>

<file path=ppt/slideLayouts/slideLayout216.xml><?xml version="1.0" encoding="utf-8"?>
<p:sldLayout xmlns:a="http://schemas.openxmlformats.org/drawingml/2006/main" xmlns:r="http://schemas.openxmlformats.org/officeDocument/2006/relationships" xmlns:p="http://schemas.openxmlformats.org/presentationml/2006/main" showMasterSp="0" type="tx" preserve="1">
  <p:cSld name="Blank, black logo top left">
    <p:bg>
      <p:bgPr>
        <a:solidFill>
          <a:srgbClr val="FDFAF2"/>
        </a:solidFill>
        <a:effectLst/>
      </p:bgPr>
    </p:bg>
    <p:spTree>
      <p:nvGrpSpPr>
        <p:cNvPr id="1" name=""/>
        <p:cNvGrpSpPr/>
        <p:nvPr/>
      </p:nvGrpSpPr>
      <p:grpSpPr>
        <a:xfrm>
          <a:off x="0" y="0"/>
          <a:ext cx="0" cy="0"/>
          <a:chOff x="0" y="0"/>
          <a:chExt cx="0" cy="0"/>
        </a:xfrm>
      </p:grpSpPr>
      <p:pic>
        <p:nvPicPr>
          <p:cNvPr id="57" name="CGC logo black.png" descr="CGC logo black.png"/>
          <p:cNvPicPr>
            <a:picLocks noChangeAspect="1"/>
          </p:cNvPicPr>
          <p:nvPr/>
        </p:nvPicPr>
        <p:blipFill>
          <a:blip r:embed="rId2" cstate="hqprint">
            <a:extLst>
              <a:ext uri="{28A0092B-C50C-407E-A947-70E740481C1C}">
                <a14:useLocalDpi xmlns:a14="http://schemas.microsoft.com/office/drawing/2010/main"/>
              </a:ext>
            </a:extLst>
          </a:blip>
          <a:stretch>
            <a:fillRect/>
          </a:stretch>
        </p:blipFill>
        <p:spPr>
          <a:xfrm>
            <a:off x="285750" y="285750"/>
            <a:ext cx="1152525" cy="199894"/>
          </a:xfrm>
          <a:prstGeom prst="rect">
            <a:avLst/>
          </a:prstGeom>
          <a:ln w="12700">
            <a:miter lim="400000"/>
          </a:ln>
        </p:spPr>
      </p:pic>
      <p:sp>
        <p:nvSpPr>
          <p:cNvPr id="5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4230992646"/>
      </p:ext>
    </p:extLst>
  </p:cSld>
  <p:clrMapOvr>
    <a:masterClrMapping/>
  </p:clrMapOvr>
  <p:transition spd="med"/>
</p:sldLayout>
</file>

<file path=ppt/slideLayouts/slideLayout217.xml><?xml version="1.0" encoding="utf-8"?>
<p:sldLayout xmlns:a="http://schemas.openxmlformats.org/drawingml/2006/main" xmlns:r="http://schemas.openxmlformats.org/officeDocument/2006/relationships" xmlns:p="http://schemas.openxmlformats.org/presentationml/2006/main" showMasterSp="0" type="tx" preserve="1">
  <p:cSld name="Blank, black logo top right">
    <p:bg>
      <p:bgPr>
        <a:solidFill>
          <a:srgbClr val="FDFAF2"/>
        </a:solidFill>
        <a:effectLst/>
      </p:bgPr>
    </p:bg>
    <p:spTree>
      <p:nvGrpSpPr>
        <p:cNvPr id="1" name=""/>
        <p:cNvGrpSpPr/>
        <p:nvPr/>
      </p:nvGrpSpPr>
      <p:grpSpPr>
        <a:xfrm>
          <a:off x="0" y="0"/>
          <a:ext cx="0" cy="0"/>
          <a:chOff x="0" y="0"/>
          <a:chExt cx="0" cy="0"/>
        </a:xfrm>
      </p:grpSpPr>
      <p:pic>
        <p:nvPicPr>
          <p:cNvPr id="57" name="CGC logo black.png" descr="CGC logo black.png"/>
          <p:cNvPicPr>
            <a:picLocks noChangeAspect="1"/>
          </p:cNvPicPr>
          <p:nvPr/>
        </p:nvPicPr>
        <p:blipFill>
          <a:blip r:embed="rId2" cstate="hqprint">
            <a:extLst>
              <a:ext uri="{28A0092B-C50C-407E-A947-70E740481C1C}">
                <a14:useLocalDpi xmlns:a14="http://schemas.microsoft.com/office/drawing/2010/main"/>
              </a:ext>
            </a:extLst>
          </a:blip>
          <a:stretch>
            <a:fillRect/>
          </a:stretch>
        </p:blipFill>
        <p:spPr>
          <a:xfrm>
            <a:off x="7705725" y="285750"/>
            <a:ext cx="1152525" cy="199894"/>
          </a:xfrm>
          <a:prstGeom prst="rect">
            <a:avLst/>
          </a:prstGeom>
          <a:ln w="12700">
            <a:miter lim="400000"/>
          </a:ln>
        </p:spPr>
      </p:pic>
      <p:sp>
        <p:nvSpPr>
          <p:cNvPr id="5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623443449"/>
      </p:ext>
    </p:extLst>
  </p:cSld>
  <p:clrMapOvr>
    <a:masterClrMapping/>
  </p:clrMapOvr>
  <p:transition spd="med"/>
</p:sldLayout>
</file>

<file path=ppt/slideLayouts/slideLayout218.xml><?xml version="1.0" encoding="utf-8"?>
<p:sldLayout xmlns:a="http://schemas.openxmlformats.org/drawingml/2006/main" xmlns:r="http://schemas.openxmlformats.org/officeDocument/2006/relationships" xmlns:p="http://schemas.openxmlformats.org/presentationml/2006/main" showMasterSp="0" type="tx" preserve="1">
  <p:cSld name="Blank, black logo bottom left">
    <p:bg>
      <p:bgPr>
        <a:solidFill>
          <a:srgbClr val="FDFAF2"/>
        </a:solidFill>
        <a:effectLst/>
      </p:bgPr>
    </p:bg>
    <p:spTree>
      <p:nvGrpSpPr>
        <p:cNvPr id="1" name=""/>
        <p:cNvGrpSpPr/>
        <p:nvPr/>
      </p:nvGrpSpPr>
      <p:grpSpPr>
        <a:xfrm>
          <a:off x="0" y="0"/>
          <a:ext cx="0" cy="0"/>
          <a:chOff x="0" y="0"/>
          <a:chExt cx="0" cy="0"/>
        </a:xfrm>
      </p:grpSpPr>
      <p:pic>
        <p:nvPicPr>
          <p:cNvPr id="57" name="CGC logo black.png" descr="CGC logo black.png"/>
          <p:cNvPicPr>
            <a:picLocks noChangeAspect="1"/>
          </p:cNvPicPr>
          <p:nvPr/>
        </p:nvPicPr>
        <p:blipFill>
          <a:blip r:embed="rId2" cstate="hqprint">
            <a:extLst>
              <a:ext uri="{28A0092B-C50C-407E-A947-70E740481C1C}">
                <a14:useLocalDpi xmlns:a14="http://schemas.microsoft.com/office/drawing/2010/main"/>
              </a:ext>
            </a:extLst>
          </a:blip>
          <a:stretch>
            <a:fillRect/>
          </a:stretch>
        </p:blipFill>
        <p:spPr>
          <a:xfrm>
            <a:off x="285750" y="4742518"/>
            <a:ext cx="1152525" cy="199894"/>
          </a:xfrm>
          <a:prstGeom prst="rect">
            <a:avLst/>
          </a:prstGeom>
          <a:ln w="12700">
            <a:miter lim="400000"/>
          </a:ln>
        </p:spPr>
      </p:pic>
      <p:sp>
        <p:nvSpPr>
          <p:cNvPr id="5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1635989453"/>
      </p:ext>
    </p:extLst>
  </p:cSld>
  <p:clrMapOvr>
    <a:masterClrMapping/>
  </p:clrMapOvr>
  <p:transition spd="med"/>
</p:sldLayout>
</file>

<file path=ppt/slideLayouts/slideLayout219.xml><?xml version="1.0" encoding="utf-8"?>
<p:sldLayout xmlns:a="http://schemas.openxmlformats.org/drawingml/2006/main" xmlns:r="http://schemas.openxmlformats.org/officeDocument/2006/relationships" xmlns:p="http://schemas.openxmlformats.org/presentationml/2006/main" showMasterSp="0" type="tx">
  <p:cSld name="blank white logo">
    <p:spTree>
      <p:nvGrpSpPr>
        <p:cNvPr id="1" name=""/>
        <p:cNvGrpSpPr/>
        <p:nvPr/>
      </p:nvGrpSpPr>
      <p:grpSpPr>
        <a:xfrm>
          <a:off x="0" y="0"/>
          <a:ext cx="0" cy="0"/>
          <a:chOff x="0" y="0"/>
          <a:chExt cx="0" cy="0"/>
        </a:xfrm>
      </p:grpSpPr>
      <p:sp>
        <p:nvSpPr>
          <p:cNvPr id="50" name="Slide Number"/>
          <p:cNvSpPr txBox="1">
            <a:spLocks noGrp="1"/>
          </p:cNvSpPr>
          <p:nvPr>
            <p:ph type="sldNum" sz="quarter" idx="2"/>
          </p:nvPr>
        </p:nvSpPr>
        <p:spPr>
          <a:prstGeom prst="rect">
            <a:avLst/>
          </a:prstGeom>
        </p:spPr>
        <p:txBody>
          <a:bodyPr/>
          <a:lstStyle>
            <a:lvl1pPr>
              <a:defRPr>
                <a:solidFill>
                  <a:srgbClr val="FFFFFF"/>
                </a:solidFill>
              </a:defRPr>
            </a:lvl1pPr>
          </a:lstStyle>
          <a:p>
            <a:fld id="{86CB4B4D-7CA3-9044-876B-883B54F8677D}" type="slidenum">
              <a:rPr lang="en-GB" smtClean="0"/>
              <a:pPr/>
              <a:t>‹#›</a:t>
            </a:fld>
            <a:endParaRPr lang="en-GB"/>
          </a:p>
        </p:txBody>
      </p:sp>
      <p:pic>
        <p:nvPicPr>
          <p:cNvPr id="2" name="CGC logo white.png" descr="CGC logo white.png">
            <a:extLst>
              <a:ext uri="{FF2B5EF4-FFF2-40B4-BE49-F238E27FC236}">
                <a16:creationId xmlns:a16="http://schemas.microsoft.com/office/drawing/2014/main" id="{46168C2C-B88B-23EF-C49D-3AF18E54156C}"/>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285750" y="285750"/>
            <a:ext cx="1152091" cy="199818"/>
          </a:xfrm>
          <a:prstGeom prst="rect">
            <a:avLst/>
          </a:prstGeom>
          <a:ln w="12700">
            <a:miter lim="400000"/>
          </a:ln>
        </p:spPr>
      </p:pic>
    </p:spTree>
    <p:extLst>
      <p:ext uri="{BB962C8B-B14F-4D97-AF65-F5344CB8AC3E}">
        <p14:creationId xmlns:p14="http://schemas.microsoft.com/office/powerpoint/2010/main" val="1630539673"/>
      </p:ext>
    </p:extLst>
  </p:cSld>
  <p:clrMapOvr>
    <a:masterClrMapping/>
  </p:clrMapOvr>
  <p:transition spd="med"/>
</p:sldLayout>
</file>

<file path=ppt/slideLayouts/slideLayout220.xml><?xml version="1.0" encoding="utf-8"?>
<p:sldLayout xmlns:a="http://schemas.openxmlformats.org/drawingml/2006/main" xmlns:r="http://schemas.openxmlformats.org/officeDocument/2006/relationships" xmlns:p="http://schemas.openxmlformats.org/presentationml/2006/main" showMasterSp="0" type="tx" preserve="1">
  <p:cSld name="blank burgundy">
    <p:bg>
      <p:bgPr>
        <a:solidFill>
          <a:srgbClr val="730B39"/>
        </a:solidFill>
        <a:effectLst/>
      </p:bgPr>
    </p:bg>
    <p:spTree>
      <p:nvGrpSpPr>
        <p:cNvPr id="1" name=""/>
        <p:cNvGrpSpPr/>
        <p:nvPr/>
      </p:nvGrpSpPr>
      <p:grpSpPr>
        <a:xfrm>
          <a:off x="0" y="0"/>
          <a:ext cx="0" cy="0"/>
          <a:chOff x="0" y="0"/>
          <a:chExt cx="0" cy="0"/>
        </a:xfrm>
      </p:grpSpPr>
      <p:sp>
        <p:nvSpPr>
          <p:cNvPr id="50" name="Slide Number"/>
          <p:cNvSpPr txBox="1">
            <a:spLocks noGrp="1"/>
          </p:cNvSpPr>
          <p:nvPr>
            <p:ph type="sldNum" sz="quarter" idx="2"/>
          </p:nvPr>
        </p:nvSpPr>
        <p:spPr>
          <a:prstGeom prst="rect">
            <a:avLst/>
          </a:prstGeom>
        </p:spPr>
        <p:txBody>
          <a:bodyPr/>
          <a:lstStyle>
            <a:lvl1pPr>
              <a:defRPr>
                <a:solidFill>
                  <a:srgbClr val="FFFFFF"/>
                </a:solidFill>
              </a:defRPr>
            </a:lvl1pPr>
          </a:lstStyle>
          <a:p>
            <a:fld id="{86CB4B4D-7CA3-9044-876B-883B54F8677D}" type="slidenum">
              <a:rPr lang="en-GB" smtClean="0"/>
              <a:pPr/>
              <a:t>‹#›</a:t>
            </a:fld>
            <a:endParaRPr lang="en-GB"/>
          </a:p>
        </p:txBody>
      </p:sp>
    </p:spTree>
    <p:extLst>
      <p:ext uri="{BB962C8B-B14F-4D97-AF65-F5344CB8AC3E}">
        <p14:creationId xmlns:p14="http://schemas.microsoft.com/office/powerpoint/2010/main" val="1833615191"/>
      </p:ext>
    </p:extLst>
  </p:cSld>
  <p:clrMapOvr>
    <a:masterClrMapping/>
  </p:clrMapOvr>
  <p:transition spd="med"/>
</p:sldLayout>
</file>

<file path=ppt/slideLayouts/slideLayout221.xml><?xml version="1.0" encoding="utf-8"?>
<p:sldLayout xmlns:a="http://schemas.openxmlformats.org/drawingml/2006/main" xmlns:r="http://schemas.openxmlformats.org/officeDocument/2006/relationships" xmlns:p="http://schemas.openxmlformats.org/presentationml/2006/main" showMasterSp="0" type="tx" preserve="1">
  <p:cSld name="blank yellow">
    <p:bg>
      <p:bgPr>
        <a:solidFill>
          <a:srgbClr val="E7E696"/>
        </a:solidFill>
        <a:effectLst/>
      </p:bgPr>
    </p:bg>
    <p:spTree>
      <p:nvGrpSpPr>
        <p:cNvPr id="1" name=""/>
        <p:cNvGrpSpPr/>
        <p:nvPr/>
      </p:nvGrpSpPr>
      <p:grpSpPr>
        <a:xfrm>
          <a:off x="0" y="0"/>
          <a:ext cx="0" cy="0"/>
          <a:chOff x="0" y="0"/>
          <a:chExt cx="0" cy="0"/>
        </a:xfrm>
      </p:grpSpPr>
      <p:sp>
        <p:nvSpPr>
          <p:cNvPr id="50" name="Slide Number"/>
          <p:cNvSpPr txBox="1">
            <a:spLocks noGrp="1"/>
          </p:cNvSpPr>
          <p:nvPr>
            <p:ph type="sldNum" sz="quarter" idx="2"/>
          </p:nvPr>
        </p:nvSpPr>
        <p:spPr>
          <a:prstGeom prst="rect">
            <a:avLst/>
          </a:prstGeom>
        </p:spPr>
        <p:txBody>
          <a:bodyPr/>
          <a:lstStyle>
            <a:lvl1pPr>
              <a:defRPr>
                <a:solidFill>
                  <a:srgbClr val="0F2340"/>
                </a:solidFill>
              </a:defRPr>
            </a:lvl1pPr>
          </a:lstStyle>
          <a:p>
            <a:fld id="{86CB4B4D-7CA3-9044-876B-883B54F8677D}" type="slidenum">
              <a:rPr lang="en-GB" smtClean="0"/>
              <a:pPr/>
              <a:t>‹#›</a:t>
            </a:fld>
            <a:endParaRPr lang="en-GB"/>
          </a:p>
        </p:txBody>
      </p:sp>
    </p:spTree>
    <p:extLst>
      <p:ext uri="{BB962C8B-B14F-4D97-AF65-F5344CB8AC3E}">
        <p14:creationId xmlns:p14="http://schemas.microsoft.com/office/powerpoint/2010/main" val="3126730464"/>
      </p:ext>
    </p:extLst>
  </p:cSld>
  <p:clrMapOvr>
    <a:masterClrMapping/>
  </p:clrMapOvr>
  <p:transition spd="med"/>
</p:sldLayout>
</file>

<file path=ppt/slideLayouts/slideLayout222.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rgbClr val="0E2440"/>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65B5DE8-1639-FB9A-37DD-49AF2B1B0234}"/>
              </a:ext>
            </a:extLst>
          </p:cNvPr>
          <p:cNvSpPr>
            <a:spLocks noGrp="1"/>
          </p:cNvSpPr>
          <p:nvPr>
            <p:ph type="ctrTitle" hasCustomPrompt="1"/>
          </p:nvPr>
        </p:nvSpPr>
        <p:spPr>
          <a:xfrm>
            <a:off x="691143" y="1482855"/>
            <a:ext cx="5463381" cy="1322240"/>
          </a:xfrm>
        </p:spPr>
        <p:txBody>
          <a:bodyPr anchor="ctr" anchorCtr="0">
            <a:noAutofit/>
          </a:bodyPr>
          <a:lstStyle>
            <a:lvl1pPr algn="l">
              <a:defRPr sz="2700">
                <a:solidFill>
                  <a:srgbClr val="F6ECE2"/>
                </a:solidFill>
                <a:latin typeface="Roboto Black" panose="02000000000000000000" pitchFamily="2" charset="0"/>
                <a:ea typeface="Roboto Black" panose="02000000000000000000" pitchFamily="2" charset="0"/>
              </a:defRPr>
            </a:lvl1pPr>
          </a:lstStyle>
          <a:p>
            <a:r>
              <a:rPr lang="en-US"/>
              <a:t>Add Title; 4 Lines of Copy; 60 Characters Maximum; Font 24 </a:t>
            </a:r>
            <a:r>
              <a:rPr lang="en-US" err="1"/>
              <a:t>pt</a:t>
            </a:r>
            <a:r>
              <a:rPr lang="en-US"/>
              <a:t> Minimum</a:t>
            </a:r>
          </a:p>
        </p:txBody>
      </p:sp>
      <p:sp>
        <p:nvSpPr>
          <p:cNvPr id="8" name="Subtitle 2">
            <a:extLst>
              <a:ext uri="{FF2B5EF4-FFF2-40B4-BE49-F238E27FC236}">
                <a16:creationId xmlns:a16="http://schemas.microsoft.com/office/drawing/2014/main" id="{4D87826B-058C-BA34-44F0-9ADD2396F2E7}"/>
              </a:ext>
            </a:extLst>
          </p:cNvPr>
          <p:cNvSpPr>
            <a:spLocks noGrp="1"/>
          </p:cNvSpPr>
          <p:nvPr>
            <p:ph type="subTitle" idx="1"/>
          </p:nvPr>
        </p:nvSpPr>
        <p:spPr>
          <a:xfrm>
            <a:off x="691143" y="1180004"/>
            <a:ext cx="5463450" cy="300082"/>
          </a:xfrm>
        </p:spPr>
        <p:txBody>
          <a:bodyPr>
            <a:spAutoFit/>
          </a:bodyPr>
          <a:lstStyle>
            <a:lvl1pPr marL="0" marR="0" indent="0" algn="l" defTabSz="685800" rtl="0" eaLnBrk="1" fontAlgn="auto" latinLnBrk="0" hangingPunct="1">
              <a:lnSpc>
                <a:spcPct val="100000"/>
              </a:lnSpc>
              <a:spcBef>
                <a:spcPts val="0"/>
              </a:spcBef>
              <a:spcAft>
                <a:spcPts val="0"/>
              </a:spcAft>
              <a:buClrTx/>
              <a:buSzPct val="100000"/>
              <a:buFont typeface="Arial" panose="020B0604020202020204" pitchFamily="34" charset="0"/>
              <a:buNone/>
              <a:tabLst/>
              <a:defRPr sz="1350" b="1">
                <a:solidFill>
                  <a:srgbClr val="F6ECE2"/>
                </a:solidFill>
                <a:latin typeface="Roboto" panose="02000000000000000000" pitchFamily="2" charset="0"/>
                <a:ea typeface="Roboto" panose="02000000000000000000" pitchFamily="2"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endParaRPr lang="en-US"/>
          </a:p>
        </p:txBody>
      </p:sp>
      <p:sp>
        <p:nvSpPr>
          <p:cNvPr id="9" name="Rectangle 8">
            <a:extLst>
              <a:ext uri="{FF2B5EF4-FFF2-40B4-BE49-F238E27FC236}">
                <a16:creationId xmlns:a16="http://schemas.microsoft.com/office/drawing/2014/main" id="{414B3CF6-51A2-35DC-A9CD-361F2C9745AD}"/>
              </a:ext>
            </a:extLst>
          </p:cNvPr>
          <p:cNvSpPr>
            <a:spLocks noChangeAspect="1"/>
          </p:cNvSpPr>
          <p:nvPr userDrawn="1"/>
        </p:nvSpPr>
        <p:spPr>
          <a:xfrm>
            <a:off x="345192" y="961873"/>
            <a:ext cx="103849" cy="2076975"/>
          </a:xfrm>
          <a:prstGeom prst="rect">
            <a:avLst/>
          </a:prstGeom>
          <a:solidFill>
            <a:srgbClr val="0044FF"/>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endParaRPr lang="en-US" sz="844"/>
          </a:p>
        </p:txBody>
      </p:sp>
      <p:sp>
        <p:nvSpPr>
          <p:cNvPr id="10" name="Rectangle 9">
            <a:extLst>
              <a:ext uri="{FF2B5EF4-FFF2-40B4-BE49-F238E27FC236}">
                <a16:creationId xmlns:a16="http://schemas.microsoft.com/office/drawing/2014/main" id="{442DA8B4-B717-6D1E-C02B-0B82EF0816E8}"/>
              </a:ext>
            </a:extLst>
          </p:cNvPr>
          <p:cNvSpPr>
            <a:spLocks noChangeAspect="1"/>
          </p:cNvSpPr>
          <p:nvPr userDrawn="1"/>
        </p:nvSpPr>
        <p:spPr>
          <a:xfrm>
            <a:off x="6385887" y="961873"/>
            <a:ext cx="103849" cy="2076975"/>
          </a:xfrm>
          <a:prstGeom prst="rect">
            <a:avLst/>
          </a:prstGeom>
          <a:solidFill>
            <a:srgbClr val="0044FF"/>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endParaRPr lang="en-US" sz="844"/>
          </a:p>
        </p:txBody>
      </p:sp>
    </p:spTree>
    <p:extLst>
      <p:ext uri="{BB962C8B-B14F-4D97-AF65-F5344CB8AC3E}">
        <p14:creationId xmlns:p14="http://schemas.microsoft.com/office/powerpoint/2010/main" val="361102572"/>
      </p:ext>
    </p:extLst>
  </p:cSld>
  <p:clrMapOvr>
    <a:masterClrMapping/>
  </p:clrMapOvr>
</p:sldLayout>
</file>

<file path=ppt/slideLayouts/slideLayout223.xml><?xml version="1.0" encoding="utf-8"?>
<p:sldLayout xmlns:a="http://schemas.openxmlformats.org/drawingml/2006/main" xmlns:r="http://schemas.openxmlformats.org/officeDocument/2006/relationships" xmlns:p="http://schemas.openxmlformats.org/presentationml/2006/main" preserve="1" userDrawn="1">
  <p:cSld name="1_Title Slide">
    <p:bg>
      <p:bgPr>
        <a:solidFill>
          <a:srgbClr val="0E2440"/>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65B5DE8-1639-FB9A-37DD-49AF2B1B0234}"/>
              </a:ext>
            </a:extLst>
          </p:cNvPr>
          <p:cNvSpPr>
            <a:spLocks noGrp="1"/>
          </p:cNvSpPr>
          <p:nvPr>
            <p:ph type="ctrTitle" hasCustomPrompt="1"/>
          </p:nvPr>
        </p:nvSpPr>
        <p:spPr>
          <a:xfrm>
            <a:off x="691143" y="1482855"/>
            <a:ext cx="5463381" cy="1322240"/>
          </a:xfrm>
        </p:spPr>
        <p:txBody>
          <a:bodyPr anchor="ctr" anchorCtr="0">
            <a:noAutofit/>
          </a:bodyPr>
          <a:lstStyle>
            <a:lvl1pPr algn="l">
              <a:defRPr sz="2700">
                <a:solidFill>
                  <a:srgbClr val="F6ECE2"/>
                </a:solidFill>
                <a:latin typeface="Roboto Black" panose="02000000000000000000" pitchFamily="2" charset="0"/>
                <a:ea typeface="Roboto Black" panose="02000000000000000000" pitchFamily="2" charset="0"/>
              </a:defRPr>
            </a:lvl1pPr>
          </a:lstStyle>
          <a:p>
            <a:r>
              <a:rPr lang="en-US"/>
              <a:t>Add Title; 4 Lines of Copy; 60 Characters Maximum; Font 24 </a:t>
            </a:r>
            <a:r>
              <a:rPr lang="en-US" err="1"/>
              <a:t>pt</a:t>
            </a:r>
            <a:r>
              <a:rPr lang="en-US"/>
              <a:t> Minimum</a:t>
            </a:r>
          </a:p>
        </p:txBody>
      </p:sp>
      <p:sp>
        <p:nvSpPr>
          <p:cNvPr id="8" name="Subtitle 2">
            <a:extLst>
              <a:ext uri="{FF2B5EF4-FFF2-40B4-BE49-F238E27FC236}">
                <a16:creationId xmlns:a16="http://schemas.microsoft.com/office/drawing/2014/main" id="{4D87826B-058C-BA34-44F0-9ADD2396F2E7}"/>
              </a:ext>
            </a:extLst>
          </p:cNvPr>
          <p:cNvSpPr>
            <a:spLocks noGrp="1"/>
          </p:cNvSpPr>
          <p:nvPr>
            <p:ph type="subTitle" idx="1"/>
          </p:nvPr>
        </p:nvSpPr>
        <p:spPr>
          <a:xfrm>
            <a:off x="691143" y="1180004"/>
            <a:ext cx="5463450" cy="300082"/>
          </a:xfrm>
        </p:spPr>
        <p:txBody>
          <a:bodyPr>
            <a:spAutoFit/>
          </a:bodyPr>
          <a:lstStyle>
            <a:lvl1pPr marL="0" marR="0" indent="0" algn="l" defTabSz="685800" rtl="0" eaLnBrk="1" fontAlgn="auto" latinLnBrk="0" hangingPunct="1">
              <a:lnSpc>
                <a:spcPct val="100000"/>
              </a:lnSpc>
              <a:spcBef>
                <a:spcPts val="0"/>
              </a:spcBef>
              <a:spcAft>
                <a:spcPts val="0"/>
              </a:spcAft>
              <a:buClrTx/>
              <a:buSzPct val="100000"/>
              <a:buFont typeface="Arial" panose="020B0604020202020204" pitchFamily="34" charset="0"/>
              <a:buNone/>
              <a:tabLst/>
              <a:defRPr sz="1350" b="1">
                <a:solidFill>
                  <a:srgbClr val="F6ECE2"/>
                </a:solidFill>
                <a:latin typeface="Roboto" panose="02000000000000000000" pitchFamily="2" charset="0"/>
                <a:ea typeface="Roboto" panose="02000000000000000000" pitchFamily="2"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endParaRPr lang="en-US"/>
          </a:p>
        </p:txBody>
      </p:sp>
      <p:sp>
        <p:nvSpPr>
          <p:cNvPr id="9" name="Rectangle 8">
            <a:extLst>
              <a:ext uri="{FF2B5EF4-FFF2-40B4-BE49-F238E27FC236}">
                <a16:creationId xmlns:a16="http://schemas.microsoft.com/office/drawing/2014/main" id="{414B3CF6-51A2-35DC-A9CD-361F2C9745AD}"/>
              </a:ext>
            </a:extLst>
          </p:cNvPr>
          <p:cNvSpPr>
            <a:spLocks noChangeAspect="1"/>
          </p:cNvSpPr>
          <p:nvPr userDrawn="1"/>
        </p:nvSpPr>
        <p:spPr>
          <a:xfrm>
            <a:off x="345192" y="961873"/>
            <a:ext cx="103849" cy="20769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endParaRPr lang="en-US" sz="844"/>
          </a:p>
        </p:txBody>
      </p:sp>
      <p:sp>
        <p:nvSpPr>
          <p:cNvPr id="10" name="Rectangle 9">
            <a:extLst>
              <a:ext uri="{FF2B5EF4-FFF2-40B4-BE49-F238E27FC236}">
                <a16:creationId xmlns:a16="http://schemas.microsoft.com/office/drawing/2014/main" id="{442DA8B4-B717-6D1E-C02B-0B82EF0816E8}"/>
              </a:ext>
            </a:extLst>
          </p:cNvPr>
          <p:cNvSpPr>
            <a:spLocks noChangeAspect="1"/>
          </p:cNvSpPr>
          <p:nvPr userDrawn="1"/>
        </p:nvSpPr>
        <p:spPr>
          <a:xfrm>
            <a:off x="6385887" y="961873"/>
            <a:ext cx="103849" cy="20769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endParaRPr lang="en-US" sz="844"/>
          </a:p>
        </p:txBody>
      </p:sp>
      <p:pic>
        <p:nvPicPr>
          <p:cNvPr id="3" name="Picture 2" descr="A white text on a black background&#10;&#10;AI-generated content may be incorrect.">
            <a:extLst>
              <a:ext uri="{FF2B5EF4-FFF2-40B4-BE49-F238E27FC236}">
                <a16:creationId xmlns:a16="http://schemas.microsoft.com/office/drawing/2014/main" id="{6BBCE852-2F21-95EB-15CF-4F9A935D886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310635" y="4506632"/>
            <a:ext cx="1431713" cy="262423"/>
          </a:xfrm>
          <a:prstGeom prst="rect">
            <a:avLst/>
          </a:prstGeom>
        </p:spPr>
      </p:pic>
    </p:spTree>
    <p:extLst>
      <p:ext uri="{BB962C8B-B14F-4D97-AF65-F5344CB8AC3E}">
        <p14:creationId xmlns:p14="http://schemas.microsoft.com/office/powerpoint/2010/main" val="2417835821"/>
      </p:ext>
    </p:extLst>
  </p:cSld>
  <p:clrMapOvr>
    <a:masterClrMapping/>
  </p:clrMapOvr>
</p:sldLayout>
</file>

<file path=ppt/slideLayouts/slideLayout224.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rgbClr val="0E244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A7B07F-1E7A-1D93-4EB6-670BB9FFC07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8D86866-56CE-E5B4-9DA4-C9D4DCB72DC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C63042B-621D-4EEE-F113-6E443F95CDCD}"/>
              </a:ext>
            </a:extLst>
          </p:cNvPr>
          <p:cNvSpPr>
            <a:spLocks noGrp="1"/>
          </p:cNvSpPr>
          <p:nvPr>
            <p:ph type="dt" sz="half" idx="10"/>
          </p:nvPr>
        </p:nvSpPr>
        <p:spPr/>
        <p:txBody>
          <a:bodyPr/>
          <a:lstStyle/>
          <a:p>
            <a:fld id="{2D28E938-E17A-41B5-A4F7-43996B6EEF8A}" type="datetimeFigureOut">
              <a:rPr lang="en-US" smtClean="0"/>
              <a:t>12/18/2025</a:t>
            </a:fld>
            <a:endParaRPr lang="en-US"/>
          </a:p>
        </p:txBody>
      </p:sp>
      <p:sp>
        <p:nvSpPr>
          <p:cNvPr id="5" name="Footer Placeholder 4">
            <a:extLst>
              <a:ext uri="{FF2B5EF4-FFF2-40B4-BE49-F238E27FC236}">
                <a16:creationId xmlns:a16="http://schemas.microsoft.com/office/drawing/2014/main" id="{DD4C453C-A656-04DA-8510-168B371D2D8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B72FF92-73C9-B83E-7612-622F0393C7A0}"/>
              </a:ext>
            </a:extLst>
          </p:cNvPr>
          <p:cNvSpPr>
            <a:spLocks noGrp="1"/>
          </p:cNvSpPr>
          <p:nvPr>
            <p:ph type="sldNum" sz="quarter" idx="12"/>
          </p:nvPr>
        </p:nvSpPr>
        <p:spPr/>
        <p:txBody>
          <a:bodyPr/>
          <a:lstStyle/>
          <a:p>
            <a:fld id="{869CBB90-D711-4B39-B6CE-19FB6DE6295D}" type="slidenum">
              <a:rPr lang="en-US" smtClean="0"/>
              <a:t>‹#›</a:t>
            </a:fld>
            <a:endParaRPr lang="en-US"/>
          </a:p>
        </p:txBody>
      </p:sp>
      <p:pic>
        <p:nvPicPr>
          <p:cNvPr id="8" name="Picture 7" descr="A white text on a black background&#10;&#10;AI-generated content may be incorrect.">
            <a:extLst>
              <a:ext uri="{FF2B5EF4-FFF2-40B4-BE49-F238E27FC236}">
                <a16:creationId xmlns:a16="http://schemas.microsoft.com/office/drawing/2014/main" id="{AE17E0B6-AE81-4810-CDB2-A66D6BD21D8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310635" y="4506632"/>
            <a:ext cx="1431713" cy="262423"/>
          </a:xfrm>
          <a:prstGeom prst="rect">
            <a:avLst/>
          </a:prstGeom>
        </p:spPr>
      </p:pic>
    </p:spTree>
    <p:extLst>
      <p:ext uri="{BB962C8B-B14F-4D97-AF65-F5344CB8AC3E}">
        <p14:creationId xmlns:p14="http://schemas.microsoft.com/office/powerpoint/2010/main" val="38081043"/>
      </p:ext>
    </p:extLst>
  </p:cSld>
  <p:clrMapOvr>
    <a:masterClrMapping/>
  </p:clrMapOvr>
</p:sldLayout>
</file>

<file path=ppt/slideLayouts/slideLayout225.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rgbClr val="0E244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CA9207-D55A-2343-0E07-9C7A7C7227A6}"/>
              </a:ext>
            </a:extLst>
          </p:cNvPr>
          <p:cNvSpPr>
            <a:spLocks noGrp="1"/>
          </p:cNvSpPr>
          <p:nvPr>
            <p:ph type="title"/>
          </p:nvPr>
        </p:nvSpPr>
        <p:spPr>
          <a:xfrm>
            <a:off x="623888" y="1282304"/>
            <a:ext cx="7886700" cy="2139553"/>
          </a:xfr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F0BA5151-B436-F09D-ABB0-2A71FE085442}"/>
              </a:ext>
            </a:extLst>
          </p:cNvPr>
          <p:cNvSpPr>
            <a:spLocks noGrp="1"/>
          </p:cNvSpPr>
          <p:nvPr>
            <p:ph type="body" idx="1"/>
          </p:nvPr>
        </p:nvSpPr>
        <p:spPr>
          <a:xfrm>
            <a:off x="623888" y="3442098"/>
            <a:ext cx="7886700" cy="1125140"/>
          </a:xfrm>
        </p:spPr>
        <p:txBody>
          <a:bodyPr/>
          <a:lstStyle>
            <a:lvl1pPr marL="0" indent="0">
              <a:buNone/>
              <a:defRPr sz="1800">
                <a:solidFill>
                  <a:schemeClr val="bg1"/>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DD1BF6F-9281-AAE6-5EE8-2C816146E855}"/>
              </a:ext>
            </a:extLst>
          </p:cNvPr>
          <p:cNvSpPr>
            <a:spLocks noGrp="1"/>
          </p:cNvSpPr>
          <p:nvPr>
            <p:ph type="dt" sz="half" idx="10"/>
          </p:nvPr>
        </p:nvSpPr>
        <p:spPr/>
        <p:txBody>
          <a:bodyPr/>
          <a:lstStyle/>
          <a:p>
            <a:fld id="{2D28E938-E17A-41B5-A4F7-43996B6EEF8A}" type="datetimeFigureOut">
              <a:rPr lang="en-US" smtClean="0"/>
              <a:t>12/18/2025</a:t>
            </a:fld>
            <a:endParaRPr lang="en-US"/>
          </a:p>
        </p:txBody>
      </p:sp>
      <p:sp>
        <p:nvSpPr>
          <p:cNvPr id="5" name="Footer Placeholder 4">
            <a:extLst>
              <a:ext uri="{FF2B5EF4-FFF2-40B4-BE49-F238E27FC236}">
                <a16:creationId xmlns:a16="http://schemas.microsoft.com/office/drawing/2014/main" id="{AB1AD406-B8BC-7A94-7006-F2043AF0CDE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F95A218-AAA3-4262-A8A3-155A17CC366A}"/>
              </a:ext>
            </a:extLst>
          </p:cNvPr>
          <p:cNvSpPr>
            <a:spLocks noGrp="1"/>
          </p:cNvSpPr>
          <p:nvPr>
            <p:ph type="sldNum" sz="quarter" idx="12"/>
          </p:nvPr>
        </p:nvSpPr>
        <p:spPr/>
        <p:txBody>
          <a:bodyPr/>
          <a:lstStyle/>
          <a:p>
            <a:fld id="{869CBB90-D711-4B39-B6CE-19FB6DE6295D}" type="slidenum">
              <a:rPr lang="en-US" smtClean="0"/>
              <a:t>‹#›</a:t>
            </a:fld>
            <a:endParaRPr lang="en-US"/>
          </a:p>
        </p:txBody>
      </p:sp>
    </p:spTree>
    <p:extLst>
      <p:ext uri="{BB962C8B-B14F-4D97-AF65-F5344CB8AC3E}">
        <p14:creationId xmlns:p14="http://schemas.microsoft.com/office/powerpoint/2010/main" val="1794247137"/>
      </p:ext>
    </p:extLst>
  </p:cSld>
  <p:clrMapOvr>
    <a:masterClrMapping/>
  </p:clrMapOvr>
</p:sldLayout>
</file>

<file path=ppt/slideLayouts/slideLayout226.xml><?xml version="1.0" encoding="utf-8"?>
<p:sldLayout xmlns:a="http://schemas.openxmlformats.org/drawingml/2006/main" xmlns:r="http://schemas.openxmlformats.org/officeDocument/2006/relationships" xmlns:p="http://schemas.openxmlformats.org/presentationml/2006/main" type="twoObj" preserve="1">
  <p:cSld name="Two Content">
    <p:bg>
      <p:bgPr>
        <a:solidFill>
          <a:srgbClr val="0E244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489B07-1C02-47AB-C51E-E30C513E0B8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EC80C9D-257D-6444-7C7F-3DCD4901F117}"/>
              </a:ext>
            </a:extLst>
          </p:cNvPr>
          <p:cNvSpPr>
            <a:spLocks noGrp="1"/>
          </p:cNvSpPr>
          <p:nvPr>
            <p:ph sz="half" idx="1"/>
          </p:nvPr>
        </p:nvSpPr>
        <p:spPr>
          <a:xfrm>
            <a:off x="6286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D6D5BE1-34F9-3127-ECBB-332132D4948B}"/>
              </a:ext>
            </a:extLst>
          </p:cNvPr>
          <p:cNvSpPr>
            <a:spLocks noGrp="1"/>
          </p:cNvSpPr>
          <p:nvPr>
            <p:ph sz="half" idx="2"/>
          </p:nvPr>
        </p:nvSpPr>
        <p:spPr>
          <a:xfrm>
            <a:off x="46291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036303A-3C55-D8E0-440C-2236B07C0E51}"/>
              </a:ext>
            </a:extLst>
          </p:cNvPr>
          <p:cNvSpPr>
            <a:spLocks noGrp="1"/>
          </p:cNvSpPr>
          <p:nvPr>
            <p:ph type="dt" sz="half" idx="10"/>
          </p:nvPr>
        </p:nvSpPr>
        <p:spPr/>
        <p:txBody>
          <a:bodyPr/>
          <a:lstStyle/>
          <a:p>
            <a:fld id="{2D28E938-E17A-41B5-A4F7-43996B6EEF8A}" type="datetimeFigureOut">
              <a:rPr lang="en-US" smtClean="0"/>
              <a:t>12/18/2025</a:t>
            </a:fld>
            <a:endParaRPr lang="en-US"/>
          </a:p>
        </p:txBody>
      </p:sp>
      <p:sp>
        <p:nvSpPr>
          <p:cNvPr id="6" name="Footer Placeholder 5">
            <a:extLst>
              <a:ext uri="{FF2B5EF4-FFF2-40B4-BE49-F238E27FC236}">
                <a16:creationId xmlns:a16="http://schemas.microsoft.com/office/drawing/2014/main" id="{8CF3AE78-9D8D-895A-C60D-F27A98241EB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D0646CF-6D10-36EE-2E76-614980983072}"/>
              </a:ext>
            </a:extLst>
          </p:cNvPr>
          <p:cNvSpPr>
            <a:spLocks noGrp="1"/>
          </p:cNvSpPr>
          <p:nvPr>
            <p:ph type="sldNum" sz="quarter" idx="12"/>
          </p:nvPr>
        </p:nvSpPr>
        <p:spPr/>
        <p:txBody>
          <a:bodyPr/>
          <a:lstStyle/>
          <a:p>
            <a:fld id="{869CBB90-D711-4B39-B6CE-19FB6DE6295D}" type="slidenum">
              <a:rPr lang="en-US" smtClean="0"/>
              <a:t>‹#›</a:t>
            </a:fld>
            <a:endParaRPr lang="en-US"/>
          </a:p>
        </p:txBody>
      </p:sp>
    </p:spTree>
    <p:extLst>
      <p:ext uri="{BB962C8B-B14F-4D97-AF65-F5344CB8AC3E}">
        <p14:creationId xmlns:p14="http://schemas.microsoft.com/office/powerpoint/2010/main" val="3839897890"/>
      </p:ext>
    </p:extLst>
  </p:cSld>
  <p:clrMapOvr>
    <a:masterClrMapping/>
  </p:clrMapOvr>
</p:sldLayout>
</file>

<file path=ppt/slideLayouts/slideLayout227.xml><?xml version="1.0" encoding="utf-8"?>
<p:sldLayout xmlns:a="http://schemas.openxmlformats.org/drawingml/2006/main" xmlns:r="http://schemas.openxmlformats.org/officeDocument/2006/relationships" xmlns:p="http://schemas.openxmlformats.org/presentationml/2006/main" type="twoTxTwoObj" preserve="1">
  <p:cSld name="Comparison">
    <p:bg>
      <p:bgPr>
        <a:solidFill>
          <a:srgbClr val="0E244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389A81-7D2F-01C1-E078-88E8A916E930}"/>
              </a:ext>
            </a:extLst>
          </p:cNvPr>
          <p:cNvSpPr>
            <a:spLocks noGrp="1"/>
          </p:cNvSpPr>
          <p:nvPr>
            <p:ph type="title"/>
          </p:nvPr>
        </p:nvSpPr>
        <p:spPr>
          <a:xfrm>
            <a:off x="629841" y="273844"/>
            <a:ext cx="7886700" cy="994172"/>
          </a:xfrm>
        </p:spPr>
        <p:txBody>
          <a:bodyPr/>
          <a:lstStyle/>
          <a:p>
            <a:r>
              <a:rPr lang="en-US"/>
              <a:t>Click to edit Master title style</a:t>
            </a:r>
          </a:p>
        </p:txBody>
      </p:sp>
      <p:sp>
        <p:nvSpPr>
          <p:cNvPr id="3" name="Text Placeholder 2">
            <a:extLst>
              <a:ext uri="{FF2B5EF4-FFF2-40B4-BE49-F238E27FC236}">
                <a16:creationId xmlns:a16="http://schemas.microsoft.com/office/drawing/2014/main" id="{AFDD7550-0AC6-68A6-7593-25251EE64655}"/>
              </a:ext>
            </a:extLst>
          </p:cNvPr>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378F2A38-DF39-A807-EF31-4A30F0889303}"/>
              </a:ext>
            </a:extLst>
          </p:cNvPr>
          <p:cNvSpPr>
            <a:spLocks noGrp="1"/>
          </p:cNvSpPr>
          <p:nvPr>
            <p:ph sz="half" idx="2"/>
          </p:nvPr>
        </p:nvSpPr>
        <p:spPr>
          <a:xfrm>
            <a:off x="629842" y="1878806"/>
            <a:ext cx="3868340"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237501E-F455-EA00-0787-115A66A05C19}"/>
              </a:ext>
            </a:extLst>
          </p:cNvPr>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B593E8D8-B4FD-AA5B-CF95-E213BC265E79}"/>
              </a:ext>
            </a:extLst>
          </p:cNvPr>
          <p:cNvSpPr>
            <a:spLocks noGrp="1"/>
          </p:cNvSpPr>
          <p:nvPr>
            <p:ph sz="quarter" idx="4"/>
          </p:nvPr>
        </p:nvSpPr>
        <p:spPr>
          <a:xfrm>
            <a:off x="4629150" y="1878806"/>
            <a:ext cx="3887391"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3F378A8-7FE0-92B4-811D-AEE2E62197EB}"/>
              </a:ext>
            </a:extLst>
          </p:cNvPr>
          <p:cNvSpPr>
            <a:spLocks noGrp="1"/>
          </p:cNvSpPr>
          <p:nvPr>
            <p:ph type="dt" sz="half" idx="10"/>
          </p:nvPr>
        </p:nvSpPr>
        <p:spPr/>
        <p:txBody>
          <a:bodyPr/>
          <a:lstStyle/>
          <a:p>
            <a:fld id="{2D28E938-E17A-41B5-A4F7-43996B6EEF8A}" type="datetimeFigureOut">
              <a:rPr lang="en-US" smtClean="0"/>
              <a:t>12/18/2025</a:t>
            </a:fld>
            <a:endParaRPr lang="en-US"/>
          </a:p>
        </p:txBody>
      </p:sp>
      <p:sp>
        <p:nvSpPr>
          <p:cNvPr id="8" name="Footer Placeholder 7">
            <a:extLst>
              <a:ext uri="{FF2B5EF4-FFF2-40B4-BE49-F238E27FC236}">
                <a16:creationId xmlns:a16="http://schemas.microsoft.com/office/drawing/2014/main" id="{65532E98-9134-C395-762C-AE37B702176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A1C2FE6-562C-CE1F-41F3-B8E5B25A10C8}"/>
              </a:ext>
            </a:extLst>
          </p:cNvPr>
          <p:cNvSpPr>
            <a:spLocks noGrp="1"/>
          </p:cNvSpPr>
          <p:nvPr>
            <p:ph type="sldNum" sz="quarter" idx="12"/>
          </p:nvPr>
        </p:nvSpPr>
        <p:spPr/>
        <p:txBody>
          <a:bodyPr/>
          <a:lstStyle/>
          <a:p>
            <a:fld id="{869CBB90-D711-4B39-B6CE-19FB6DE6295D}" type="slidenum">
              <a:rPr lang="en-US" smtClean="0"/>
              <a:t>‹#›</a:t>
            </a:fld>
            <a:endParaRPr lang="en-US"/>
          </a:p>
        </p:txBody>
      </p:sp>
    </p:spTree>
    <p:extLst>
      <p:ext uri="{BB962C8B-B14F-4D97-AF65-F5344CB8AC3E}">
        <p14:creationId xmlns:p14="http://schemas.microsoft.com/office/powerpoint/2010/main" val="3413264513"/>
      </p:ext>
    </p:extLst>
  </p:cSld>
  <p:clrMapOvr>
    <a:masterClrMapping/>
  </p:clrMapOvr>
</p:sldLayout>
</file>

<file path=ppt/slideLayouts/slideLayout228.xml><?xml version="1.0" encoding="utf-8"?>
<p:sldLayout xmlns:a="http://schemas.openxmlformats.org/drawingml/2006/main" xmlns:r="http://schemas.openxmlformats.org/officeDocument/2006/relationships" xmlns:p="http://schemas.openxmlformats.org/presentationml/2006/main" type="titleOnly" preserve="1">
  <p:cSld name="Title Only">
    <p:bg>
      <p:bgPr>
        <a:solidFill>
          <a:srgbClr val="0E244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F9100A-9055-068D-3E6F-72E6225912F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98CA7A1-70A3-3B27-95DA-C3F0190F072E}"/>
              </a:ext>
            </a:extLst>
          </p:cNvPr>
          <p:cNvSpPr>
            <a:spLocks noGrp="1"/>
          </p:cNvSpPr>
          <p:nvPr>
            <p:ph type="dt" sz="half" idx="10"/>
          </p:nvPr>
        </p:nvSpPr>
        <p:spPr/>
        <p:txBody>
          <a:bodyPr/>
          <a:lstStyle/>
          <a:p>
            <a:fld id="{2D28E938-E17A-41B5-A4F7-43996B6EEF8A}" type="datetimeFigureOut">
              <a:rPr lang="en-US" smtClean="0"/>
              <a:t>12/18/2025</a:t>
            </a:fld>
            <a:endParaRPr lang="en-US"/>
          </a:p>
        </p:txBody>
      </p:sp>
      <p:sp>
        <p:nvSpPr>
          <p:cNvPr id="4" name="Footer Placeholder 3">
            <a:extLst>
              <a:ext uri="{FF2B5EF4-FFF2-40B4-BE49-F238E27FC236}">
                <a16:creationId xmlns:a16="http://schemas.microsoft.com/office/drawing/2014/main" id="{7F622EE3-2B3F-3EC1-2A15-0D3FFCEBEBD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77E5F9C-9242-3712-C3CD-9020A17805EF}"/>
              </a:ext>
            </a:extLst>
          </p:cNvPr>
          <p:cNvSpPr>
            <a:spLocks noGrp="1"/>
          </p:cNvSpPr>
          <p:nvPr>
            <p:ph type="sldNum" sz="quarter" idx="12"/>
          </p:nvPr>
        </p:nvSpPr>
        <p:spPr/>
        <p:txBody>
          <a:bodyPr/>
          <a:lstStyle/>
          <a:p>
            <a:fld id="{869CBB90-D711-4B39-B6CE-19FB6DE6295D}" type="slidenum">
              <a:rPr lang="en-US" smtClean="0"/>
              <a:t>‹#›</a:t>
            </a:fld>
            <a:endParaRPr lang="en-US"/>
          </a:p>
        </p:txBody>
      </p:sp>
    </p:spTree>
    <p:extLst>
      <p:ext uri="{BB962C8B-B14F-4D97-AF65-F5344CB8AC3E}">
        <p14:creationId xmlns:p14="http://schemas.microsoft.com/office/powerpoint/2010/main" val="3317734229"/>
      </p:ext>
    </p:extLst>
  </p:cSld>
  <p:clrMapOvr>
    <a:masterClrMapping/>
  </p:clrMapOvr>
</p:sldLayout>
</file>

<file path=ppt/slideLayouts/slideLayout229.xml><?xml version="1.0" encoding="utf-8"?>
<p:sldLayout xmlns:a="http://schemas.openxmlformats.org/drawingml/2006/main" xmlns:r="http://schemas.openxmlformats.org/officeDocument/2006/relationships" xmlns:p="http://schemas.openxmlformats.org/presentationml/2006/main" type="blank" preserve="1">
  <p:cSld name="Blank">
    <p:bg>
      <p:bgPr>
        <a:solidFill>
          <a:srgbClr val="0E2440"/>
        </a:solid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FFC70C8-4C54-AB72-9886-5BBA82E02C91}"/>
              </a:ext>
            </a:extLst>
          </p:cNvPr>
          <p:cNvSpPr>
            <a:spLocks noGrp="1"/>
          </p:cNvSpPr>
          <p:nvPr>
            <p:ph type="dt" sz="half" idx="10"/>
          </p:nvPr>
        </p:nvSpPr>
        <p:spPr/>
        <p:txBody>
          <a:bodyPr/>
          <a:lstStyle/>
          <a:p>
            <a:fld id="{2D28E938-E17A-41B5-A4F7-43996B6EEF8A}" type="datetimeFigureOut">
              <a:rPr lang="en-US" smtClean="0"/>
              <a:t>12/18/2025</a:t>
            </a:fld>
            <a:endParaRPr lang="en-US"/>
          </a:p>
        </p:txBody>
      </p:sp>
      <p:sp>
        <p:nvSpPr>
          <p:cNvPr id="3" name="Footer Placeholder 2">
            <a:extLst>
              <a:ext uri="{FF2B5EF4-FFF2-40B4-BE49-F238E27FC236}">
                <a16:creationId xmlns:a16="http://schemas.microsoft.com/office/drawing/2014/main" id="{FEC65584-C6D0-2D29-44B1-6EED93FC85F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E9E878D-9F6B-47DF-08C2-5AAAC11C037E}"/>
              </a:ext>
            </a:extLst>
          </p:cNvPr>
          <p:cNvSpPr>
            <a:spLocks noGrp="1"/>
          </p:cNvSpPr>
          <p:nvPr>
            <p:ph type="sldNum" sz="quarter" idx="12"/>
          </p:nvPr>
        </p:nvSpPr>
        <p:spPr/>
        <p:txBody>
          <a:bodyPr/>
          <a:lstStyle/>
          <a:p>
            <a:fld id="{869CBB90-D711-4B39-B6CE-19FB6DE6295D}" type="slidenum">
              <a:rPr lang="en-US" smtClean="0"/>
              <a:t>‹#›</a:t>
            </a:fld>
            <a:endParaRPr lang="en-US"/>
          </a:p>
        </p:txBody>
      </p:sp>
    </p:spTree>
    <p:extLst>
      <p:ext uri="{BB962C8B-B14F-4D97-AF65-F5344CB8AC3E}">
        <p14:creationId xmlns:p14="http://schemas.microsoft.com/office/powerpoint/2010/main" val="3187728816"/>
      </p:ext>
    </p:extLst>
  </p:cSld>
  <p:clrMapOvr>
    <a:masterClrMapping/>
  </p:clrMapOvr>
</p:sldLayout>
</file>

<file path=ppt/slideLayouts/slideLayout230.xml><?xml version="1.0" encoding="utf-8"?>
<p:sldLayout xmlns:a="http://schemas.openxmlformats.org/drawingml/2006/main" xmlns:r="http://schemas.openxmlformats.org/officeDocument/2006/relationships" xmlns:p="http://schemas.openxmlformats.org/presentationml/2006/main" type="objTx" preserve="1">
  <p:cSld name="Content with Caption">
    <p:bg>
      <p:bgPr>
        <a:solidFill>
          <a:srgbClr val="0E244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9ED44C-3432-9AAE-7183-DB70642F901A}"/>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FD0276D2-1207-A771-1776-BC0AEAA777FE}"/>
              </a:ext>
            </a:extLst>
          </p:cNvPr>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21947BD-9461-B588-1553-4613CC36EE33}"/>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230771CD-7F60-F77A-164F-7E527C810CE4}"/>
              </a:ext>
            </a:extLst>
          </p:cNvPr>
          <p:cNvSpPr>
            <a:spLocks noGrp="1"/>
          </p:cNvSpPr>
          <p:nvPr>
            <p:ph type="dt" sz="half" idx="10"/>
          </p:nvPr>
        </p:nvSpPr>
        <p:spPr/>
        <p:txBody>
          <a:bodyPr/>
          <a:lstStyle/>
          <a:p>
            <a:fld id="{2D28E938-E17A-41B5-A4F7-43996B6EEF8A}" type="datetimeFigureOut">
              <a:rPr lang="en-US" smtClean="0"/>
              <a:t>12/18/2025</a:t>
            </a:fld>
            <a:endParaRPr lang="en-US"/>
          </a:p>
        </p:txBody>
      </p:sp>
      <p:sp>
        <p:nvSpPr>
          <p:cNvPr id="6" name="Footer Placeholder 5">
            <a:extLst>
              <a:ext uri="{FF2B5EF4-FFF2-40B4-BE49-F238E27FC236}">
                <a16:creationId xmlns:a16="http://schemas.microsoft.com/office/drawing/2014/main" id="{199A378F-9386-0CDA-2045-675EFD54E52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28BD15C-EF12-E6F2-A966-012429ED4396}"/>
              </a:ext>
            </a:extLst>
          </p:cNvPr>
          <p:cNvSpPr>
            <a:spLocks noGrp="1"/>
          </p:cNvSpPr>
          <p:nvPr>
            <p:ph type="sldNum" sz="quarter" idx="12"/>
          </p:nvPr>
        </p:nvSpPr>
        <p:spPr/>
        <p:txBody>
          <a:bodyPr/>
          <a:lstStyle/>
          <a:p>
            <a:fld id="{869CBB90-D711-4B39-B6CE-19FB6DE6295D}" type="slidenum">
              <a:rPr lang="en-US" smtClean="0"/>
              <a:t>‹#›</a:t>
            </a:fld>
            <a:endParaRPr lang="en-US"/>
          </a:p>
        </p:txBody>
      </p:sp>
    </p:spTree>
    <p:extLst>
      <p:ext uri="{BB962C8B-B14F-4D97-AF65-F5344CB8AC3E}">
        <p14:creationId xmlns:p14="http://schemas.microsoft.com/office/powerpoint/2010/main" val="1049355760"/>
      </p:ext>
    </p:extLst>
  </p:cSld>
  <p:clrMapOvr>
    <a:masterClrMapping/>
  </p:clrMapOvr>
</p:sldLayout>
</file>

<file path=ppt/slideLayouts/slideLayout231.xml><?xml version="1.0" encoding="utf-8"?>
<p:sldLayout xmlns:a="http://schemas.openxmlformats.org/drawingml/2006/main" xmlns:r="http://schemas.openxmlformats.org/officeDocument/2006/relationships" xmlns:p="http://schemas.openxmlformats.org/presentationml/2006/main" type="picTx" preserve="1">
  <p:cSld name="Picture with Caption">
    <p:bg>
      <p:bgPr>
        <a:solidFill>
          <a:srgbClr val="0E244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DF813E-BA1B-0D5B-EE62-BBD7019B848F}"/>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D79CE355-5B11-8A7C-38B5-24E65929A03C}"/>
              </a:ext>
            </a:extLst>
          </p:cNvPr>
          <p:cNvSpPr>
            <a:spLocks noGrp="1"/>
          </p:cNvSpPr>
          <p:nvPr>
            <p:ph type="pic" idx="1"/>
          </p:nvPr>
        </p:nvSpPr>
        <p:spPr>
          <a:xfrm>
            <a:off x="3887391" y="740569"/>
            <a:ext cx="4629150" cy="3655219"/>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a:extLst>
              <a:ext uri="{FF2B5EF4-FFF2-40B4-BE49-F238E27FC236}">
                <a16:creationId xmlns:a16="http://schemas.microsoft.com/office/drawing/2014/main" id="{B817B79B-9286-55EB-031A-E8A7C898F90E}"/>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9ACDD9F2-8F73-2BBE-D4BE-DAA99975708E}"/>
              </a:ext>
            </a:extLst>
          </p:cNvPr>
          <p:cNvSpPr>
            <a:spLocks noGrp="1"/>
          </p:cNvSpPr>
          <p:nvPr>
            <p:ph type="dt" sz="half" idx="10"/>
          </p:nvPr>
        </p:nvSpPr>
        <p:spPr/>
        <p:txBody>
          <a:bodyPr/>
          <a:lstStyle/>
          <a:p>
            <a:fld id="{2D28E938-E17A-41B5-A4F7-43996B6EEF8A}" type="datetimeFigureOut">
              <a:rPr lang="en-US" smtClean="0"/>
              <a:t>12/18/2025</a:t>
            </a:fld>
            <a:endParaRPr lang="en-US"/>
          </a:p>
        </p:txBody>
      </p:sp>
      <p:sp>
        <p:nvSpPr>
          <p:cNvPr id="6" name="Footer Placeholder 5">
            <a:extLst>
              <a:ext uri="{FF2B5EF4-FFF2-40B4-BE49-F238E27FC236}">
                <a16:creationId xmlns:a16="http://schemas.microsoft.com/office/drawing/2014/main" id="{B4148FAB-FD9F-4A9E-C966-93E0624C0F2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AC489F3-24B4-B819-4F4D-6FD263965F34}"/>
              </a:ext>
            </a:extLst>
          </p:cNvPr>
          <p:cNvSpPr>
            <a:spLocks noGrp="1"/>
          </p:cNvSpPr>
          <p:nvPr>
            <p:ph type="sldNum" sz="quarter" idx="12"/>
          </p:nvPr>
        </p:nvSpPr>
        <p:spPr/>
        <p:txBody>
          <a:bodyPr/>
          <a:lstStyle/>
          <a:p>
            <a:fld id="{869CBB90-D711-4B39-B6CE-19FB6DE6295D}" type="slidenum">
              <a:rPr lang="en-US" smtClean="0"/>
              <a:t>‹#›</a:t>
            </a:fld>
            <a:endParaRPr lang="en-US"/>
          </a:p>
        </p:txBody>
      </p:sp>
    </p:spTree>
    <p:extLst>
      <p:ext uri="{BB962C8B-B14F-4D97-AF65-F5344CB8AC3E}">
        <p14:creationId xmlns:p14="http://schemas.microsoft.com/office/powerpoint/2010/main" val="2923169401"/>
      </p:ext>
    </p:extLst>
  </p:cSld>
  <p:clrMapOvr>
    <a:masterClrMapping/>
  </p:clrMapOvr>
</p:sldLayout>
</file>

<file path=ppt/slideLayouts/slideLayout232.xml><?xml version="1.0" encoding="utf-8"?>
<p:sldLayout xmlns:a="http://schemas.openxmlformats.org/drawingml/2006/main" xmlns:r="http://schemas.openxmlformats.org/officeDocument/2006/relationships" xmlns:p="http://schemas.openxmlformats.org/presentationml/2006/main" showMasterSp="0" type="twoObj" preserve="1">
  <p:cSld name="Three column shaded">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Click to edit title</a:t>
            </a:r>
          </a:p>
        </p:txBody>
      </p:sp>
      <p:sp>
        <p:nvSpPr>
          <p:cNvPr id="3" name="Content Placeholder 2"/>
          <p:cNvSpPr>
            <a:spLocks noGrp="1"/>
          </p:cNvSpPr>
          <p:nvPr>
            <p:ph sz="half" idx="1" hasCustomPrompt="1"/>
          </p:nvPr>
        </p:nvSpPr>
        <p:spPr>
          <a:xfrm>
            <a:off x="342900" y="1145286"/>
            <a:ext cx="2503170" cy="3346704"/>
          </a:xfrm>
          <a:solidFill>
            <a:srgbClr val="F4F4F4"/>
          </a:solidFill>
        </p:spPr>
        <p:txBody>
          <a:bodyPr lIns="182880" tIns="182880" rIns="91440" bIns="91440"/>
          <a:lstStyle>
            <a:lvl1pPr>
              <a:defRPr sz="1500"/>
            </a:lvl1pPr>
            <a:lvl2pPr>
              <a:defRPr sz="1500"/>
            </a:lvl2pPr>
            <a:lvl3pPr>
              <a:defRPr sz="1500"/>
            </a:lvl3pPr>
            <a:lvl4pPr>
              <a:defRPr sz="1500"/>
            </a:lvl4pPr>
            <a:lvl5pPr>
              <a:defRPr sz="15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hasCustomPrompt="1"/>
          </p:nvPr>
        </p:nvSpPr>
        <p:spPr>
          <a:xfrm>
            <a:off x="3319272" y="1145286"/>
            <a:ext cx="2503170" cy="3346704"/>
          </a:xfrm>
          <a:solidFill>
            <a:srgbClr val="F4F4F4"/>
          </a:solidFill>
        </p:spPr>
        <p:txBody>
          <a:bodyPr lIns="182880" tIns="182880" rIns="91440" bIns="91440"/>
          <a:lstStyle>
            <a:lvl1pPr>
              <a:defRPr sz="1500"/>
            </a:lvl1pPr>
            <a:lvl2pPr>
              <a:defRPr sz="1500"/>
            </a:lvl2pPr>
            <a:lvl3pPr>
              <a:defRPr sz="1500"/>
            </a:lvl3pPr>
            <a:lvl4pPr>
              <a:defRPr sz="1500"/>
            </a:lvl4pPr>
            <a:lvl5pPr>
              <a:defRPr sz="15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6" name="Content Placeholder 3">
            <a:extLst>
              <a:ext uri="{FF2B5EF4-FFF2-40B4-BE49-F238E27FC236}">
                <a16:creationId xmlns:a16="http://schemas.microsoft.com/office/drawing/2014/main" id="{13ADFCF5-3DAD-4A00-B1EE-30FF7A1A1DC5}"/>
              </a:ext>
            </a:extLst>
          </p:cNvPr>
          <p:cNvSpPr>
            <a:spLocks noGrp="1"/>
          </p:cNvSpPr>
          <p:nvPr>
            <p:ph sz="half" idx="10" hasCustomPrompt="1"/>
          </p:nvPr>
        </p:nvSpPr>
        <p:spPr>
          <a:xfrm>
            <a:off x="6295644" y="1145286"/>
            <a:ext cx="2503170" cy="3346704"/>
          </a:xfrm>
          <a:solidFill>
            <a:srgbClr val="F4F4F4"/>
          </a:solidFill>
        </p:spPr>
        <p:txBody>
          <a:bodyPr lIns="182880" tIns="182880" rIns="91440" bIns="91440"/>
          <a:lstStyle>
            <a:lvl1pPr>
              <a:defRPr sz="1500"/>
            </a:lvl1pPr>
            <a:lvl2pPr>
              <a:defRPr sz="1500"/>
            </a:lvl2pPr>
            <a:lvl3pPr>
              <a:defRPr sz="1500"/>
            </a:lvl3pPr>
            <a:lvl4pPr>
              <a:defRPr sz="1500"/>
            </a:lvl4pPr>
            <a:lvl5pPr>
              <a:defRPr sz="15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pic>
        <p:nvPicPr>
          <p:cNvPr id="7" name="Picture 6" descr="A white text on a black background&#10;&#10;AI-generated content may be incorrect.">
            <a:extLst>
              <a:ext uri="{FF2B5EF4-FFF2-40B4-BE49-F238E27FC236}">
                <a16:creationId xmlns:a16="http://schemas.microsoft.com/office/drawing/2014/main" id="{FFB03BC5-BEED-5BA0-254E-E77CCC8A7E5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367101" y="4660456"/>
            <a:ext cx="1431713" cy="262423"/>
          </a:xfrm>
          <a:prstGeom prst="rect">
            <a:avLst/>
          </a:prstGeom>
        </p:spPr>
      </p:pic>
    </p:spTree>
    <p:extLst>
      <p:ext uri="{BB962C8B-B14F-4D97-AF65-F5344CB8AC3E}">
        <p14:creationId xmlns:p14="http://schemas.microsoft.com/office/powerpoint/2010/main" val="67217664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33.xml><?xml version="1.0" encoding="utf-8"?>
<p:sldLayout xmlns:a="http://schemas.openxmlformats.org/drawingml/2006/main" xmlns:r="http://schemas.openxmlformats.org/officeDocument/2006/relationships" xmlns:p="http://schemas.openxmlformats.org/presentationml/2006/main" preserve="1">
  <p:cSld name="1_Divider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543050" y="1145286"/>
            <a:ext cx="3682746" cy="2201418"/>
          </a:xfrm>
        </p:spPr>
        <p:txBody>
          <a:bodyPr anchor="ctr" anchorCtr="0"/>
          <a:lstStyle>
            <a:lvl1pPr>
              <a:lnSpc>
                <a:spcPct val="100000"/>
              </a:lnSpc>
              <a:defRPr sz="2400">
                <a:solidFill>
                  <a:schemeClr val="bg1"/>
                </a:solidFill>
                <a:latin typeface="Roboto Black" panose="02000000000000000000" pitchFamily="2" charset="0"/>
                <a:ea typeface="Roboto Black" panose="02000000000000000000" pitchFamily="2" charset="0"/>
              </a:defRPr>
            </a:lvl1pPr>
          </a:lstStyle>
          <a:p>
            <a:r>
              <a:rPr lang="en-US"/>
              <a:t>Divider Slide</a:t>
            </a:r>
            <a:br>
              <a:rPr lang="en-US"/>
            </a:br>
            <a:r>
              <a:rPr lang="en-US"/>
              <a:t>30 Characters Max.</a:t>
            </a:r>
            <a:br>
              <a:rPr lang="en-US"/>
            </a:br>
            <a:r>
              <a:rPr lang="en-US"/>
              <a:t>Lorem Ipsum</a:t>
            </a:r>
          </a:p>
        </p:txBody>
      </p:sp>
      <p:sp>
        <p:nvSpPr>
          <p:cNvPr id="9" name="Rectangle 8">
            <a:extLst>
              <a:ext uri="{FF2B5EF4-FFF2-40B4-BE49-F238E27FC236}">
                <a16:creationId xmlns:a16="http://schemas.microsoft.com/office/drawing/2014/main" id="{2732D673-8A01-4D67-952F-C50DD619BB5A}"/>
              </a:ext>
            </a:extLst>
          </p:cNvPr>
          <p:cNvSpPr/>
          <p:nvPr/>
        </p:nvSpPr>
        <p:spPr>
          <a:xfrm>
            <a:off x="0" y="1014984"/>
            <a:ext cx="1316736" cy="2468880"/>
          </a:xfrm>
          <a:prstGeom prst="rect">
            <a:avLst/>
          </a:prstGeom>
          <a:solidFill>
            <a:srgbClr val="0044FF"/>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endParaRPr lang="en-US" sz="844"/>
          </a:p>
        </p:txBody>
      </p:sp>
      <p:sp>
        <p:nvSpPr>
          <p:cNvPr id="10" name="Rectangle 9">
            <a:extLst>
              <a:ext uri="{FF2B5EF4-FFF2-40B4-BE49-F238E27FC236}">
                <a16:creationId xmlns:a16="http://schemas.microsoft.com/office/drawing/2014/main" id="{BCD94C69-E2DB-4D1B-9563-7EE92CB777A0}"/>
              </a:ext>
            </a:extLst>
          </p:cNvPr>
          <p:cNvSpPr/>
          <p:nvPr/>
        </p:nvSpPr>
        <p:spPr>
          <a:xfrm>
            <a:off x="5356098" y="1014984"/>
            <a:ext cx="3785616" cy="2468880"/>
          </a:xfrm>
          <a:prstGeom prst="rect">
            <a:avLst/>
          </a:prstGeom>
          <a:solidFill>
            <a:srgbClr val="0044FF"/>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endParaRPr lang="en-US" sz="844"/>
          </a:p>
        </p:txBody>
      </p:sp>
    </p:spTree>
    <p:extLst>
      <p:ext uri="{BB962C8B-B14F-4D97-AF65-F5344CB8AC3E}">
        <p14:creationId xmlns:p14="http://schemas.microsoft.com/office/powerpoint/2010/main" val="112771706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34.xml><?xml version="1.0" encoding="utf-8"?>
<p:sldLayout xmlns:a="http://schemas.openxmlformats.org/drawingml/2006/main" xmlns:r="http://schemas.openxmlformats.org/officeDocument/2006/relationships" xmlns:p="http://schemas.openxmlformats.org/presentationml/2006/main" preserve="1">
  <p:cSld name="2_Divider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543050" y="1145286"/>
            <a:ext cx="3682746" cy="2201418"/>
          </a:xfrm>
        </p:spPr>
        <p:txBody>
          <a:bodyPr anchor="ctr" anchorCtr="0"/>
          <a:lstStyle>
            <a:lvl1pPr>
              <a:lnSpc>
                <a:spcPct val="100000"/>
              </a:lnSpc>
              <a:defRPr sz="2400">
                <a:solidFill>
                  <a:schemeClr val="bg1"/>
                </a:solidFill>
                <a:latin typeface="Roboto Black" panose="02000000000000000000" pitchFamily="2" charset="0"/>
                <a:ea typeface="Roboto Black" panose="02000000000000000000" pitchFamily="2" charset="0"/>
              </a:defRPr>
            </a:lvl1pPr>
          </a:lstStyle>
          <a:p>
            <a:r>
              <a:rPr lang="en-US"/>
              <a:t>Divider Slide</a:t>
            </a:r>
            <a:br>
              <a:rPr lang="en-US"/>
            </a:br>
            <a:r>
              <a:rPr lang="en-US"/>
              <a:t>30 Characters Max.</a:t>
            </a:r>
            <a:br>
              <a:rPr lang="en-US"/>
            </a:br>
            <a:r>
              <a:rPr lang="en-US"/>
              <a:t>Lorem Ipsum</a:t>
            </a:r>
          </a:p>
        </p:txBody>
      </p:sp>
      <p:sp>
        <p:nvSpPr>
          <p:cNvPr id="9" name="Rectangle 8">
            <a:extLst>
              <a:ext uri="{FF2B5EF4-FFF2-40B4-BE49-F238E27FC236}">
                <a16:creationId xmlns:a16="http://schemas.microsoft.com/office/drawing/2014/main" id="{2732D673-8A01-4D67-952F-C50DD619BB5A}"/>
              </a:ext>
            </a:extLst>
          </p:cNvPr>
          <p:cNvSpPr/>
          <p:nvPr/>
        </p:nvSpPr>
        <p:spPr>
          <a:xfrm>
            <a:off x="0" y="1014984"/>
            <a:ext cx="1316736" cy="2468880"/>
          </a:xfrm>
          <a:prstGeom prst="rect">
            <a:avLst/>
          </a:prstGeom>
          <a:solidFill>
            <a:srgbClr val="F6ECE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endParaRPr lang="en-US" sz="844"/>
          </a:p>
        </p:txBody>
      </p:sp>
      <p:sp>
        <p:nvSpPr>
          <p:cNvPr id="10" name="Rectangle 9">
            <a:extLst>
              <a:ext uri="{FF2B5EF4-FFF2-40B4-BE49-F238E27FC236}">
                <a16:creationId xmlns:a16="http://schemas.microsoft.com/office/drawing/2014/main" id="{BCD94C69-E2DB-4D1B-9563-7EE92CB777A0}"/>
              </a:ext>
            </a:extLst>
          </p:cNvPr>
          <p:cNvSpPr/>
          <p:nvPr/>
        </p:nvSpPr>
        <p:spPr>
          <a:xfrm>
            <a:off x="5356098" y="1014984"/>
            <a:ext cx="3785616" cy="2468880"/>
          </a:xfrm>
          <a:prstGeom prst="rect">
            <a:avLst/>
          </a:prstGeom>
          <a:solidFill>
            <a:srgbClr val="F6ECE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endParaRPr lang="en-US" sz="844"/>
          </a:p>
        </p:txBody>
      </p:sp>
    </p:spTree>
    <p:extLst>
      <p:ext uri="{BB962C8B-B14F-4D97-AF65-F5344CB8AC3E}">
        <p14:creationId xmlns:p14="http://schemas.microsoft.com/office/powerpoint/2010/main" val="42044146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3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52E2F-D9C1-4079-C3EF-CCBEB57A8D8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4E83DFC-0CF8-FB13-22FF-47CD84DE897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3AB5AC5-7964-5F08-29AD-FC9FF6543445}"/>
              </a:ext>
            </a:extLst>
          </p:cNvPr>
          <p:cNvSpPr>
            <a:spLocks noGrp="1"/>
          </p:cNvSpPr>
          <p:nvPr>
            <p:ph type="dt" sz="half" idx="10"/>
          </p:nvPr>
        </p:nvSpPr>
        <p:spPr/>
        <p:txBody>
          <a:bodyPr/>
          <a:lstStyle/>
          <a:p>
            <a:fld id="{2D28E938-E17A-41B5-A4F7-43996B6EEF8A}" type="datetimeFigureOut">
              <a:rPr lang="en-US" smtClean="0"/>
              <a:t>12/18/2025</a:t>
            </a:fld>
            <a:endParaRPr lang="en-US"/>
          </a:p>
        </p:txBody>
      </p:sp>
      <p:sp>
        <p:nvSpPr>
          <p:cNvPr id="5" name="Footer Placeholder 4">
            <a:extLst>
              <a:ext uri="{FF2B5EF4-FFF2-40B4-BE49-F238E27FC236}">
                <a16:creationId xmlns:a16="http://schemas.microsoft.com/office/drawing/2014/main" id="{48C54404-D83D-F339-FD40-260563118AF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2F91AC3-4A74-9654-C345-9AA20C070AE9}"/>
              </a:ext>
            </a:extLst>
          </p:cNvPr>
          <p:cNvSpPr>
            <a:spLocks noGrp="1"/>
          </p:cNvSpPr>
          <p:nvPr>
            <p:ph type="sldNum" sz="quarter" idx="12"/>
          </p:nvPr>
        </p:nvSpPr>
        <p:spPr/>
        <p:txBody>
          <a:bodyPr/>
          <a:lstStyle/>
          <a:p>
            <a:fld id="{869CBB90-D711-4B39-B6CE-19FB6DE6295D}" type="slidenum">
              <a:rPr lang="en-US" smtClean="0"/>
              <a:t>‹#›</a:t>
            </a:fld>
            <a:endParaRPr lang="en-US"/>
          </a:p>
        </p:txBody>
      </p:sp>
    </p:spTree>
    <p:extLst>
      <p:ext uri="{BB962C8B-B14F-4D97-AF65-F5344CB8AC3E}">
        <p14:creationId xmlns:p14="http://schemas.microsoft.com/office/powerpoint/2010/main" val="2839304825"/>
      </p:ext>
    </p:extLst>
  </p:cSld>
  <p:clrMapOvr>
    <a:masterClrMapping/>
  </p:clrMapOvr>
</p:sldLayout>
</file>

<file path=ppt/slideLayouts/slideLayout23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bg>
      <p:bgPr>
        <a:solidFill>
          <a:srgbClr val="0E2440"/>
        </a:solidFill>
        <a:effectLst/>
      </p:bgPr>
    </p:bg>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57ED388-0E83-1444-EB44-DE9D9006060E}"/>
              </a:ext>
            </a:extLst>
          </p:cNvPr>
          <p:cNvSpPr>
            <a:spLocks noGrp="1"/>
          </p:cNvSpPr>
          <p:nvPr>
            <p:ph type="title" orient="vert"/>
          </p:nvPr>
        </p:nvSpPr>
        <p:spPr>
          <a:xfrm>
            <a:off x="6543675" y="273844"/>
            <a:ext cx="1971675" cy="4358879"/>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21B75CB-E83C-FE7A-124A-5081D6B2967A}"/>
              </a:ext>
            </a:extLst>
          </p:cNvPr>
          <p:cNvSpPr>
            <a:spLocks noGrp="1"/>
          </p:cNvSpPr>
          <p:nvPr>
            <p:ph type="body" orient="vert" idx="1"/>
          </p:nvPr>
        </p:nvSpPr>
        <p:spPr>
          <a:xfrm>
            <a:off x="628650" y="273844"/>
            <a:ext cx="5800725" cy="43588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CD9DDD-3DF0-1F2C-A426-4104D0E11D31}"/>
              </a:ext>
            </a:extLst>
          </p:cNvPr>
          <p:cNvSpPr>
            <a:spLocks noGrp="1"/>
          </p:cNvSpPr>
          <p:nvPr>
            <p:ph type="dt" sz="half" idx="10"/>
          </p:nvPr>
        </p:nvSpPr>
        <p:spPr/>
        <p:txBody>
          <a:bodyPr/>
          <a:lstStyle/>
          <a:p>
            <a:fld id="{2D28E938-E17A-41B5-A4F7-43996B6EEF8A}" type="datetimeFigureOut">
              <a:rPr lang="en-US" smtClean="0"/>
              <a:t>12/18/2025</a:t>
            </a:fld>
            <a:endParaRPr lang="en-US"/>
          </a:p>
        </p:txBody>
      </p:sp>
      <p:sp>
        <p:nvSpPr>
          <p:cNvPr id="5" name="Footer Placeholder 4">
            <a:extLst>
              <a:ext uri="{FF2B5EF4-FFF2-40B4-BE49-F238E27FC236}">
                <a16:creationId xmlns:a16="http://schemas.microsoft.com/office/drawing/2014/main" id="{F3DBBA27-9C87-8F45-A80B-2FF57CD85C1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1FD580B-0608-A19B-E197-8C284E22F6A3}"/>
              </a:ext>
            </a:extLst>
          </p:cNvPr>
          <p:cNvSpPr>
            <a:spLocks noGrp="1"/>
          </p:cNvSpPr>
          <p:nvPr>
            <p:ph type="sldNum" sz="quarter" idx="12"/>
          </p:nvPr>
        </p:nvSpPr>
        <p:spPr/>
        <p:txBody>
          <a:bodyPr/>
          <a:lstStyle/>
          <a:p>
            <a:fld id="{869CBB90-D711-4B39-B6CE-19FB6DE6295D}" type="slidenum">
              <a:rPr lang="en-US" smtClean="0"/>
              <a:t>‹#›</a:t>
            </a:fld>
            <a:endParaRPr lang="en-US"/>
          </a:p>
        </p:txBody>
      </p:sp>
    </p:spTree>
    <p:extLst>
      <p:ext uri="{BB962C8B-B14F-4D97-AF65-F5344CB8AC3E}">
        <p14:creationId xmlns:p14="http://schemas.microsoft.com/office/powerpoint/2010/main" val="514837059"/>
      </p:ext>
    </p:extLst>
  </p:cSld>
  <p:clrMapOvr>
    <a:masterClrMapping/>
  </p:clrMapOvr>
</p:sldLayout>
</file>

<file path=ppt/slideLayouts/slideLayout237.xml><?xml version="1.0" encoding="utf-8"?>
<p:sldLayout xmlns:a="http://schemas.openxmlformats.org/drawingml/2006/main" xmlns:r="http://schemas.openxmlformats.org/officeDocument/2006/relationships" xmlns:p="http://schemas.openxmlformats.org/presentationml/2006/main" showMasterSp="0" type="tx" preserve="1">
  <p:cSld name="1_Blank, logo top left">
    <p:bg>
      <p:bgPr>
        <a:solidFill>
          <a:srgbClr val="FDFAF2"/>
        </a:solidFill>
        <a:effectLst/>
      </p:bgPr>
    </p:bg>
    <p:spTree>
      <p:nvGrpSpPr>
        <p:cNvPr id="1" name=""/>
        <p:cNvGrpSpPr/>
        <p:nvPr/>
      </p:nvGrpSpPr>
      <p:grpSpPr>
        <a:xfrm>
          <a:off x="0" y="0"/>
          <a:ext cx="0" cy="0"/>
          <a:chOff x="0" y="0"/>
          <a:chExt cx="0" cy="0"/>
        </a:xfrm>
      </p:grpSpPr>
      <p:pic>
        <p:nvPicPr>
          <p:cNvPr id="65" name="CGC logo.png" descr="CGC logo.png"/>
          <p:cNvPicPr>
            <a:picLocks noChangeAspect="1"/>
          </p:cNvPicPr>
          <p:nvPr/>
        </p:nvPicPr>
        <p:blipFill>
          <a:blip r:embed="rId2" cstate="hqprint">
            <a:extLst>
              <a:ext uri="{28A0092B-C50C-407E-A947-70E740481C1C}">
                <a14:useLocalDpi xmlns:a14="http://schemas.microsoft.com/office/drawing/2010/main"/>
              </a:ext>
            </a:extLst>
          </a:blip>
          <a:stretch>
            <a:fillRect/>
          </a:stretch>
        </p:blipFill>
        <p:spPr>
          <a:xfrm>
            <a:off x="285751" y="285750"/>
            <a:ext cx="1152525" cy="199894"/>
          </a:xfrm>
          <a:prstGeom prst="rect">
            <a:avLst/>
          </a:prstGeom>
          <a:ln w="12700">
            <a:miter lim="400000"/>
          </a:ln>
        </p:spPr>
      </p:pic>
      <p:sp>
        <p:nvSpPr>
          <p:cNvPr id="66" name="Slide Number"/>
          <p:cNvSpPr txBox="1">
            <a:spLocks noGrp="1"/>
          </p:cNvSpPr>
          <p:nvPr>
            <p:ph type="sldNum" sz="quarter" idx="2"/>
          </p:nvPr>
        </p:nvSpPr>
        <p:spPr>
          <a:prstGeom prst="rect">
            <a:avLst/>
          </a:prstGeom>
        </p:spPr>
        <p:txBody>
          <a:bodyPr/>
          <a:lstStyle/>
          <a:p>
            <a:fld id="{86CB4B4D-7CA3-9044-876B-883B54F8677D}" type="slidenum">
              <a:t>‹#›</a:t>
            </a:fld>
            <a:endParaRPr/>
          </a:p>
        </p:txBody>
      </p:sp>
      <p:sp>
        <p:nvSpPr>
          <p:cNvPr id="2" name="Rectangle 1">
            <a:extLst>
              <a:ext uri="{FF2B5EF4-FFF2-40B4-BE49-F238E27FC236}">
                <a16:creationId xmlns:a16="http://schemas.microsoft.com/office/drawing/2014/main" id="{76D68F3A-930F-54AE-C9DB-A89736DA3251}"/>
              </a:ext>
            </a:extLst>
          </p:cNvPr>
          <p:cNvSpPr>
            <a:spLocks noChangeAspect="1"/>
          </p:cNvSpPr>
          <p:nvPr userDrawn="1"/>
        </p:nvSpPr>
        <p:spPr>
          <a:xfrm>
            <a:off x="345192" y="961873"/>
            <a:ext cx="103849" cy="2076975"/>
          </a:xfrm>
          <a:prstGeom prst="rect">
            <a:avLst/>
          </a:prstGeom>
          <a:solidFill>
            <a:srgbClr val="0E2440"/>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endParaRPr lang="en-US" sz="844"/>
          </a:p>
        </p:txBody>
      </p:sp>
      <p:sp>
        <p:nvSpPr>
          <p:cNvPr id="3" name="Rectangle 2">
            <a:extLst>
              <a:ext uri="{FF2B5EF4-FFF2-40B4-BE49-F238E27FC236}">
                <a16:creationId xmlns:a16="http://schemas.microsoft.com/office/drawing/2014/main" id="{FF8AC326-FF11-389C-A95E-F0E1805A4EDA}"/>
              </a:ext>
            </a:extLst>
          </p:cNvPr>
          <p:cNvSpPr>
            <a:spLocks noChangeAspect="1"/>
          </p:cNvSpPr>
          <p:nvPr userDrawn="1"/>
        </p:nvSpPr>
        <p:spPr>
          <a:xfrm>
            <a:off x="6385887" y="961873"/>
            <a:ext cx="103849" cy="2076975"/>
          </a:xfrm>
          <a:prstGeom prst="rect">
            <a:avLst/>
          </a:prstGeom>
          <a:solidFill>
            <a:srgbClr val="0E2440"/>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endParaRPr lang="en-US" sz="844"/>
          </a:p>
        </p:txBody>
      </p:sp>
    </p:spTree>
    <p:extLst>
      <p:ext uri="{BB962C8B-B14F-4D97-AF65-F5344CB8AC3E}">
        <p14:creationId xmlns:p14="http://schemas.microsoft.com/office/powerpoint/2010/main" val="1812912615"/>
      </p:ext>
    </p:extLst>
  </p:cSld>
  <p:clrMapOvr>
    <a:masterClrMapping/>
  </p:clrMapOvr>
  <p:transition spd="med"/>
</p:sldLayout>
</file>

<file path=ppt/slideLayouts/slideLayout238.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rgbClr val="0E2440"/>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65B5DE8-1639-FB9A-37DD-49AF2B1B0234}"/>
              </a:ext>
            </a:extLst>
          </p:cNvPr>
          <p:cNvSpPr>
            <a:spLocks noGrp="1"/>
          </p:cNvSpPr>
          <p:nvPr>
            <p:ph type="ctrTitle" hasCustomPrompt="1"/>
          </p:nvPr>
        </p:nvSpPr>
        <p:spPr>
          <a:xfrm>
            <a:off x="691143" y="1482855"/>
            <a:ext cx="5463381" cy="1322240"/>
          </a:xfrm>
        </p:spPr>
        <p:txBody>
          <a:bodyPr anchor="ctr" anchorCtr="0">
            <a:noAutofit/>
          </a:bodyPr>
          <a:lstStyle>
            <a:lvl1pPr algn="l">
              <a:defRPr sz="2700">
                <a:solidFill>
                  <a:srgbClr val="F6ECE2"/>
                </a:solidFill>
                <a:latin typeface="Roboto Black" panose="02000000000000000000" pitchFamily="2" charset="0"/>
                <a:ea typeface="Roboto Black" panose="02000000000000000000" pitchFamily="2" charset="0"/>
              </a:defRPr>
            </a:lvl1pPr>
          </a:lstStyle>
          <a:p>
            <a:r>
              <a:rPr lang="en-US"/>
              <a:t>Add Title; 4 Lines of Copy; 60 Characters Maximum; Font 24 </a:t>
            </a:r>
            <a:r>
              <a:rPr lang="en-US" err="1"/>
              <a:t>pt</a:t>
            </a:r>
            <a:r>
              <a:rPr lang="en-US"/>
              <a:t> Minimum</a:t>
            </a:r>
          </a:p>
        </p:txBody>
      </p:sp>
      <p:sp>
        <p:nvSpPr>
          <p:cNvPr id="8" name="Subtitle 2">
            <a:extLst>
              <a:ext uri="{FF2B5EF4-FFF2-40B4-BE49-F238E27FC236}">
                <a16:creationId xmlns:a16="http://schemas.microsoft.com/office/drawing/2014/main" id="{4D87826B-058C-BA34-44F0-9ADD2396F2E7}"/>
              </a:ext>
            </a:extLst>
          </p:cNvPr>
          <p:cNvSpPr>
            <a:spLocks noGrp="1"/>
          </p:cNvSpPr>
          <p:nvPr>
            <p:ph type="subTitle" idx="1"/>
          </p:nvPr>
        </p:nvSpPr>
        <p:spPr>
          <a:xfrm>
            <a:off x="691143" y="1180004"/>
            <a:ext cx="5463450" cy="300082"/>
          </a:xfrm>
        </p:spPr>
        <p:txBody>
          <a:bodyPr>
            <a:spAutoFit/>
          </a:bodyPr>
          <a:lstStyle>
            <a:lvl1pPr marL="0" marR="0" indent="0" algn="l" defTabSz="685800" rtl="0" eaLnBrk="1" fontAlgn="auto" latinLnBrk="0" hangingPunct="1">
              <a:lnSpc>
                <a:spcPct val="100000"/>
              </a:lnSpc>
              <a:spcBef>
                <a:spcPts val="0"/>
              </a:spcBef>
              <a:spcAft>
                <a:spcPts val="0"/>
              </a:spcAft>
              <a:buClrTx/>
              <a:buSzPct val="100000"/>
              <a:buFont typeface="Arial" panose="020B0604020202020204" pitchFamily="34" charset="0"/>
              <a:buNone/>
              <a:tabLst/>
              <a:defRPr sz="1350" b="1">
                <a:solidFill>
                  <a:srgbClr val="F6ECE2"/>
                </a:solidFill>
                <a:latin typeface="Roboto" panose="02000000000000000000" pitchFamily="2" charset="0"/>
                <a:ea typeface="Roboto" panose="02000000000000000000" pitchFamily="2"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endParaRPr lang="en-US"/>
          </a:p>
        </p:txBody>
      </p:sp>
      <p:sp>
        <p:nvSpPr>
          <p:cNvPr id="9" name="Rectangle 8">
            <a:extLst>
              <a:ext uri="{FF2B5EF4-FFF2-40B4-BE49-F238E27FC236}">
                <a16:creationId xmlns:a16="http://schemas.microsoft.com/office/drawing/2014/main" id="{414B3CF6-51A2-35DC-A9CD-361F2C9745AD}"/>
              </a:ext>
            </a:extLst>
          </p:cNvPr>
          <p:cNvSpPr>
            <a:spLocks noChangeAspect="1"/>
          </p:cNvSpPr>
          <p:nvPr userDrawn="1"/>
        </p:nvSpPr>
        <p:spPr>
          <a:xfrm>
            <a:off x="345192" y="961873"/>
            <a:ext cx="103849" cy="2076975"/>
          </a:xfrm>
          <a:prstGeom prst="rect">
            <a:avLst/>
          </a:prstGeom>
          <a:solidFill>
            <a:srgbClr val="0044FF"/>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endParaRPr lang="en-US" sz="844"/>
          </a:p>
        </p:txBody>
      </p:sp>
      <p:sp>
        <p:nvSpPr>
          <p:cNvPr id="10" name="Rectangle 9">
            <a:extLst>
              <a:ext uri="{FF2B5EF4-FFF2-40B4-BE49-F238E27FC236}">
                <a16:creationId xmlns:a16="http://schemas.microsoft.com/office/drawing/2014/main" id="{442DA8B4-B717-6D1E-C02B-0B82EF0816E8}"/>
              </a:ext>
            </a:extLst>
          </p:cNvPr>
          <p:cNvSpPr>
            <a:spLocks noChangeAspect="1"/>
          </p:cNvSpPr>
          <p:nvPr userDrawn="1"/>
        </p:nvSpPr>
        <p:spPr>
          <a:xfrm>
            <a:off x="6385887" y="961873"/>
            <a:ext cx="103849" cy="2076975"/>
          </a:xfrm>
          <a:prstGeom prst="rect">
            <a:avLst/>
          </a:prstGeom>
          <a:solidFill>
            <a:srgbClr val="0044FF"/>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endParaRPr lang="en-US" sz="844"/>
          </a:p>
        </p:txBody>
      </p:sp>
    </p:spTree>
    <p:extLst>
      <p:ext uri="{BB962C8B-B14F-4D97-AF65-F5344CB8AC3E}">
        <p14:creationId xmlns:p14="http://schemas.microsoft.com/office/powerpoint/2010/main" val="1743458532"/>
      </p:ext>
    </p:extLst>
  </p:cSld>
  <p:clrMapOvr>
    <a:masterClrMapping/>
  </p:clrMapOvr>
</p:sldLayout>
</file>

<file path=ppt/slideLayouts/slideLayout239.xml><?xml version="1.0" encoding="utf-8"?>
<p:sldLayout xmlns:a="http://schemas.openxmlformats.org/drawingml/2006/main" xmlns:r="http://schemas.openxmlformats.org/officeDocument/2006/relationships" xmlns:p="http://schemas.openxmlformats.org/presentationml/2006/main" preserve="1" userDrawn="1">
  <p:cSld name="1_Title Slide">
    <p:bg>
      <p:bgPr>
        <a:solidFill>
          <a:srgbClr val="0E2440"/>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65B5DE8-1639-FB9A-37DD-49AF2B1B0234}"/>
              </a:ext>
            </a:extLst>
          </p:cNvPr>
          <p:cNvSpPr>
            <a:spLocks noGrp="1"/>
          </p:cNvSpPr>
          <p:nvPr>
            <p:ph type="ctrTitle" hasCustomPrompt="1"/>
          </p:nvPr>
        </p:nvSpPr>
        <p:spPr>
          <a:xfrm>
            <a:off x="691143" y="1482855"/>
            <a:ext cx="5463381" cy="1322240"/>
          </a:xfrm>
        </p:spPr>
        <p:txBody>
          <a:bodyPr anchor="ctr" anchorCtr="0">
            <a:noAutofit/>
          </a:bodyPr>
          <a:lstStyle>
            <a:lvl1pPr algn="l">
              <a:defRPr sz="2700">
                <a:solidFill>
                  <a:srgbClr val="F6ECE2"/>
                </a:solidFill>
                <a:latin typeface="Roboto Black" panose="02000000000000000000" pitchFamily="2" charset="0"/>
                <a:ea typeface="Roboto Black" panose="02000000000000000000" pitchFamily="2" charset="0"/>
              </a:defRPr>
            </a:lvl1pPr>
          </a:lstStyle>
          <a:p>
            <a:r>
              <a:rPr lang="en-US"/>
              <a:t>Add Title; 4 Lines of Copy; 60 Characters Maximum; Font 24 </a:t>
            </a:r>
            <a:r>
              <a:rPr lang="en-US" err="1"/>
              <a:t>pt</a:t>
            </a:r>
            <a:r>
              <a:rPr lang="en-US"/>
              <a:t> Minimum</a:t>
            </a:r>
          </a:p>
        </p:txBody>
      </p:sp>
      <p:sp>
        <p:nvSpPr>
          <p:cNvPr id="8" name="Subtitle 2">
            <a:extLst>
              <a:ext uri="{FF2B5EF4-FFF2-40B4-BE49-F238E27FC236}">
                <a16:creationId xmlns:a16="http://schemas.microsoft.com/office/drawing/2014/main" id="{4D87826B-058C-BA34-44F0-9ADD2396F2E7}"/>
              </a:ext>
            </a:extLst>
          </p:cNvPr>
          <p:cNvSpPr>
            <a:spLocks noGrp="1"/>
          </p:cNvSpPr>
          <p:nvPr>
            <p:ph type="subTitle" idx="1"/>
          </p:nvPr>
        </p:nvSpPr>
        <p:spPr>
          <a:xfrm>
            <a:off x="691143" y="1180004"/>
            <a:ext cx="5463450" cy="300082"/>
          </a:xfrm>
        </p:spPr>
        <p:txBody>
          <a:bodyPr>
            <a:spAutoFit/>
          </a:bodyPr>
          <a:lstStyle>
            <a:lvl1pPr marL="0" marR="0" indent="0" algn="l" defTabSz="685800" rtl="0" eaLnBrk="1" fontAlgn="auto" latinLnBrk="0" hangingPunct="1">
              <a:lnSpc>
                <a:spcPct val="100000"/>
              </a:lnSpc>
              <a:spcBef>
                <a:spcPts val="0"/>
              </a:spcBef>
              <a:spcAft>
                <a:spcPts val="0"/>
              </a:spcAft>
              <a:buClrTx/>
              <a:buSzPct val="100000"/>
              <a:buFont typeface="Arial" panose="020B0604020202020204" pitchFamily="34" charset="0"/>
              <a:buNone/>
              <a:tabLst/>
              <a:defRPr sz="1350" b="1">
                <a:solidFill>
                  <a:srgbClr val="F6ECE2"/>
                </a:solidFill>
                <a:latin typeface="Roboto" panose="02000000000000000000" pitchFamily="2" charset="0"/>
                <a:ea typeface="Roboto" panose="02000000000000000000" pitchFamily="2"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endParaRPr lang="en-US"/>
          </a:p>
        </p:txBody>
      </p:sp>
      <p:sp>
        <p:nvSpPr>
          <p:cNvPr id="9" name="Rectangle 8">
            <a:extLst>
              <a:ext uri="{FF2B5EF4-FFF2-40B4-BE49-F238E27FC236}">
                <a16:creationId xmlns:a16="http://schemas.microsoft.com/office/drawing/2014/main" id="{414B3CF6-51A2-35DC-A9CD-361F2C9745AD}"/>
              </a:ext>
            </a:extLst>
          </p:cNvPr>
          <p:cNvSpPr>
            <a:spLocks noChangeAspect="1"/>
          </p:cNvSpPr>
          <p:nvPr userDrawn="1"/>
        </p:nvSpPr>
        <p:spPr>
          <a:xfrm>
            <a:off x="345192" y="961873"/>
            <a:ext cx="103849" cy="20769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endParaRPr lang="en-US" sz="844"/>
          </a:p>
        </p:txBody>
      </p:sp>
      <p:sp>
        <p:nvSpPr>
          <p:cNvPr id="10" name="Rectangle 9">
            <a:extLst>
              <a:ext uri="{FF2B5EF4-FFF2-40B4-BE49-F238E27FC236}">
                <a16:creationId xmlns:a16="http://schemas.microsoft.com/office/drawing/2014/main" id="{442DA8B4-B717-6D1E-C02B-0B82EF0816E8}"/>
              </a:ext>
            </a:extLst>
          </p:cNvPr>
          <p:cNvSpPr>
            <a:spLocks noChangeAspect="1"/>
          </p:cNvSpPr>
          <p:nvPr userDrawn="1"/>
        </p:nvSpPr>
        <p:spPr>
          <a:xfrm>
            <a:off x="6385887" y="961873"/>
            <a:ext cx="103849" cy="20769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endParaRPr lang="en-US" sz="844"/>
          </a:p>
        </p:txBody>
      </p:sp>
      <p:pic>
        <p:nvPicPr>
          <p:cNvPr id="3" name="Picture 2" descr="A white text on a black background&#10;&#10;AI-generated content may be incorrect.">
            <a:extLst>
              <a:ext uri="{FF2B5EF4-FFF2-40B4-BE49-F238E27FC236}">
                <a16:creationId xmlns:a16="http://schemas.microsoft.com/office/drawing/2014/main" id="{6BBCE852-2F21-95EB-15CF-4F9A935D886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310635" y="4506632"/>
            <a:ext cx="1431713" cy="262423"/>
          </a:xfrm>
          <a:prstGeom prst="rect">
            <a:avLst/>
          </a:prstGeom>
        </p:spPr>
      </p:pic>
    </p:spTree>
    <p:extLst>
      <p:ext uri="{BB962C8B-B14F-4D97-AF65-F5344CB8AC3E}">
        <p14:creationId xmlns:p14="http://schemas.microsoft.com/office/powerpoint/2010/main" val="2925593763"/>
      </p:ext>
    </p:extLst>
  </p:cSld>
  <p:clrMapOvr>
    <a:masterClrMapping/>
  </p:clrMapOvr>
</p:sldLayout>
</file>

<file path=ppt/slideLayouts/slideLayout240.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rgbClr val="0E244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A7B07F-1E7A-1D93-4EB6-670BB9FFC07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8D86866-56CE-E5B4-9DA4-C9D4DCB72DC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C63042B-621D-4EEE-F113-6E443F95CDCD}"/>
              </a:ext>
            </a:extLst>
          </p:cNvPr>
          <p:cNvSpPr>
            <a:spLocks noGrp="1"/>
          </p:cNvSpPr>
          <p:nvPr>
            <p:ph type="dt" sz="half" idx="10"/>
          </p:nvPr>
        </p:nvSpPr>
        <p:spPr/>
        <p:txBody>
          <a:bodyPr/>
          <a:lstStyle/>
          <a:p>
            <a:fld id="{2D28E938-E17A-41B5-A4F7-43996B6EEF8A}" type="datetimeFigureOut">
              <a:rPr lang="en-US" smtClean="0"/>
              <a:t>12/18/2025</a:t>
            </a:fld>
            <a:endParaRPr lang="en-US"/>
          </a:p>
        </p:txBody>
      </p:sp>
      <p:sp>
        <p:nvSpPr>
          <p:cNvPr id="5" name="Footer Placeholder 4">
            <a:extLst>
              <a:ext uri="{FF2B5EF4-FFF2-40B4-BE49-F238E27FC236}">
                <a16:creationId xmlns:a16="http://schemas.microsoft.com/office/drawing/2014/main" id="{DD4C453C-A656-04DA-8510-168B371D2D8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B72FF92-73C9-B83E-7612-622F0393C7A0}"/>
              </a:ext>
            </a:extLst>
          </p:cNvPr>
          <p:cNvSpPr>
            <a:spLocks noGrp="1"/>
          </p:cNvSpPr>
          <p:nvPr>
            <p:ph type="sldNum" sz="quarter" idx="12"/>
          </p:nvPr>
        </p:nvSpPr>
        <p:spPr/>
        <p:txBody>
          <a:bodyPr/>
          <a:lstStyle/>
          <a:p>
            <a:fld id="{869CBB90-D711-4B39-B6CE-19FB6DE6295D}" type="slidenum">
              <a:rPr lang="en-US" smtClean="0"/>
              <a:t>‹#›</a:t>
            </a:fld>
            <a:endParaRPr lang="en-US"/>
          </a:p>
        </p:txBody>
      </p:sp>
      <p:pic>
        <p:nvPicPr>
          <p:cNvPr id="8" name="Picture 7" descr="A white text on a black background&#10;&#10;AI-generated content may be incorrect.">
            <a:extLst>
              <a:ext uri="{FF2B5EF4-FFF2-40B4-BE49-F238E27FC236}">
                <a16:creationId xmlns:a16="http://schemas.microsoft.com/office/drawing/2014/main" id="{AE17E0B6-AE81-4810-CDB2-A66D6BD21D8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310635" y="4506632"/>
            <a:ext cx="1431713" cy="262423"/>
          </a:xfrm>
          <a:prstGeom prst="rect">
            <a:avLst/>
          </a:prstGeom>
        </p:spPr>
      </p:pic>
    </p:spTree>
    <p:extLst>
      <p:ext uri="{BB962C8B-B14F-4D97-AF65-F5344CB8AC3E}">
        <p14:creationId xmlns:p14="http://schemas.microsoft.com/office/powerpoint/2010/main" val="592424249"/>
      </p:ext>
    </p:extLst>
  </p:cSld>
  <p:clrMapOvr>
    <a:masterClrMapping/>
  </p:clrMapOvr>
</p:sldLayout>
</file>

<file path=ppt/slideLayouts/slideLayout241.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rgbClr val="0E244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CA9207-D55A-2343-0E07-9C7A7C7227A6}"/>
              </a:ext>
            </a:extLst>
          </p:cNvPr>
          <p:cNvSpPr>
            <a:spLocks noGrp="1"/>
          </p:cNvSpPr>
          <p:nvPr>
            <p:ph type="title"/>
          </p:nvPr>
        </p:nvSpPr>
        <p:spPr>
          <a:xfrm>
            <a:off x="623888" y="1282304"/>
            <a:ext cx="7886700" cy="2139553"/>
          </a:xfr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F0BA5151-B436-F09D-ABB0-2A71FE085442}"/>
              </a:ext>
            </a:extLst>
          </p:cNvPr>
          <p:cNvSpPr>
            <a:spLocks noGrp="1"/>
          </p:cNvSpPr>
          <p:nvPr>
            <p:ph type="body" idx="1"/>
          </p:nvPr>
        </p:nvSpPr>
        <p:spPr>
          <a:xfrm>
            <a:off x="623888" y="3442098"/>
            <a:ext cx="7886700" cy="1125140"/>
          </a:xfrm>
        </p:spPr>
        <p:txBody>
          <a:bodyPr/>
          <a:lstStyle>
            <a:lvl1pPr marL="0" indent="0">
              <a:buNone/>
              <a:defRPr sz="1800">
                <a:solidFill>
                  <a:schemeClr val="bg1"/>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DD1BF6F-9281-AAE6-5EE8-2C816146E855}"/>
              </a:ext>
            </a:extLst>
          </p:cNvPr>
          <p:cNvSpPr>
            <a:spLocks noGrp="1"/>
          </p:cNvSpPr>
          <p:nvPr>
            <p:ph type="dt" sz="half" idx="10"/>
          </p:nvPr>
        </p:nvSpPr>
        <p:spPr/>
        <p:txBody>
          <a:bodyPr/>
          <a:lstStyle/>
          <a:p>
            <a:fld id="{2D28E938-E17A-41B5-A4F7-43996B6EEF8A}" type="datetimeFigureOut">
              <a:rPr lang="en-US" smtClean="0"/>
              <a:t>12/18/2025</a:t>
            </a:fld>
            <a:endParaRPr lang="en-US"/>
          </a:p>
        </p:txBody>
      </p:sp>
      <p:sp>
        <p:nvSpPr>
          <p:cNvPr id="5" name="Footer Placeholder 4">
            <a:extLst>
              <a:ext uri="{FF2B5EF4-FFF2-40B4-BE49-F238E27FC236}">
                <a16:creationId xmlns:a16="http://schemas.microsoft.com/office/drawing/2014/main" id="{AB1AD406-B8BC-7A94-7006-F2043AF0CDE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F95A218-AAA3-4262-A8A3-155A17CC366A}"/>
              </a:ext>
            </a:extLst>
          </p:cNvPr>
          <p:cNvSpPr>
            <a:spLocks noGrp="1"/>
          </p:cNvSpPr>
          <p:nvPr>
            <p:ph type="sldNum" sz="quarter" idx="12"/>
          </p:nvPr>
        </p:nvSpPr>
        <p:spPr/>
        <p:txBody>
          <a:bodyPr/>
          <a:lstStyle/>
          <a:p>
            <a:fld id="{869CBB90-D711-4B39-B6CE-19FB6DE6295D}" type="slidenum">
              <a:rPr lang="en-US" smtClean="0"/>
              <a:t>‹#›</a:t>
            </a:fld>
            <a:endParaRPr lang="en-US"/>
          </a:p>
        </p:txBody>
      </p:sp>
    </p:spTree>
    <p:extLst>
      <p:ext uri="{BB962C8B-B14F-4D97-AF65-F5344CB8AC3E}">
        <p14:creationId xmlns:p14="http://schemas.microsoft.com/office/powerpoint/2010/main" val="588403859"/>
      </p:ext>
    </p:extLst>
  </p:cSld>
  <p:clrMapOvr>
    <a:masterClrMapping/>
  </p:clrMapOvr>
</p:sldLayout>
</file>

<file path=ppt/slideLayouts/slideLayout242.xml><?xml version="1.0" encoding="utf-8"?>
<p:sldLayout xmlns:a="http://schemas.openxmlformats.org/drawingml/2006/main" xmlns:r="http://schemas.openxmlformats.org/officeDocument/2006/relationships" xmlns:p="http://schemas.openxmlformats.org/presentationml/2006/main" type="twoObj" preserve="1">
  <p:cSld name="Two Content">
    <p:bg>
      <p:bgPr>
        <a:solidFill>
          <a:srgbClr val="0E244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489B07-1C02-47AB-C51E-E30C513E0B8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EC80C9D-257D-6444-7C7F-3DCD4901F117}"/>
              </a:ext>
            </a:extLst>
          </p:cNvPr>
          <p:cNvSpPr>
            <a:spLocks noGrp="1"/>
          </p:cNvSpPr>
          <p:nvPr>
            <p:ph sz="half" idx="1"/>
          </p:nvPr>
        </p:nvSpPr>
        <p:spPr>
          <a:xfrm>
            <a:off x="6286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D6D5BE1-34F9-3127-ECBB-332132D4948B}"/>
              </a:ext>
            </a:extLst>
          </p:cNvPr>
          <p:cNvSpPr>
            <a:spLocks noGrp="1"/>
          </p:cNvSpPr>
          <p:nvPr>
            <p:ph sz="half" idx="2"/>
          </p:nvPr>
        </p:nvSpPr>
        <p:spPr>
          <a:xfrm>
            <a:off x="46291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036303A-3C55-D8E0-440C-2236B07C0E51}"/>
              </a:ext>
            </a:extLst>
          </p:cNvPr>
          <p:cNvSpPr>
            <a:spLocks noGrp="1"/>
          </p:cNvSpPr>
          <p:nvPr>
            <p:ph type="dt" sz="half" idx="10"/>
          </p:nvPr>
        </p:nvSpPr>
        <p:spPr/>
        <p:txBody>
          <a:bodyPr/>
          <a:lstStyle/>
          <a:p>
            <a:fld id="{2D28E938-E17A-41B5-A4F7-43996B6EEF8A}" type="datetimeFigureOut">
              <a:rPr lang="en-US" smtClean="0"/>
              <a:t>12/18/2025</a:t>
            </a:fld>
            <a:endParaRPr lang="en-US"/>
          </a:p>
        </p:txBody>
      </p:sp>
      <p:sp>
        <p:nvSpPr>
          <p:cNvPr id="6" name="Footer Placeholder 5">
            <a:extLst>
              <a:ext uri="{FF2B5EF4-FFF2-40B4-BE49-F238E27FC236}">
                <a16:creationId xmlns:a16="http://schemas.microsoft.com/office/drawing/2014/main" id="{8CF3AE78-9D8D-895A-C60D-F27A98241EB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D0646CF-6D10-36EE-2E76-614980983072}"/>
              </a:ext>
            </a:extLst>
          </p:cNvPr>
          <p:cNvSpPr>
            <a:spLocks noGrp="1"/>
          </p:cNvSpPr>
          <p:nvPr>
            <p:ph type="sldNum" sz="quarter" idx="12"/>
          </p:nvPr>
        </p:nvSpPr>
        <p:spPr/>
        <p:txBody>
          <a:bodyPr/>
          <a:lstStyle/>
          <a:p>
            <a:fld id="{869CBB90-D711-4B39-B6CE-19FB6DE6295D}" type="slidenum">
              <a:rPr lang="en-US" smtClean="0"/>
              <a:t>‹#›</a:t>
            </a:fld>
            <a:endParaRPr lang="en-US"/>
          </a:p>
        </p:txBody>
      </p:sp>
    </p:spTree>
    <p:extLst>
      <p:ext uri="{BB962C8B-B14F-4D97-AF65-F5344CB8AC3E}">
        <p14:creationId xmlns:p14="http://schemas.microsoft.com/office/powerpoint/2010/main" val="1556086275"/>
      </p:ext>
    </p:extLst>
  </p:cSld>
  <p:clrMapOvr>
    <a:masterClrMapping/>
  </p:clrMapOvr>
</p:sldLayout>
</file>

<file path=ppt/slideLayouts/slideLayout243.xml><?xml version="1.0" encoding="utf-8"?>
<p:sldLayout xmlns:a="http://schemas.openxmlformats.org/drawingml/2006/main" xmlns:r="http://schemas.openxmlformats.org/officeDocument/2006/relationships" xmlns:p="http://schemas.openxmlformats.org/presentationml/2006/main" type="twoTxTwoObj" preserve="1">
  <p:cSld name="Comparison">
    <p:bg>
      <p:bgPr>
        <a:solidFill>
          <a:srgbClr val="0E244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389A81-7D2F-01C1-E078-88E8A916E930}"/>
              </a:ext>
            </a:extLst>
          </p:cNvPr>
          <p:cNvSpPr>
            <a:spLocks noGrp="1"/>
          </p:cNvSpPr>
          <p:nvPr>
            <p:ph type="title"/>
          </p:nvPr>
        </p:nvSpPr>
        <p:spPr>
          <a:xfrm>
            <a:off x="629841" y="273844"/>
            <a:ext cx="7886700" cy="994172"/>
          </a:xfrm>
        </p:spPr>
        <p:txBody>
          <a:bodyPr/>
          <a:lstStyle/>
          <a:p>
            <a:r>
              <a:rPr lang="en-US"/>
              <a:t>Click to edit Master title style</a:t>
            </a:r>
          </a:p>
        </p:txBody>
      </p:sp>
      <p:sp>
        <p:nvSpPr>
          <p:cNvPr id="3" name="Text Placeholder 2">
            <a:extLst>
              <a:ext uri="{FF2B5EF4-FFF2-40B4-BE49-F238E27FC236}">
                <a16:creationId xmlns:a16="http://schemas.microsoft.com/office/drawing/2014/main" id="{AFDD7550-0AC6-68A6-7593-25251EE64655}"/>
              </a:ext>
            </a:extLst>
          </p:cNvPr>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378F2A38-DF39-A807-EF31-4A30F0889303}"/>
              </a:ext>
            </a:extLst>
          </p:cNvPr>
          <p:cNvSpPr>
            <a:spLocks noGrp="1"/>
          </p:cNvSpPr>
          <p:nvPr>
            <p:ph sz="half" idx="2"/>
          </p:nvPr>
        </p:nvSpPr>
        <p:spPr>
          <a:xfrm>
            <a:off x="629842" y="1878806"/>
            <a:ext cx="3868340"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237501E-F455-EA00-0787-115A66A05C19}"/>
              </a:ext>
            </a:extLst>
          </p:cNvPr>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B593E8D8-B4FD-AA5B-CF95-E213BC265E79}"/>
              </a:ext>
            </a:extLst>
          </p:cNvPr>
          <p:cNvSpPr>
            <a:spLocks noGrp="1"/>
          </p:cNvSpPr>
          <p:nvPr>
            <p:ph sz="quarter" idx="4"/>
          </p:nvPr>
        </p:nvSpPr>
        <p:spPr>
          <a:xfrm>
            <a:off x="4629150" y="1878806"/>
            <a:ext cx="3887391"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3F378A8-7FE0-92B4-811D-AEE2E62197EB}"/>
              </a:ext>
            </a:extLst>
          </p:cNvPr>
          <p:cNvSpPr>
            <a:spLocks noGrp="1"/>
          </p:cNvSpPr>
          <p:nvPr>
            <p:ph type="dt" sz="half" idx="10"/>
          </p:nvPr>
        </p:nvSpPr>
        <p:spPr/>
        <p:txBody>
          <a:bodyPr/>
          <a:lstStyle/>
          <a:p>
            <a:fld id="{2D28E938-E17A-41B5-A4F7-43996B6EEF8A}" type="datetimeFigureOut">
              <a:rPr lang="en-US" smtClean="0"/>
              <a:t>12/18/2025</a:t>
            </a:fld>
            <a:endParaRPr lang="en-US"/>
          </a:p>
        </p:txBody>
      </p:sp>
      <p:sp>
        <p:nvSpPr>
          <p:cNvPr id="8" name="Footer Placeholder 7">
            <a:extLst>
              <a:ext uri="{FF2B5EF4-FFF2-40B4-BE49-F238E27FC236}">
                <a16:creationId xmlns:a16="http://schemas.microsoft.com/office/drawing/2014/main" id="{65532E98-9134-C395-762C-AE37B702176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A1C2FE6-562C-CE1F-41F3-B8E5B25A10C8}"/>
              </a:ext>
            </a:extLst>
          </p:cNvPr>
          <p:cNvSpPr>
            <a:spLocks noGrp="1"/>
          </p:cNvSpPr>
          <p:nvPr>
            <p:ph type="sldNum" sz="quarter" idx="12"/>
          </p:nvPr>
        </p:nvSpPr>
        <p:spPr/>
        <p:txBody>
          <a:bodyPr/>
          <a:lstStyle/>
          <a:p>
            <a:fld id="{869CBB90-D711-4B39-B6CE-19FB6DE6295D}" type="slidenum">
              <a:rPr lang="en-US" smtClean="0"/>
              <a:t>‹#›</a:t>
            </a:fld>
            <a:endParaRPr lang="en-US"/>
          </a:p>
        </p:txBody>
      </p:sp>
    </p:spTree>
    <p:extLst>
      <p:ext uri="{BB962C8B-B14F-4D97-AF65-F5344CB8AC3E}">
        <p14:creationId xmlns:p14="http://schemas.microsoft.com/office/powerpoint/2010/main" val="999184434"/>
      </p:ext>
    </p:extLst>
  </p:cSld>
  <p:clrMapOvr>
    <a:masterClrMapping/>
  </p:clrMapOvr>
</p:sldLayout>
</file>

<file path=ppt/slideLayouts/slideLayout244.xml><?xml version="1.0" encoding="utf-8"?>
<p:sldLayout xmlns:a="http://schemas.openxmlformats.org/drawingml/2006/main" xmlns:r="http://schemas.openxmlformats.org/officeDocument/2006/relationships" xmlns:p="http://schemas.openxmlformats.org/presentationml/2006/main" type="titleOnly" preserve="1">
  <p:cSld name="Title Only">
    <p:bg>
      <p:bgPr>
        <a:solidFill>
          <a:srgbClr val="0E244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F9100A-9055-068D-3E6F-72E6225912F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98CA7A1-70A3-3B27-95DA-C3F0190F072E}"/>
              </a:ext>
            </a:extLst>
          </p:cNvPr>
          <p:cNvSpPr>
            <a:spLocks noGrp="1"/>
          </p:cNvSpPr>
          <p:nvPr>
            <p:ph type="dt" sz="half" idx="10"/>
          </p:nvPr>
        </p:nvSpPr>
        <p:spPr/>
        <p:txBody>
          <a:bodyPr/>
          <a:lstStyle/>
          <a:p>
            <a:fld id="{2D28E938-E17A-41B5-A4F7-43996B6EEF8A}" type="datetimeFigureOut">
              <a:rPr lang="en-US" smtClean="0"/>
              <a:t>12/18/2025</a:t>
            </a:fld>
            <a:endParaRPr lang="en-US"/>
          </a:p>
        </p:txBody>
      </p:sp>
      <p:sp>
        <p:nvSpPr>
          <p:cNvPr id="4" name="Footer Placeholder 3">
            <a:extLst>
              <a:ext uri="{FF2B5EF4-FFF2-40B4-BE49-F238E27FC236}">
                <a16:creationId xmlns:a16="http://schemas.microsoft.com/office/drawing/2014/main" id="{7F622EE3-2B3F-3EC1-2A15-0D3FFCEBEBD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77E5F9C-9242-3712-C3CD-9020A17805EF}"/>
              </a:ext>
            </a:extLst>
          </p:cNvPr>
          <p:cNvSpPr>
            <a:spLocks noGrp="1"/>
          </p:cNvSpPr>
          <p:nvPr>
            <p:ph type="sldNum" sz="quarter" idx="12"/>
          </p:nvPr>
        </p:nvSpPr>
        <p:spPr/>
        <p:txBody>
          <a:bodyPr/>
          <a:lstStyle/>
          <a:p>
            <a:fld id="{869CBB90-D711-4B39-B6CE-19FB6DE6295D}" type="slidenum">
              <a:rPr lang="en-US" smtClean="0"/>
              <a:t>‹#›</a:t>
            </a:fld>
            <a:endParaRPr lang="en-US"/>
          </a:p>
        </p:txBody>
      </p:sp>
    </p:spTree>
    <p:extLst>
      <p:ext uri="{BB962C8B-B14F-4D97-AF65-F5344CB8AC3E}">
        <p14:creationId xmlns:p14="http://schemas.microsoft.com/office/powerpoint/2010/main" val="3222980227"/>
      </p:ext>
    </p:extLst>
  </p:cSld>
  <p:clrMapOvr>
    <a:masterClrMapping/>
  </p:clrMapOvr>
</p:sldLayout>
</file>

<file path=ppt/slideLayouts/slideLayout245.xml><?xml version="1.0" encoding="utf-8"?>
<p:sldLayout xmlns:a="http://schemas.openxmlformats.org/drawingml/2006/main" xmlns:r="http://schemas.openxmlformats.org/officeDocument/2006/relationships" xmlns:p="http://schemas.openxmlformats.org/presentationml/2006/main" type="blank" preserve="1">
  <p:cSld name="Blank">
    <p:bg>
      <p:bgPr>
        <a:solidFill>
          <a:srgbClr val="0E2440"/>
        </a:solid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FFC70C8-4C54-AB72-9886-5BBA82E02C91}"/>
              </a:ext>
            </a:extLst>
          </p:cNvPr>
          <p:cNvSpPr>
            <a:spLocks noGrp="1"/>
          </p:cNvSpPr>
          <p:nvPr>
            <p:ph type="dt" sz="half" idx="10"/>
          </p:nvPr>
        </p:nvSpPr>
        <p:spPr/>
        <p:txBody>
          <a:bodyPr/>
          <a:lstStyle/>
          <a:p>
            <a:fld id="{2D28E938-E17A-41B5-A4F7-43996B6EEF8A}" type="datetimeFigureOut">
              <a:rPr lang="en-US" smtClean="0"/>
              <a:t>12/18/2025</a:t>
            </a:fld>
            <a:endParaRPr lang="en-US"/>
          </a:p>
        </p:txBody>
      </p:sp>
      <p:sp>
        <p:nvSpPr>
          <p:cNvPr id="3" name="Footer Placeholder 2">
            <a:extLst>
              <a:ext uri="{FF2B5EF4-FFF2-40B4-BE49-F238E27FC236}">
                <a16:creationId xmlns:a16="http://schemas.microsoft.com/office/drawing/2014/main" id="{FEC65584-C6D0-2D29-44B1-6EED93FC85F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E9E878D-9F6B-47DF-08C2-5AAAC11C037E}"/>
              </a:ext>
            </a:extLst>
          </p:cNvPr>
          <p:cNvSpPr>
            <a:spLocks noGrp="1"/>
          </p:cNvSpPr>
          <p:nvPr>
            <p:ph type="sldNum" sz="quarter" idx="12"/>
          </p:nvPr>
        </p:nvSpPr>
        <p:spPr/>
        <p:txBody>
          <a:bodyPr/>
          <a:lstStyle/>
          <a:p>
            <a:fld id="{869CBB90-D711-4B39-B6CE-19FB6DE6295D}" type="slidenum">
              <a:rPr lang="en-US" smtClean="0"/>
              <a:t>‹#›</a:t>
            </a:fld>
            <a:endParaRPr lang="en-US"/>
          </a:p>
        </p:txBody>
      </p:sp>
    </p:spTree>
    <p:extLst>
      <p:ext uri="{BB962C8B-B14F-4D97-AF65-F5344CB8AC3E}">
        <p14:creationId xmlns:p14="http://schemas.microsoft.com/office/powerpoint/2010/main" val="3773758263"/>
      </p:ext>
    </p:extLst>
  </p:cSld>
  <p:clrMapOvr>
    <a:masterClrMapping/>
  </p:clrMapOvr>
</p:sldLayout>
</file>

<file path=ppt/slideLayouts/slideLayout246.xml><?xml version="1.0" encoding="utf-8"?>
<p:sldLayout xmlns:a="http://schemas.openxmlformats.org/drawingml/2006/main" xmlns:r="http://schemas.openxmlformats.org/officeDocument/2006/relationships" xmlns:p="http://schemas.openxmlformats.org/presentationml/2006/main" type="objTx" preserve="1">
  <p:cSld name="Content with Caption">
    <p:bg>
      <p:bgPr>
        <a:solidFill>
          <a:srgbClr val="0E244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9ED44C-3432-9AAE-7183-DB70642F901A}"/>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FD0276D2-1207-A771-1776-BC0AEAA777FE}"/>
              </a:ext>
            </a:extLst>
          </p:cNvPr>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21947BD-9461-B588-1553-4613CC36EE33}"/>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230771CD-7F60-F77A-164F-7E527C810CE4}"/>
              </a:ext>
            </a:extLst>
          </p:cNvPr>
          <p:cNvSpPr>
            <a:spLocks noGrp="1"/>
          </p:cNvSpPr>
          <p:nvPr>
            <p:ph type="dt" sz="half" idx="10"/>
          </p:nvPr>
        </p:nvSpPr>
        <p:spPr/>
        <p:txBody>
          <a:bodyPr/>
          <a:lstStyle/>
          <a:p>
            <a:fld id="{2D28E938-E17A-41B5-A4F7-43996B6EEF8A}" type="datetimeFigureOut">
              <a:rPr lang="en-US" smtClean="0"/>
              <a:t>12/18/2025</a:t>
            </a:fld>
            <a:endParaRPr lang="en-US"/>
          </a:p>
        </p:txBody>
      </p:sp>
      <p:sp>
        <p:nvSpPr>
          <p:cNvPr id="6" name="Footer Placeholder 5">
            <a:extLst>
              <a:ext uri="{FF2B5EF4-FFF2-40B4-BE49-F238E27FC236}">
                <a16:creationId xmlns:a16="http://schemas.microsoft.com/office/drawing/2014/main" id="{199A378F-9386-0CDA-2045-675EFD54E52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28BD15C-EF12-E6F2-A966-012429ED4396}"/>
              </a:ext>
            </a:extLst>
          </p:cNvPr>
          <p:cNvSpPr>
            <a:spLocks noGrp="1"/>
          </p:cNvSpPr>
          <p:nvPr>
            <p:ph type="sldNum" sz="quarter" idx="12"/>
          </p:nvPr>
        </p:nvSpPr>
        <p:spPr/>
        <p:txBody>
          <a:bodyPr/>
          <a:lstStyle/>
          <a:p>
            <a:fld id="{869CBB90-D711-4B39-B6CE-19FB6DE6295D}" type="slidenum">
              <a:rPr lang="en-US" smtClean="0"/>
              <a:t>‹#›</a:t>
            </a:fld>
            <a:endParaRPr lang="en-US"/>
          </a:p>
        </p:txBody>
      </p:sp>
    </p:spTree>
    <p:extLst>
      <p:ext uri="{BB962C8B-B14F-4D97-AF65-F5344CB8AC3E}">
        <p14:creationId xmlns:p14="http://schemas.microsoft.com/office/powerpoint/2010/main" val="1371063185"/>
      </p:ext>
    </p:extLst>
  </p:cSld>
  <p:clrMapOvr>
    <a:masterClrMapping/>
  </p:clrMapOvr>
</p:sldLayout>
</file>

<file path=ppt/slideLayouts/slideLayout247.xml><?xml version="1.0" encoding="utf-8"?>
<p:sldLayout xmlns:a="http://schemas.openxmlformats.org/drawingml/2006/main" xmlns:r="http://schemas.openxmlformats.org/officeDocument/2006/relationships" xmlns:p="http://schemas.openxmlformats.org/presentationml/2006/main" type="picTx" preserve="1">
  <p:cSld name="Picture with Caption">
    <p:bg>
      <p:bgPr>
        <a:solidFill>
          <a:srgbClr val="0E244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DF813E-BA1B-0D5B-EE62-BBD7019B848F}"/>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D79CE355-5B11-8A7C-38B5-24E65929A03C}"/>
              </a:ext>
            </a:extLst>
          </p:cNvPr>
          <p:cNvSpPr>
            <a:spLocks noGrp="1"/>
          </p:cNvSpPr>
          <p:nvPr>
            <p:ph type="pic" idx="1"/>
          </p:nvPr>
        </p:nvSpPr>
        <p:spPr>
          <a:xfrm>
            <a:off x="3887391" y="740569"/>
            <a:ext cx="4629150" cy="3655219"/>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a:extLst>
              <a:ext uri="{FF2B5EF4-FFF2-40B4-BE49-F238E27FC236}">
                <a16:creationId xmlns:a16="http://schemas.microsoft.com/office/drawing/2014/main" id="{B817B79B-9286-55EB-031A-E8A7C898F90E}"/>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9ACDD9F2-8F73-2BBE-D4BE-DAA99975708E}"/>
              </a:ext>
            </a:extLst>
          </p:cNvPr>
          <p:cNvSpPr>
            <a:spLocks noGrp="1"/>
          </p:cNvSpPr>
          <p:nvPr>
            <p:ph type="dt" sz="half" idx="10"/>
          </p:nvPr>
        </p:nvSpPr>
        <p:spPr/>
        <p:txBody>
          <a:bodyPr/>
          <a:lstStyle/>
          <a:p>
            <a:fld id="{2D28E938-E17A-41B5-A4F7-43996B6EEF8A}" type="datetimeFigureOut">
              <a:rPr lang="en-US" smtClean="0"/>
              <a:t>12/18/2025</a:t>
            </a:fld>
            <a:endParaRPr lang="en-US"/>
          </a:p>
        </p:txBody>
      </p:sp>
      <p:sp>
        <p:nvSpPr>
          <p:cNvPr id="6" name="Footer Placeholder 5">
            <a:extLst>
              <a:ext uri="{FF2B5EF4-FFF2-40B4-BE49-F238E27FC236}">
                <a16:creationId xmlns:a16="http://schemas.microsoft.com/office/drawing/2014/main" id="{B4148FAB-FD9F-4A9E-C966-93E0624C0F2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AC489F3-24B4-B819-4F4D-6FD263965F34}"/>
              </a:ext>
            </a:extLst>
          </p:cNvPr>
          <p:cNvSpPr>
            <a:spLocks noGrp="1"/>
          </p:cNvSpPr>
          <p:nvPr>
            <p:ph type="sldNum" sz="quarter" idx="12"/>
          </p:nvPr>
        </p:nvSpPr>
        <p:spPr/>
        <p:txBody>
          <a:bodyPr/>
          <a:lstStyle/>
          <a:p>
            <a:fld id="{869CBB90-D711-4B39-B6CE-19FB6DE6295D}" type="slidenum">
              <a:rPr lang="en-US" smtClean="0"/>
              <a:t>‹#›</a:t>
            </a:fld>
            <a:endParaRPr lang="en-US"/>
          </a:p>
        </p:txBody>
      </p:sp>
    </p:spTree>
    <p:extLst>
      <p:ext uri="{BB962C8B-B14F-4D97-AF65-F5344CB8AC3E}">
        <p14:creationId xmlns:p14="http://schemas.microsoft.com/office/powerpoint/2010/main" val="3530175181"/>
      </p:ext>
    </p:extLst>
  </p:cSld>
  <p:clrMapOvr>
    <a:masterClrMapping/>
  </p:clrMapOvr>
</p:sldLayout>
</file>

<file path=ppt/slideLayouts/slideLayout248.xml><?xml version="1.0" encoding="utf-8"?>
<p:sldLayout xmlns:a="http://schemas.openxmlformats.org/drawingml/2006/main" xmlns:r="http://schemas.openxmlformats.org/officeDocument/2006/relationships" xmlns:p="http://schemas.openxmlformats.org/presentationml/2006/main" showMasterSp="0" type="twoObj" preserve="1">
  <p:cSld name="Three column shaded">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Click to edit title</a:t>
            </a:r>
          </a:p>
        </p:txBody>
      </p:sp>
      <p:sp>
        <p:nvSpPr>
          <p:cNvPr id="3" name="Content Placeholder 2"/>
          <p:cNvSpPr>
            <a:spLocks noGrp="1"/>
          </p:cNvSpPr>
          <p:nvPr>
            <p:ph sz="half" idx="1" hasCustomPrompt="1"/>
          </p:nvPr>
        </p:nvSpPr>
        <p:spPr>
          <a:xfrm>
            <a:off x="342900" y="1145286"/>
            <a:ext cx="2503170" cy="3346704"/>
          </a:xfrm>
          <a:solidFill>
            <a:srgbClr val="F4F4F4"/>
          </a:solidFill>
        </p:spPr>
        <p:txBody>
          <a:bodyPr lIns="182880" tIns="182880" rIns="91440" bIns="91440"/>
          <a:lstStyle>
            <a:lvl1pPr>
              <a:defRPr sz="1500"/>
            </a:lvl1pPr>
            <a:lvl2pPr>
              <a:defRPr sz="1500"/>
            </a:lvl2pPr>
            <a:lvl3pPr>
              <a:defRPr sz="1500"/>
            </a:lvl3pPr>
            <a:lvl4pPr>
              <a:defRPr sz="1500"/>
            </a:lvl4pPr>
            <a:lvl5pPr>
              <a:defRPr sz="15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hasCustomPrompt="1"/>
          </p:nvPr>
        </p:nvSpPr>
        <p:spPr>
          <a:xfrm>
            <a:off x="3319272" y="1145286"/>
            <a:ext cx="2503170" cy="3346704"/>
          </a:xfrm>
          <a:solidFill>
            <a:srgbClr val="F4F4F4"/>
          </a:solidFill>
        </p:spPr>
        <p:txBody>
          <a:bodyPr lIns="182880" tIns="182880" rIns="91440" bIns="91440"/>
          <a:lstStyle>
            <a:lvl1pPr>
              <a:defRPr sz="1500"/>
            </a:lvl1pPr>
            <a:lvl2pPr>
              <a:defRPr sz="1500"/>
            </a:lvl2pPr>
            <a:lvl3pPr>
              <a:defRPr sz="1500"/>
            </a:lvl3pPr>
            <a:lvl4pPr>
              <a:defRPr sz="1500"/>
            </a:lvl4pPr>
            <a:lvl5pPr>
              <a:defRPr sz="15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6" name="Content Placeholder 3">
            <a:extLst>
              <a:ext uri="{FF2B5EF4-FFF2-40B4-BE49-F238E27FC236}">
                <a16:creationId xmlns:a16="http://schemas.microsoft.com/office/drawing/2014/main" id="{13ADFCF5-3DAD-4A00-B1EE-30FF7A1A1DC5}"/>
              </a:ext>
            </a:extLst>
          </p:cNvPr>
          <p:cNvSpPr>
            <a:spLocks noGrp="1"/>
          </p:cNvSpPr>
          <p:nvPr>
            <p:ph sz="half" idx="10" hasCustomPrompt="1"/>
          </p:nvPr>
        </p:nvSpPr>
        <p:spPr>
          <a:xfrm>
            <a:off x="6295644" y="1145286"/>
            <a:ext cx="2503170" cy="3346704"/>
          </a:xfrm>
          <a:solidFill>
            <a:srgbClr val="F4F4F4"/>
          </a:solidFill>
        </p:spPr>
        <p:txBody>
          <a:bodyPr lIns="182880" tIns="182880" rIns="91440" bIns="91440"/>
          <a:lstStyle>
            <a:lvl1pPr>
              <a:defRPr sz="1500"/>
            </a:lvl1pPr>
            <a:lvl2pPr>
              <a:defRPr sz="1500"/>
            </a:lvl2pPr>
            <a:lvl3pPr>
              <a:defRPr sz="1500"/>
            </a:lvl3pPr>
            <a:lvl4pPr>
              <a:defRPr sz="1500"/>
            </a:lvl4pPr>
            <a:lvl5pPr>
              <a:defRPr sz="15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pic>
        <p:nvPicPr>
          <p:cNvPr id="7" name="Picture 6" descr="A white text on a black background&#10;&#10;AI-generated content may be incorrect.">
            <a:extLst>
              <a:ext uri="{FF2B5EF4-FFF2-40B4-BE49-F238E27FC236}">
                <a16:creationId xmlns:a16="http://schemas.microsoft.com/office/drawing/2014/main" id="{FFB03BC5-BEED-5BA0-254E-E77CCC8A7E5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367101" y="4660456"/>
            <a:ext cx="1431713" cy="262423"/>
          </a:xfrm>
          <a:prstGeom prst="rect">
            <a:avLst/>
          </a:prstGeom>
        </p:spPr>
      </p:pic>
    </p:spTree>
    <p:extLst>
      <p:ext uri="{BB962C8B-B14F-4D97-AF65-F5344CB8AC3E}">
        <p14:creationId xmlns:p14="http://schemas.microsoft.com/office/powerpoint/2010/main" val="337479291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49.xml><?xml version="1.0" encoding="utf-8"?>
<p:sldLayout xmlns:a="http://schemas.openxmlformats.org/drawingml/2006/main" xmlns:r="http://schemas.openxmlformats.org/officeDocument/2006/relationships" xmlns:p="http://schemas.openxmlformats.org/presentationml/2006/main" preserve="1">
  <p:cSld name="1_Divider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543050" y="1145286"/>
            <a:ext cx="3682746" cy="2201418"/>
          </a:xfrm>
        </p:spPr>
        <p:txBody>
          <a:bodyPr anchor="ctr" anchorCtr="0"/>
          <a:lstStyle>
            <a:lvl1pPr>
              <a:lnSpc>
                <a:spcPct val="100000"/>
              </a:lnSpc>
              <a:defRPr sz="2400">
                <a:solidFill>
                  <a:schemeClr val="bg1"/>
                </a:solidFill>
                <a:latin typeface="Roboto Black" panose="02000000000000000000" pitchFamily="2" charset="0"/>
                <a:ea typeface="Roboto Black" panose="02000000000000000000" pitchFamily="2" charset="0"/>
              </a:defRPr>
            </a:lvl1pPr>
          </a:lstStyle>
          <a:p>
            <a:r>
              <a:rPr lang="en-US"/>
              <a:t>Divider Slide</a:t>
            </a:r>
            <a:br>
              <a:rPr lang="en-US"/>
            </a:br>
            <a:r>
              <a:rPr lang="en-US"/>
              <a:t>30 Characters Max.</a:t>
            </a:r>
            <a:br>
              <a:rPr lang="en-US"/>
            </a:br>
            <a:r>
              <a:rPr lang="en-US"/>
              <a:t>Lorem Ipsum</a:t>
            </a:r>
          </a:p>
        </p:txBody>
      </p:sp>
      <p:sp>
        <p:nvSpPr>
          <p:cNvPr id="9" name="Rectangle 8">
            <a:extLst>
              <a:ext uri="{FF2B5EF4-FFF2-40B4-BE49-F238E27FC236}">
                <a16:creationId xmlns:a16="http://schemas.microsoft.com/office/drawing/2014/main" id="{2732D673-8A01-4D67-952F-C50DD619BB5A}"/>
              </a:ext>
            </a:extLst>
          </p:cNvPr>
          <p:cNvSpPr/>
          <p:nvPr/>
        </p:nvSpPr>
        <p:spPr>
          <a:xfrm>
            <a:off x="0" y="1014984"/>
            <a:ext cx="1316736" cy="2468880"/>
          </a:xfrm>
          <a:prstGeom prst="rect">
            <a:avLst/>
          </a:prstGeom>
          <a:solidFill>
            <a:srgbClr val="0044FF"/>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endParaRPr lang="en-US" sz="844"/>
          </a:p>
        </p:txBody>
      </p:sp>
      <p:sp>
        <p:nvSpPr>
          <p:cNvPr id="10" name="Rectangle 9">
            <a:extLst>
              <a:ext uri="{FF2B5EF4-FFF2-40B4-BE49-F238E27FC236}">
                <a16:creationId xmlns:a16="http://schemas.microsoft.com/office/drawing/2014/main" id="{BCD94C69-E2DB-4D1B-9563-7EE92CB777A0}"/>
              </a:ext>
            </a:extLst>
          </p:cNvPr>
          <p:cNvSpPr/>
          <p:nvPr/>
        </p:nvSpPr>
        <p:spPr>
          <a:xfrm>
            <a:off x="5356098" y="1014984"/>
            <a:ext cx="3785616" cy="2468880"/>
          </a:xfrm>
          <a:prstGeom prst="rect">
            <a:avLst/>
          </a:prstGeom>
          <a:solidFill>
            <a:srgbClr val="0044FF"/>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endParaRPr lang="en-US" sz="844"/>
          </a:p>
        </p:txBody>
      </p:sp>
    </p:spTree>
    <p:extLst>
      <p:ext uri="{BB962C8B-B14F-4D97-AF65-F5344CB8AC3E}">
        <p14:creationId xmlns:p14="http://schemas.microsoft.com/office/powerpoint/2010/main" val="385899752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50.xml><?xml version="1.0" encoding="utf-8"?>
<p:sldLayout xmlns:a="http://schemas.openxmlformats.org/drawingml/2006/main" xmlns:r="http://schemas.openxmlformats.org/officeDocument/2006/relationships" xmlns:p="http://schemas.openxmlformats.org/presentationml/2006/main" preserve="1">
  <p:cSld name="2_Divider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543050" y="1145286"/>
            <a:ext cx="3682746" cy="2201418"/>
          </a:xfrm>
        </p:spPr>
        <p:txBody>
          <a:bodyPr anchor="ctr" anchorCtr="0"/>
          <a:lstStyle>
            <a:lvl1pPr>
              <a:lnSpc>
                <a:spcPct val="100000"/>
              </a:lnSpc>
              <a:defRPr sz="2400">
                <a:solidFill>
                  <a:schemeClr val="bg1"/>
                </a:solidFill>
                <a:latin typeface="Roboto Black" panose="02000000000000000000" pitchFamily="2" charset="0"/>
                <a:ea typeface="Roboto Black" panose="02000000000000000000" pitchFamily="2" charset="0"/>
              </a:defRPr>
            </a:lvl1pPr>
          </a:lstStyle>
          <a:p>
            <a:r>
              <a:rPr lang="en-US"/>
              <a:t>Divider Slide</a:t>
            </a:r>
            <a:br>
              <a:rPr lang="en-US"/>
            </a:br>
            <a:r>
              <a:rPr lang="en-US"/>
              <a:t>30 Characters Max.</a:t>
            </a:r>
            <a:br>
              <a:rPr lang="en-US"/>
            </a:br>
            <a:r>
              <a:rPr lang="en-US"/>
              <a:t>Lorem Ipsum</a:t>
            </a:r>
          </a:p>
        </p:txBody>
      </p:sp>
      <p:sp>
        <p:nvSpPr>
          <p:cNvPr id="9" name="Rectangle 8">
            <a:extLst>
              <a:ext uri="{FF2B5EF4-FFF2-40B4-BE49-F238E27FC236}">
                <a16:creationId xmlns:a16="http://schemas.microsoft.com/office/drawing/2014/main" id="{2732D673-8A01-4D67-952F-C50DD619BB5A}"/>
              </a:ext>
            </a:extLst>
          </p:cNvPr>
          <p:cNvSpPr/>
          <p:nvPr/>
        </p:nvSpPr>
        <p:spPr>
          <a:xfrm>
            <a:off x="0" y="1014984"/>
            <a:ext cx="1316736" cy="2468880"/>
          </a:xfrm>
          <a:prstGeom prst="rect">
            <a:avLst/>
          </a:prstGeom>
          <a:solidFill>
            <a:srgbClr val="F6ECE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endParaRPr lang="en-US" sz="844"/>
          </a:p>
        </p:txBody>
      </p:sp>
      <p:sp>
        <p:nvSpPr>
          <p:cNvPr id="10" name="Rectangle 9">
            <a:extLst>
              <a:ext uri="{FF2B5EF4-FFF2-40B4-BE49-F238E27FC236}">
                <a16:creationId xmlns:a16="http://schemas.microsoft.com/office/drawing/2014/main" id="{BCD94C69-E2DB-4D1B-9563-7EE92CB777A0}"/>
              </a:ext>
            </a:extLst>
          </p:cNvPr>
          <p:cNvSpPr/>
          <p:nvPr/>
        </p:nvSpPr>
        <p:spPr>
          <a:xfrm>
            <a:off x="5356098" y="1014984"/>
            <a:ext cx="3785616" cy="2468880"/>
          </a:xfrm>
          <a:prstGeom prst="rect">
            <a:avLst/>
          </a:prstGeom>
          <a:solidFill>
            <a:srgbClr val="F6ECE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endParaRPr lang="en-US" sz="844"/>
          </a:p>
        </p:txBody>
      </p:sp>
    </p:spTree>
    <p:extLst>
      <p:ext uri="{BB962C8B-B14F-4D97-AF65-F5344CB8AC3E}">
        <p14:creationId xmlns:p14="http://schemas.microsoft.com/office/powerpoint/2010/main" val="75090572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5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52E2F-D9C1-4079-C3EF-CCBEB57A8D8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4E83DFC-0CF8-FB13-22FF-47CD84DE897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3AB5AC5-7964-5F08-29AD-FC9FF6543445}"/>
              </a:ext>
            </a:extLst>
          </p:cNvPr>
          <p:cNvSpPr>
            <a:spLocks noGrp="1"/>
          </p:cNvSpPr>
          <p:nvPr>
            <p:ph type="dt" sz="half" idx="10"/>
          </p:nvPr>
        </p:nvSpPr>
        <p:spPr/>
        <p:txBody>
          <a:bodyPr/>
          <a:lstStyle/>
          <a:p>
            <a:fld id="{2D28E938-E17A-41B5-A4F7-43996B6EEF8A}" type="datetimeFigureOut">
              <a:rPr lang="en-US" smtClean="0"/>
              <a:t>12/18/2025</a:t>
            </a:fld>
            <a:endParaRPr lang="en-US"/>
          </a:p>
        </p:txBody>
      </p:sp>
      <p:sp>
        <p:nvSpPr>
          <p:cNvPr id="5" name="Footer Placeholder 4">
            <a:extLst>
              <a:ext uri="{FF2B5EF4-FFF2-40B4-BE49-F238E27FC236}">
                <a16:creationId xmlns:a16="http://schemas.microsoft.com/office/drawing/2014/main" id="{48C54404-D83D-F339-FD40-260563118AF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2F91AC3-4A74-9654-C345-9AA20C070AE9}"/>
              </a:ext>
            </a:extLst>
          </p:cNvPr>
          <p:cNvSpPr>
            <a:spLocks noGrp="1"/>
          </p:cNvSpPr>
          <p:nvPr>
            <p:ph type="sldNum" sz="quarter" idx="12"/>
          </p:nvPr>
        </p:nvSpPr>
        <p:spPr/>
        <p:txBody>
          <a:bodyPr/>
          <a:lstStyle/>
          <a:p>
            <a:fld id="{869CBB90-D711-4B39-B6CE-19FB6DE6295D}" type="slidenum">
              <a:rPr lang="en-US" smtClean="0"/>
              <a:t>‹#›</a:t>
            </a:fld>
            <a:endParaRPr lang="en-US"/>
          </a:p>
        </p:txBody>
      </p:sp>
    </p:spTree>
    <p:extLst>
      <p:ext uri="{BB962C8B-B14F-4D97-AF65-F5344CB8AC3E}">
        <p14:creationId xmlns:p14="http://schemas.microsoft.com/office/powerpoint/2010/main" val="2848384391"/>
      </p:ext>
    </p:extLst>
  </p:cSld>
  <p:clrMapOvr>
    <a:masterClrMapping/>
  </p:clrMapOvr>
</p:sldLayout>
</file>

<file path=ppt/slideLayouts/slideLayout25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bg>
      <p:bgPr>
        <a:solidFill>
          <a:srgbClr val="0E2440"/>
        </a:solidFill>
        <a:effectLst/>
      </p:bgPr>
    </p:bg>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57ED388-0E83-1444-EB44-DE9D9006060E}"/>
              </a:ext>
            </a:extLst>
          </p:cNvPr>
          <p:cNvSpPr>
            <a:spLocks noGrp="1"/>
          </p:cNvSpPr>
          <p:nvPr>
            <p:ph type="title" orient="vert"/>
          </p:nvPr>
        </p:nvSpPr>
        <p:spPr>
          <a:xfrm>
            <a:off x="6543675" y="273844"/>
            <a:ext cx="1971675" cy="4358879"/>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21B75CB-E83C-FE7A-124A-5081D6B2967A}"/>
              </a:ext>
            </a:extLst>
          </p:cNvPr>
          <p:cNvSpPr>
            <a:spLocks noGrp="1"/>
          </p:cNvSpPr>
          <p:nvPr>
            <p:ph type="body" orient="vert" idx="1"/>
          </p:nvPr>
        </p:nvSpPr>
        <p:spPr>
          <a:xfrm>
            <a:off x="628650" y="273844"/>
            <a:ext cx="5800725" cy="43588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CD9DDD-3DF0-1F2C-A426-4104D0E11D31}"/>
              </a:ext>
            </a:extLst>
          </p:cNvPr>
          <p:cNvSpPr>
            <a:spLocks noGrp="1"/>
          </p:cNvSpPr>
          <p:nvPr>
            <p:ph type="dt" sz="half" idx="10"/>
          </p:nvPr>
        </p:nvSpPr>
        <p:spPr/>
        <p:txBody>
          <a:bodyPr/>
          <a:lstStyle/>
          <a:p>
            <a:fld id="{2D28E938-E17A-41B5-A4F7-43996B6EEF8A}" type="datetimeFigureOut">
              <a:rPr lang="en-US" smtClean="0"/>
              <a:t>12/18/2025</a:t>
            </a:fld>
            <a:endParaRPr lang="en-US"/>
          </a:p>
        </p:txBody>
      </p:sp>
      <p:sp>
        <p:nvSpPr>
          <p:cNvPr id="5" name="Footer Placeholder 4">
            <a:extLst>
              <a:ext uri="{FF2B5EF4-FFF2-40B4-BE49-F238E27FC236}">
                <a16:creationId xmlns:a16="http://schemas.microsoft.com/office/drawing/2014/main" id="{F3DBBA27-9C87-8F45-A80B-2FF57CD85C1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1FD580B-0608-A19B-E197-8C284E22F6A3}"/>
              </a:ext>
            </a:extLst>
          </p:cNvPr>
          <p:cNvSpPr>
            <a:spLocks noGrp="1"/>
          </p:cNvSpPr>
          <p:nvPr>
            <p:ph type="sldNum" sz="quarter" idx="12"/>
          </p:nvPr>
        </p:nvSpPr>
        <p:spPr/>
        <p:txBody>
          <a:bodyPr/>
          <a:lstStyle/>
          <a:p>
            <a:fld id="{869CBB90-D711-4B39-B6CE-19FB6DE6295D}" type="slidenum">
              <a:rPr lang="en-US" smtClean="0"/>
              <a:t>‹#›</a:t>
            </a:fld>
            <a:endParaRPr lang="en-US"/>
          </a:p>
        </p:txBody>
      </p:sp>
    </p:spTree>
    <p:extLst>
      <p:ext uri="{BB962C8B-B14F-4D97-AF65-F5344CB8AC3E}">
        <p14:creationId xmlns:p14="http://schemas.microsoft.com/office/powerpoint/2010/main" val="550745500"/>
      </p:ext>
    </p:extLst>
  </p:cSld>
  <p:clrMapOvr>
    <a:masterClrMapping/>
  </p:clrMapOvr>
</p:sldLayout>
</file>

<file path=ppt/slideLayouts/slideLayout253.xml><?xml version="1.0" encoding="utf-8"?>
<p:sldLayout xmlns:a="http://schemas.openxmlformats.org/drawingml/2006/main" xmlns:r="http://schemas.openxmlformats.org/officeDocument/2006/relationships" xmlns:p="http://schemas.openxmlformats.org/presentationml/2006/main" showMasterSp="0" type="tx" preserve="1">
  <p:cSld name="1_Blank, logo top left">
    <p:bg>
      <p:bgPr>
        <a:solidFill>
          <a:srgbClr val="FDFAF2"/>
        </a:solidFill>
        <a:effectLst/>
      </p:bgPr>
    </p:bg>
    <p:spTree>
      <p:nvGrpSpPr>
        <p:cNvPr id="1" name=""/>
        <p:cNvGrpSpPr/>
        <p:nvPr/>
      </p:nvGrpSpPr>
      <p:grpSpPr>
        <a:xfrm>
          <a:off x="0" y="0"/>
          <a:ext cx="0" cy="0"/>
          <a:chOff x="0" y="0"/>
          <a:chExt cx="0" cy="0"/>
        </a:xfrm>
      </p:grpSpPr>
      <p:pic>
        <p:nvPicPr>
          <p:cNvPr id="65" name="CGC logo.png" descr="CGC logo.png"/>
          <p:cNvPicPr>
            <a:picLocks noChangeAspect="1"/>
          </p:cNvPicPr>
          <p:nvPr/>
        </p:nvPicPr>
        <p:blipFill>
          <a:blip r:embed="rId2" cstate="hqprint">
            <a:extLst>
              <a:ext uri="{28A0092B-C50C-407E-A947-70E740481C1C}">
                <a14:useLocalDpi xmlns:a14="http://schemas.microsoft.com/office/drawing/2010/main"/>
              </a:ext>
            </a:extLst>
          </a:blip>
          <a:stretch>
            <a:fillRect/>
          </a:stretch>
        </p:blipFill>
        <p:spPr>
          <a:xfrm>
            <a:off x="285751" y="285750"/>
            <a:ext cx="1152525" cy="199894"/>
          </a:xfrm>
          <a:prstGeom prst="rect">
            <a:avLst/>
          </a:prstGeom>
          <a:ln w="12700">
            <a:miter lim="400000"/>
          </a:ln>
        </p:spPr>
      </p:pic>
      <p:sp>
        <p:nvSpPr>
          <p:cNvPr id="66" name="Slide Number"/>
          <p:cNvSpPr txBox="1">
            <a:spLocks noGrp="1"/>
          </p:cNvSpPr>
          <p:nvPr>
            <p:ph type="sldNum" sz="quarter" idx="2"/>
          </p:nvPr>
        </p:nvSpPr>
        <p:spPr>
          <a:prstGeom prst="rect">
            <a:avLst/>
          </a:prstGeom>
        </p:spPr>
        <p:txBody>
          <a:bodyPr/>
          <a:lstStyle/>
          <a:p>
            <a:fld id="{86CB4B4D-7CA3-9044-876B-883B54F8677D}" type="slidenum">
              <a:t>‹#›</a:t>
            </a:fld>
            <a:endParaRPr/>
          </a:p>
        </p:txBody>
      </p:sp>
      <p:sp>
        <p:nvSpPr>
          <p:cNvPr id="2" name="Rectangle 1">
            <a:extLst>
              <a:ext uri="{FF2B5EF4-FFF2-40B4-BE49-F238E27FC236}">
                <a16:creationId xmlns:a16="http://schemas.microsoft.com/office/drawing/2014/main" id="{76D68F3A-930F-54AE-C9DB-A89736DA3251}"/>
              </a:ext>
            </a:extLst>
          </p:cNvPr>
          <p:cNvSpPr>
            <a:spLocks noChangeAspect="1"/>
          </p:cNvSpPr>
          <p:nvPr userDrawn="1"/>
        </p:nvSpPr>
        <p:spPr>
          <a:xfrm>
            <a:off x="345192" y="961873"/>
            <a:ext cx="103849" cy="2076975"/>
          </a:xfrm>
          <a:prstGeom prst="rect">
            <a:avLst/>
          </a:prstGeom>
          <a:solidFill>
            <a:srgbClr val="0E2440"/>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endParaRPr lang="en-US" sz="844"/>
          </a:p>
        </p:txBody>
      </p:sp>
      <p:sp>
        <p:nvSpPr>
          <p:cNvPr id="3" name="Rectangle 2">
            <a:extLst>
              <a:ext uri="{FF2B5EF4-FFF2-40B4-BE49-F238E27FC236}">
                <a16:creationId xmlns:a16="http://schemas.microsoft.com/office/drawing/2014/main" id="{FF8AC326-FF11-389C-A95E-F0E1805A4EDA}"/>
              </a:ext>
            </a:extLst>
          </p:cNvPr>
          <p:cNvSpPr>
            <a:spLocks noChangeAspect="1"/>
          </p:cNvSpPr>
          <p:nvPr userDrawn="1"/>
        </p:nvSpPr>
        <p:spPr>
          <a:xfrm>
            <a:off x="6385887" y="961873"/>
            <a:ext cx="103849" cy="2076975"/>
          </a:xfrm>
          <a:prstGeom prst="rect">
            <a:avLst/>
          </a:prstGeom>
          <a:solidFill>
            <a:srgbClr val="0E2440"/>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endParaRPr lang="en-US" sz="844"/>
          </a:p>
        </p:txBody>
      </p:sp>
    </p:spTree>
    <p:extLst>
      <p:ext uri="{BB962C8B-B14F-4D97-AF65-F5344CB8AC3E}">
        <p14:creationId xmlns:p14="http://schemas.microsoft.com/office/powerpoint/2010/main" val="2721088568"/>
      </p:ext>
    </p:extLst>
  </p:cSld>
  <p:clrMapOvr>
    <a:masterClrMapping/>
  </p:clrMapOvr>
  <p:transition spd="med"/>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slideLayout" Target="../slideLayouts/slideLayout66.xml"/><Relationship Id="rId74" Type="http://schemas.openxmlformats.org/officeDocument/2006/relationships/slideLayout" Target="../slideLayouts/slideLayout74.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slideLayout" Target="../slideLayouts/slideLayout70.xml"/><Relationship Id="rId75" Type="http://schemas.openxmlformats.org/officeDocument/2006/relationships/slideLayout" Target="../slideLayouts/slideLayout75.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73" Type="http://schemas.openxmlformats.org/officeDocument/2006/relationships/slideLayout" Target="../slideLayouts/slideLayout73.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6" Type="http://schemas.openxmlformats.org/officeDocument/2006/relationships/theme" Target="../theme/theme1.xml"/><Relationship Id="rId7" Type="http://schemas.openxmlformats.org/officeDocument/2006/relationships/slideLayout" Target="../slideLayouts/slideLayout7.xml"/><Relationship Id="rId71" Type="http://schemas.openxmlformats.org/officeDocument/2006/relationships/slideLayout" Target="../slideLayouts/slideLayout71.xml"/></Relationships>
</file>

<file path=ppt/slideMasters/_rels/slideMaster2.xml.rels><?xml version="1.0" encoding="UTF-8" standalone="yes"?>
<Relationships xmlns="http://schemas.openxmlformats.org/package/2006/relationships"><Relationship Id="rId26" Type="http://schemas.openxmlformats.org/officeDocument/2006/relationships/slideLayout" Target="../slideLayouts/slideLayout101.xml"/><Relationship Id="rId21" Type="http://schemas.openxmlformats.org/officeDocument/2006/relationships/slideLayout" Target="../slideLayouts/slideLayout96.xml"/><Relationship Id="rId42" Type="http://schemas.openxmlformats.org/officeDocument/2006/relationships/slideLayout" Target="../slideLayouts/slideLayout117.xml"/><Relationship Id="rId47" Type="http://schemas.openxmlformats.org/officeDocument/2006/relationships/slideLayout" Target="../slideLayouts/slideLayout122.xml"/><Relationship Id="rId63" Type="http://schemas.openxmlformats.org/officeDocument/2006/relationships/slideLayout" Target="../slideLayouts/slideLayout138.xml"/><Relationship Id="rId68" Type="http://schemas.openxmlformats.org/officeDocument/2006/relationships/slideLayout" Target="../slideLayouts/slideLayout143.xml"/><Relationship Id="rId2" Type="http://schemas.openxmlformats.org/officeDocument/2006/relationships/slideLayout" Target="../slideLayouts/slideLayout77.xml"/><Relationship Id="rId16" Type="http://schemas.openxmlformats.org/officeDocument/2006/relationships/slideLayout" Target="../slideLayouts/slideLayout91.xml"/><Relationship Id="rId29" Type="http://schemas.openxmlformats.org/officeDocument/2006/relationships/slideLayout" Target="../slideLayouts/slideLayout104.xml"/><Relationship Id="rId11" Type="http://schemas.openxmlformats.org/officeDocument/2006/relationships/slideLayout" Target="../slideLayouts/slideLayout86.xml"/><Relationship Id="rId24" Type="http://schemas.openxmlformats.org/officeDocument/2006/relationships/slideLayout" Target="../slideLayouts/slideLayout99.xml"/><Relationship Id="rId32" Type="http://schemas.openxmlformats.org/officeDocument/2006/relationships/slideLayout" Target="../slideLayouts/slideLayout107.xml"/><Relationship Id="rId37" Type="http://schemas.openxmlformats.org/officeDocument/2006/relationships/slideLayout" Target="../slideLayouts/slideLayout112.xml"/><Relationship Id="rId40" Type="http://schemas.openxmlformats.org/officeDocument/2006/relationships/slideLayout" Target="../slideLayouts/slideLayout115.xml"/><Relationship Id="rId45" Type="http://schemas.openxmlformats.org/officeDocument/2006/relationships/slideLayout" Target="../slideLayouts/slideLayout120.xml"/><Relationship Id="rId53" Type="http://schemas.openxmlformats.org/officeDocument/2006/relationships/slideLayout" Target="../slideLayouts/slideLayout128.xml"/><Relationship Id="rId58" Type="http://schemas.openxmlformats.org/officeDocument/2006/relationships/slideLayout" Target="../slideLayouts/slideLayout133.xml"/><Relationship Id="rId66" Type="http://schemas.openxmlformats.org/officeDocument/2006/relationships/slideLayout" Target="../slideLayouts/slideLayout141.xml"/><Relationship Id="rId74" Type="http://schemas.openxmlformats.org/officeDocument/2006/relationships/theme" Target="../theme/theme2.xml"/><Relationship Id="rId5" Type="http://schemas.openxmlformats.org/officeDocument/2006/relationships/slideLayout" Target="../slideLayouts/slideLayout80.xml"/><Relationship Id="rId61" Type="http://schemas.openxmlformats.org/officeDocument/2006/relationships/slideLayout" Target="../slideLayouts/slideLayout136.xml"/><Relationship Id="rId19" Type="http://schemas.openxmlformats.org/officeDocument/2006/relationships/slideLayout" Target="../slideLayouts/slideLayout94.xml"/><Relationship Id="rId14" Type="http://schemas.openxmlformats.org/officeDocument/2006/relationships/slideLayout" Target="../slideLayouts/slideLayout89.xml"/><Relationship Id="rId22" Type="http://schemas.openxmlformats.org/officeDocument/2006/relationships/slideLayout" Target="../slideLayouts/slideLayout97.xml"/><Relationship Id="rId27" Type="http://schemas.openxmlformats.org/officeDocument/2006/relationships/slideLayout" Target="../slideLayouts/slideLayout102.xml"/><Relationship Id="rId30" Type="http://schemas.openxmlformats.org/officeDocument/2006/relationships/slideLayout" Target="../slideLayouts/slideLayout105.xml"/><Relationship Id="rId35" Type="http://schemas.openxmlformats.org/officeDocument/2006/relationships/slideLayout" Target="../slideLayouts/slideLayout110.xml"/><Relationship Id="rId43" Type="http://schemas.openxmlformats.org/officeDocument/2006/relationships/slideLayout" Target="../slideLayouts/slideLayout118.xml"/><Relationship Id="rId48" Type="http://schemas.openxmlformats.org/officeDocument/2006/relationships/slideLayout" Target="../slideLayouts/slideLayout123.xml"/><Relationship Id="rId56" Type="http://schemas.openxmlformats.org/officeDocument/2006/relationships/slideLayout" Target="../slideLayouts/slideLayout131.xml"/><Relationship Id="rId64" Type="http://schemas.openxmlformats.org/officeDocument/2006/relationships/slideLayout" Target="../slideLayouts/slideLayout139.xml"/><Relationship Id="rId69" Type="http://schemas.openxmlformats.org/officeDocument/2006/relationships/slideLayout" Target="../slideLayouts/slideLayout144.xml"/><Relationship Id="rId8" Type="http://schemas.openxmlformats.org/officeDocument/2006/relationships/slideLayout" Target="../slideLayouts/slideLayout83.xml"/><Relationship Id="rId51" Type="http://schemas.openxmlformats.org/officeDocument/2006/relationships/slideLayout" Target="../slideLayouts/slideLayout126.xml"/><Relationship Id="rId72" Type="http://schemas.openxmlformats.org/officeDocument/2006/relationships/slideLayout" Target="../slideLayouts/slideLayout147.xml"/><Relationship Id="rId3" Type="http://schemas.openxmlformats.org/officeDocument/2006/relationships/slideLayout" Target="../slideLayouts/slideLayout78.xml"/><Relationship Id="rId12" Type="http://schemas.openxmlformats.org/officeDocument/2006/relationships/slideLayout" Target="../slideLayouts/slideLayout87.xml"/><Relationship Id="rId17" Type="http://schemas.openxmlformats.org/officeDocument/2006/relationships/slideLayout" Target="../slideLayouts/slideLayout92.xml"/><Relationship Id="rId25" Type="http://schemas.openxmlformats.org/officeDocument/2006/relationships/slideLayout" Target="../slideLayouts/slideLayout100.xml"/><Relationship Id="rId33" Type="http://schemas.openxmlformats.org/officeDocument/2006/relationships/slideLayout" Target="../slideLayouts/slideLayout108.xml"/><Relationship Id="rId38" Type="http://schemas.openxmlformats.org/officeDocument/2006/relationships/slideLayout" Target="../slideLayouts/slideLayout113.xml"/><Relationship Id="rId46" Type="http://schemas.openxmlformats.org/officeDocument/2006/relationships/slideLayout" Target="../slideLayouts/slideLayout121.xml"/><Relationship Id="rId59" Type="http://schemas.openxmlformats.org/officeDocument/2006/relationships/slideLayout" Target="../slideLayouts/slideLayout134.xml"/><Relationship Id="rId67" Type="http://schemas.openxmlformats.org/officeDocument/2006/relationships/slideLayout" Target="../slideLayouts/slideLayout142.xml"/><Relationship Id="rId20" Type="http://schemas.openxmlformats.org/officeDocument/2006/relationships/slideLayout" Target="../slideLayouts/slideLayout95.xml"/><Relationship Id="rId41" Type="http://schemas.openxmlformats.org/officeDocument/2006/relationships/slideLayout" Target="../slideLayouts/slideLayout116.xml"/><Relationship Id="rId54" Type="http://schemas.openxmlformats.org/officeDocument/2006/relationships/slideLayout" Target="../slideLayouts/slideLayout129.xml"/><Relationship Id="rId62" Type="http://schemas.openxmlformats.org/officeDocument/2006/relationships/slideLayout" Target="../slideLayouts/slideLayout137.xml"/><Relationship Id="rId70" Type="http://schemas.openxmlformats.org/officeDocument/2006/relationships/slideLayout" Target="../slideLayouts/slideLayout145.xml"/><Relationship Id="rId1" Type="http://schemas.openxmlformats.org/officeDocument/2006/relationships/slideLayout" Target="../slideLayouts/slideLayout76.xml"/><Relationship Id="rId6" Type="http://schemas.openxmlformats.org/officeDocument/2006/relationships/slideLayout" Target="../slideLayouts/slideLayout81.xml"/><Relationship Id="rId15" Type="http://schemas.openxmlformats.org/officeDocument/2006/relationships/slideLayout" Target="../slideLayouts/slideLayout90.xml"/><Relationship Id="rId23" Type="http://schemas.openxmlformats.org/officeDocument/2006/relationships/slideLayout" Target="../slideLayouts/slideLayout98.xml"/><Relationship Id="rId28" Type="http://schemas.openxmlformats.org/officeDocument/2006/relationships/slideLayout" Target="../slideLayouts/slideLayout103.xml"/><Relationship Id="rId36" Type="http://schemas.openxmlformats.org/officeDocument/2006/relationships/slideLayout" Target="../slideLayouts/slideLayout111.xml"/><Relationship Id="rId49" Type="http://schemas.openxmlformats.org/officeDocument/2006/relationships/slideLayout" Target="../slideLayouts/slideLayout124.xml"/><Relationship Id="rId57" Type="http://schemas.openxmlformats.org/officeDocument/2006/relationships/slideLayout" Target="../slideLayouts/slideLayout132.xml"/><Relationship Id="rId10" Type="http://schemas.openxmlformats.org/officeDocument/2006/relationships/slideLayout" Target="../slideLayouts/slideLayout85.xml"/><Relationship Id="rId31" Type="http://schemas.openxmlformats.org/officeDocument/2006/relationships/slideLayout" Target="../slideLayouts/slideLayout106.xml"/><Relationship Id="rId44" Type="http://schemas.openxmlformats.org/officeDocument/2006/relationships/slideLayout" Target="../slideLayouts/slideLayout119.xml"/><Relationship Id="rId52" Type="http://schemas.openxmlformats.org/officeDocument/2006/relationships/slideLayout" Target="../slideLayouts/slideLayout127.xml"/><Relationship Id="rId60" Type="http://schemas.openxmlformats.org/officeDocument/2006/relationships/slideLayout" Target="../slideLayouts/slideLayout135.xml"/><Relationship Id="rId65" Type="http://schemas.openxmlformats.org/officeDocument/2006/relationships/slideLayout" Target="../slideLayouts/slideLayout140.xml"/><Relationship Id="rId73" Type="http://schemas.openxmlformats.org/officeDocument/2006/relationships/slideLayout" Target="../slideLayouts/slideLayout148.xml"/><Relationship Id="rId4" Type="http://schemas.openxmlformats.org/officeDocument/2006/relationships/slideLayout" Target="../slideLayouts/slideLayout79.xml"/><Relationship Id="rId9" Type="http://schemas.openxmlformats.org/officeDocument/2006/relationships/slideLayout" Target="../slideLayouts/slideLayout84.xml"/><Relationship Id="rId13" Type="http://schemas.openxmlformats.org/officeDocument/2006/relationships/slideLayout" Target="../slideLayouts/slideLayout88.xml"/><Relationship Id="rId18" Type="http://schemas.openxmlformats.org/officeDocument/2006/relationships/slideLayout" Target="../slideLayouts/slideLayout93.xml"/><Relationship Id="rId39" Type="http://schemas.openxmlformats.org/officeDocument/2006/relationships/slideLayout" Target="../slideLayouts/slideLayout114.xml"/><Relationship Id="rId34" Type="http://schemas.openxmlformats.org/officeDocument/2006/relationships/slideLayout" Target="../slideLayouts/slideLayout109.xml"/><Relationship Id="rId50" Type="http://schemas.openxmlformats.org/officeDocument/2006/relationships/slideLayout" Target="../slideLayouts/slideLayout125.xml"/><Relationship Id="rId55" Type="http://schemas.openxmlformats.org/officeDocument/2006/relationships/slideLayout" Target="../slideLayouts/slideLayout130.xml"/><Relationship Id="rId7" Type="http://schemas.openxmlformats.org/officeDocument/2006/relationships/slideLayout" Target="../slideLayouts/slideLayout82.xml"/><Relationship Id="rId71" Type="http://schemas.openxmlformats.org/officeDocument/2006/relationships/slideLayout" Target="../slideLayouts/slideLayout146.xml"/></Relationships>
</file>

<file path=ppt/slideMasters/_rels/slideMaster3.xml.rels><?xml version="1.0" encoding="UTF-8" standalone="yes"?>
<Relationships xmlns="http://schemas.openxmlformats.org/package/2006/relationships"><Relationship Id="rId26" Type="http://schemas.openxmlformats.org/officeDocument/2006/relationships/slideLayout" Target="../slideLayouts/slideLayout174.xml"/><Relationship Id="rId21" Type="http://schemas.openxmlformats.org/officeDocument/2006/relationships/slideLayout" Target="../slideLayouts/slideLayout169.xml"/><Relationship Id="rId42" Type="http://schemas.openxmlformats.org/officeDocument/2006/relationships/slideLayout" Target="../slideLayouts/slideLayout190.xml"/><Relationship Id="rId47" Type="http://schemas.openxmlformats.org/officeDocument/2006/relationships/slideLayout" Target="../slideLayouts/slideLayout195.xml"/><Relationship Id="rId63" Type="http://schemas.openxmlformats.org/officeDocument/2006/relationships/slideLayout" Target="../slideLayouts/slideLayout211.xml"/><Relationship Id="rId68" Type="http://schemas.openxmlformats.org/officeDocument/2006/relationships/slideLayout" Target="../slideLayouts/slideLayout216.xml"/><Relationship Id="rId2" Type="http://schemas.openxmlformats.org/officeDocument/2006/relationships/slideLayout" Target="../slideLayouts/slideLayout150.xml"/><Relationship Id="rId16" Type="http://schemas.openxmlformats.org/officeDocument/2006/relationships/slideLayout" Target="../slideLayouts/slideLayout164.xml"/><Relationship Id="rId29" Type="http://schemas.openxmlformats.org/officeDocument/2006/relationships/slideLayout" Target="../slideLayouts/slideLayout177.xml"/><Relationship Id="rId11" Type="http://schemas.openxmlformats.org/officeDocument/2006/relationships/slideLayout" Target="../slideLayouts/slideLayout159.xml"/><Relationship Id="rId24" Type="http://schemas.openxmlformats.org/officeDocument/2006/relationships/slideLayout" Target="../slideLayouts/slideLayout172.xml"/><Relationship Id="rId32" Type="http://schemas.openxmlformats.org/officeDocument/2006/relationships/slideLayout" Target="../slideLayouts/slideLayout180.xml"/><Relationship Id="rId37" Type="http://schemas.openxmlformats.org/officeDocument/2006/relationships/slideLayout" Target="../slideLayouts/slideLayout185.xml"/><Relationship Id="rId40" Type="http://schemas.openxmlformats.org/officeDocument/2006/relationships/slideLayout" Target="../slideLayouts/slideLayout188.xml"/><Relationship Id="rId45" Type="http://schemas.openxmlformats.org/officeDocument/2006/relationships/slideLayout" Target="../slideLayouts/slideLayout193.xml"/><Relationship Id="rId53" Type="http://schemas.openxmlformats.org/officeDocument/2006/relationships/slideLayout" Target="../slideLayouts/slideLayout201.xml"/><Relationship Id="rId58" Type="http://schemas.openxmlformats.org/officeDocument/2006/relationships/slideLayout" Target="../slideLayouts/slideLayout206.xml"/><Relationship Id="rId66" Type="http://schemas.openxmlformats.org/officeDocument/2006/relationships/slideLayout" Target="../slideLayouts/slideLayout214.xml"/><Relationship Id="rId74" Type="http://schemas.openxmlformats.org/officeDocument/2006/relationships/theme" Target="../theme/theme3.xml"/><Relationship Id="rId5" Type="http://schemas.openxmlformats.org/officeDocument/2006/relationships/slideLayout" Target="../slideLayouts/slideLayout153.xml"/><Relationship Id="rId61" Type="http://schemas.openxmlformats.org/officeDocument/2006/relationships/slideLayout" Target="../slideLayouts/slideLayout209.xml"/><Relationship Id="rId19" Type="http://schemas.openxmlformats.org/officeDocument/2006/relationships/slideLayout" Target="../slideLayouts/slideLayout167.xml"/><Relationship Id="rId14" Type="http://schemas.openxmlformats.org/officeDocument/2006/relationships/slideLayout" Target="../slideLayouts/slideLayout162.xml"/><Relationship Id="rId22" Type="http://schemas.openxmlformats.org/officeDocument/2006/relationships/slideLayout" Target="../slideLayouts/slideLayout170.xml"/><Relationship Id="rId27" Type="http://schemas.openxmlformats.org/officeDocument/2006/relationships/slideLayout" Target="../slideLayouts/slideLayout175.xml"/><Relationship Id="rId30" Type="http://schemas.openxmlformats.org/officeDocument/2006/relationships/slideLayout" Target="../slideLayouts/slideLayout178.xml"/><Relationship Id="rId35" Type="http://schemas.openxmlformats.org/officeDocument/2006/relationships/slideLayout" Target="../slideLayouts/slideLayout183.xml"/><Relationship Id="rId43" Type="http://schemas.openxmlformats.org/officeDocument/2006/relationships/slideLayout" Target="../slideLayouts/slideLayout191.xml"/><Relationship Id="rId48" Type="http://schemas.openxmlformats.org/officeDocument/2006/relationships/slideLayout" Target="../slideLayouts/slideLayout196.xml"/><Relationship Id="rId56" Type="http://schemas.openxmlformats.org/officeDocument/2006/relationships/slideLayout" Target="../slideLayouts/slideLayout204.xml"/><Relationship Id="rId64" Type="http://schemas.openxmlformats.org/officeDocument/2006/relationships/slideLayout" Target="../slideLayouts/slideLayout212.xml"/><Relationship Id="rId69" Type="http://schemas.openxmlformats.org/officeDocument/2006/relationships/slideLayout" Target="../slideLayouts/slideLayout217.xml"/><Relationship Id="rId8" Type="http://schemas.openxmlformats.org/officeDocument/2006/relationships/slideLayout" Target="../slideLayouts/slideLayout156.xml"/><Relationship Id="rId51" Type="http://schemas.openxmlformats.org/officeDocument/2006/relationships/slideLayout" Target="../slideLayouts/slideLayout199.xml"/><Relationship Id="rId72" Type="http://schemas.openxmlformats.org/officeDocument/2006/relationships/slideLayout" Target="../slideLayouts/slideLayout220.xml"/><Relationship Id="rId3" Type="http://schemas.openxmlformats.org/officeDocument/2006/relationships/slideLayout" Target="../slideLayouts/slideLayout151.xml"/><Relationship Id="rId12" Type="http://schemas.openxmlformats.org/officeDocument/2006/relationships/slideLayout" Target="../slideLayouts/slideLayout160.xml"/><Relationship Id="rId17" Type="http://schemas.openxmlformats.org/officeDocument/2006/relationships/slideLayout" Target="../slideLayouts/slideLayout165.xml"/><Relationship Id="rId25" Type="http://schemas.openxmlformats.org/officeDocument/2006/relationships/slideLayout" Target="../slideLayouts/slideLayout173.xml"/><Relationship Id="rId33" Type="http://schemas.openxmlformats.org/officeDocument/2006/relationships/slideLayout" Target="../slideLayouts/slideLayout181.xml"/><Relationship Id="rId38" Type="http://schemas.openxmlformats.org/officeDocument/2006/relationships/slideLayout" Target="../slideLayouts/slideLayout186.xml"/><Relationship Id="rId46" Type="http://schemas.openxmlformats.org/officeDocument/2006/relationships/slideLayout" Target="../slideLayouts/slideLayout194.xml"/><Relationship Id="rId59" Type="http://schemas.openxmlformats.org/officeDocument/2006/relationships/slideLayout" Target="../slideLayouts/slideLayout207.xml"/><Relationship Id="rId67" Type="http://schemas.openxmlformats.org/officeDocument/2006/relationships/slideLayout" Target="../slideLayouts/slideLayout215.xml"/><Relationship Id="rId20" Type="http://schemas.openxmlformats.org/officeDocument/2006/relationships/slideLayout" Target="../slideLayouts/slideLayout168.xml"/><Relationship Id="rId41" Type="http://schemas.openxmlformats.org/officeDocument/2006/relationships/slideLayout" Target="../slideLayouts/slideLayout189.xml"/><Relationship Id="rId54" Type="http://schemas.openxmlformats.org/officeDocument/2006/relationships/slideLayout" Target="../slideLayouts/slideLayout202.xml"/><Relationship Id="rId62" Type="http://schemas.openxmlformats.org/officeDocument/2006/relationships/slideLayout" Target="../slideLayouts/slideLayout210.xml"/><Relationship Id="rId70" Type="http://schemas.openxmlformats.org/officeDocument/2006/relationships/slideLayout" Target="../slideLayouts/slideLayout218.xml"/><Relationship Id="rId1" Type="http://schemas.openxmlformats.org/officeDocument/2006/relationships/slideLayout" Target="../slideLayouts/slideLayout149.xml"/><Relationship Id="rId6" Type="http://schemas.openxmlformats.org/officeDocument/2006/relationships/slideLayout" Target="../slideLayouts/slideLayout154.xml"/><Relationship Id="rId15" Type="http://schemas.openxmlformats.org/officeDocument/2006/relationships/slideLayout" Target="../slideLayouts/slideLayout163.xml"/><Relationship Id="rId23" Type="http://schemas.openxmlformats.org/officeDocument/2006/relationships/slideLayout" Target="../slideLayouts/slideLayout171.xml"/><Relationship Id="rId28" Type="http://schemas.openxmlformats.org/officeDocument/2006/relationships/slideLayout" Target="../slideLayouts/slideLayout176.xml"/><Relationship Id="rId36" Type="http://schemas.openxmlformats.org/officeDocument/2006/relationships/slideLayout" Target="../slideLayouts/slideLayout184.xml"/><Relationship Id="rId49" Type="http://schemas.openxmlformats.org/officeDocument/2006/relationships/slideLayout" Target="../slideLayouts/slideLayout197.xml"/><Relationship Id="rId57" Type="http://schemas.openxmlformats.org/officeDocument/2006/relationships/slideLayout" Target="../slideLayouts/slideLayout205.xml"/><Relationship Id="rId10" Type="http://schemas.openxmlformats.org/officeDocument/2006/relationships/slideLayout" Target="../slideLayouts/slideLayout158.xml"/><Relationship Id="rId31" Type="http://schemas.openxmlformats.org/officeDocument/2006/relationships/slideLayout" Target="../slideLayouts/slideLayout179.xml"/><Relationship Id="rId44" Type="http://schemas.openxmlformats.org/officeDocument/2006/relationships/slideLayout" Target="../slideLayouts/slideLayout192.xml"/><Relationship Id="rId52" Type="http://schemas.openxmlformats.org/officeDocument/2006/relationships/slideLayout" Target="../slideLayouts/slideLayout200.xml"/><Relationship Id="rId60" Type="http://schemas.openxmlformats.org/officeDocument/2006/relationships/slideLayout" Target="../slideLayouts/slideLayout208.xml"/><Relationship Id="rId65" Type="http://schemas.openxmlformats.org/officeDocument/2006/relationships/slideLayout" Target="../slideLayouts/slideLayout213.xml"/><Relationship Id="rId73" Type="http://schemas.openxmlformats.org/officeDocument/2006/relationships/slideLayout" Target="../slideLayouts/slideLayout221.xml"/><Relationship Id="rId4" Type="http://schemas.openxmlformats.org/officeDocument/2006/relationships/slideLayout" Target="../slideLayouts/slideLayout152.xml"/><Relationship Id="rId9" Type="http://schemas.openxmlformats.org/officeDocument/2006/relationships/slideLayout" Target="../slideLayouts/slideLayout157.xml"/><Relationship Id="rId13" Type="http://schemas.openxmlformats.org/officeDocument/2006/relationships/slideLayout" Target="../slideLayouts/slideLayout161.xml"/><Relationship Id="rId18" Type="http://schemas.openxmlformats.org/officeDocument/2006/relationships/slideLayout" Target="../slideLayouts/slideLayout166.xml"/><Relationship Id="rId39" Type="http://schemas.openxmlformats.org/officeDocument/2006/relationships/slideLayout" Target="../slideLayouts/slideLayout187.xml"/><Relationship Id="rId34" Type="http://schemas.openxmlformats.org/officeDocument/2006/relationships/slideLayout" Target="../slideLayouts/slideLayout182.xml"/><Relationship Id="rId50" Type="http://schemas.openxmlformats.org/officeDocument/2006/relationships/slideLayout" Target="../slideLayouts/slideLayout198.xml"/><Relationship Id="rId55" Type="http://schemas.openxmlformats.org/officeDocument/2006/relationships/slideLayout" Target="../slideLayouts/slideLayout203.xml"/><Relationship Id="rId7" Type="http://schemas.openxmlformats.org/officeDocument/2006/relationships/slideLayout" Target="../slideLayouts/slideLayout155.xml"/><Relationship Id="rId71" Type="http://schemas.openxmlformats.org/officeDocument/2006/relationships/slideLayout" Target="../slideLayouts/slideLayout219.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229.xml"/><Relationship Id="rId13" Type="http://schemas.openxmlformats.org/officeDocument/2006/relationships/slideLayout" Target="../slideLayouts/slideLayout234.xml"/><Relationship Id="rId18" Type="http://schemas.openxmlformats.org/officeDocument/2006/relationships/image" Target="../media/image42.png"/><Relationship Id="rId3" Type="http://schemas.openxmlformats.org/officeDocument/2006/relationships/slideLayout" Target="../slideLayouts/slideLayout224.xml"/><Relationship Id="rId7" Type="http://schemas.openxmlformats.org/officeDocument/2006/relationships/slideLayout" Target="../slideLayouts/slideLayout228.xml"/><Relationship Id="rId12" Type="http://schemas.openxmlformats.org/officeDocument/2006/relationships/slideLayout" Target="../slideLayouts/slideLayout233.xml"/><Relationship Id="rId17" Type="http://schemas.openxmlformats.org/officeDocument/2006/relationships/theme" Target="../theme/theme4.xml"/><Relationship Id="rId2" Type="http://schemas.openxmlformats.org/officeDocument/2006/relationships/slideLayout" Target="../slideLayouts/slideLayout223.xml"/><Relationship Id="rId16" Type="http://schemas.openxmlformats.org/officeDocument/2006/relationships/slideLayout" Target="../slideLayouts/slideLayout237.xml"/><Relationship Id="rId1" Type="http://schemas.openxmlformats.org/officeDocument/2006/relationships/slideLayout" Target="../slideLayouts/slideLayout222.xml"/><Relationship Id="rId6" Type="http://schemas.openxmlformats.org/officeDocument/2006/relationships/slideLayout" Target="../slideLayouts/slideLayout227.xml"/><Relationship Id="rId11" Type="http://schemas.openxmlformats.org/officeDocument/2006/relationships/slideLayout" Target="../slideLayouts/slideLayout232.xml"/><Relationship Id="rId5" Type="http://schemas.openxmlformats.org/officeDocument/2006/relationships/slideLayout" Target="../slideLayouts/slideLayout226.xml"/><Relationship Id="rId15" Type="http://schemas.openxmlformats.org/officeDocument/2006/relationships/slideLayout" Target="../slideLayouts/slideLayout236.xml"/><Relationship Id="rId10" Type="http://schemas.openxmlformats.org/officeDocument/2006/relationships/slideLayout" Target="../slideLayouts/slideLayout231.xml"/><Relationship Id="rId4" Type="http://schemas.openxmlformats.org/officeDocument/2006/relationships/slideLayout" Target="../slideLayouts/slideLayout225.xml"/><Relationship Id="rId9" Type="http://schemas.openxmlformats.org/officeDocument/2006/relationships/slideLayout" Target="../slideLayouts/slideLayout230.xml"/><Relationship Id="rId14" Type="http://schemas.openxmlformats.org/officeDocument/2006/relationships/slideLayout" Target="../slideLayouts/slideLayout235.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245.xml"/><Relationship Id="rId13" Type="http://schemas.openxmlformats.org/officeDocument/2006/relationships/slideLayout" Target="../slideLayouts/slideLayout250.xml"/><Relationship Id="rId18" Type="http://schemas.openxmlformats.org/officeDocument/2006/relationships/image" Target="../media/image42.png"/><Relationship Id="rId3" Type="http://schemas.openxmlformats.org/officeDocument/2006/relationships/slideLayout" Target="../slideLayouts/slideLayout240.xml"/><Relationship Id="rId7" Type="http://schemas.openxmlformats.org/officeDocument/2006/relationships/slideLayout" Target="../slideLayouts/slideLayout244.xml"/><Relationship Id="rId12" Type="http://schemas.openxmlformats.org/officeDocument/2006/relationships/slideLayout" Target="../slideLayouts/slideLayout249.xml"/><Relationship Id="rId17" Type="http://schemas.openxmlformats.org/officeDocument/2006/relationships/theme" Target="../theme/theme5.xml"/><Relationship Id="rId2" Type="http://schemas.openxmlformats.org/officeDocument/2006/relationships/slideLayout" Target="../slideLayouts/slideLayout239.xml"/><Relationship Id="rId16" Type="http://schemas.openxmlformats.org/officeDocument/2006/relationships/slideLayout" Target="../slideLayouts/slideLayout253.xml"/><Relationship Id="rId1" Type="http://schemas.openxmlformats.org/officeDocument/2006/relationships/slideLayout" Target="../slideLayouts/slideLayout238.xml"/><Relationship Id="rId6" Type="http://schemas.openxmlformats.org/officeDocument/2006/relationships/slideLayout" Target="../slideLayouts/slideLayout243.xml"/><Relationship Id="rId11" Type="http://schemas.openxmlformats.org/officeDocument/2006/relationships/slideLayout" Target="../slideLayouts/slideLayout248.xml"/><Relationship Id="rId5" Type="http://schemas.openxmlformats.org/officeDocument/2006/relationships/slideLayout" Target="../slideLayouts/slideLayout242.xml"/><Relationship Id="rId15" Type="http://schemas.openxmlformats.org/officeDocument/2006/relationships/slideLayout" Target="../slideLayouts/slideLayout252.xml"/><Relationship Id="rId10" Type="http://schemas.openxmlformats.org/officeDocument/2006/relationships/slideLayout" Target="../slideLayouts/slideLayout247.xml"/><Relationship Id="rId4" Type="http://schemas.openxmlformats.org/officeDocument/2006/relationships/slideLayout" Target="../slideLayouts/slideLayout241.xml"/><Relationship Id="rId9" Type="http://schemas.openxmlformats.org/officeDocument/2006/relationships/slideLayout" Target="../slideLayouts/slideLayout246.xml"/><Relationship Id="rId14" Type="http://schemas.openxmlformats.org/officeDocument/2006/relationships/slideLayout" Target="../slideLayouts/slideLayout25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DFAF2"/>
        </a:solidFill>
        <a:effectLst/>
      </p:bgPr>
    </p:bg>
    <p:spTree>
      <p:nvGrpSpPr>
        <p:cNvPr id="1" name=""/>
        <p:cNvGrpSpPr/>
        <p:nvPr/>
      </p:nvGrpSpPr>
      <p:grpSpPr>
        <a:xfrm>
          <a:off x="0" y="0"/>
          <a:ext cx="0" cy="0"/>
          <a:chOff x="0" y="0"/>
          <a:chExt cx="0" cy="0"/>
        </a:xfrm>
      </p:grpSpPr>
      <p:sp>
        <p:nvSpPr>
          <p:cNvPr id="6" name="Slide Number"/>
          <p:cNvSpPr txBox="1">
            <a:spLocks noGrp="1"/>
          </p:cNvSpPr>
          <p:nvPr>
            <p:ph type="sldNum" sz="quarter" idx="2"/>
          </p:nvPr>
        </p:nvSpPr>
        <p:spPr>
          <a:xfrm>
            <a:off x="8858250" y="4842465"/>
            <a:ext cx="208390" cy="218073"/>
          </a:xfrm>
          <a:prstGeom prst="rect">
            <a:avLst/>
          </a:prstGeom>
          <a:ln w="12700">
            <a:miter lim="400000"/>
          </a:ln>
        </p:spPr>
        <p:txBody>
          <a:bodyPr wrap="none" lIns="50800" tIns="50800" rIns="50800" bIns="50800" anchor="b">
            <a:spAutoFit/>
          </a:bodyPr>
          <a:lstStyle>
            <a:lvl1pPr defTabSz="309563">
              <a:lnSpc>
                <a:spcPts val="975"/>
              </a:lnSpc>
              <a:spcBef>
                <a:spcPts val="0"/>
              </a:spcBef>
              <a:defRPr sz="675">
                <a:solidFill>
                  <a:srgbClr val="000000"/>
                </a:solidFill>
                <a:latin typeface="+mj-lt"/>
                <a:ea typeface="Proxima Nova Medium"/>
                <a:cs typeface="Proxima Nova Medium"/>
                <a:sym typeface="Proxima Nova Medium"/>
              </a:defRPr>
            </a:lvl1pPr>
          </a:lstStyle>
          <a:p>
            <a:fld id="{86CB4B4D-7CA3-9044-876B-883B54F8677D}" type="slidenum">
              <a:rPr lang="en-GB" smtClean="0"/>
              <a:pPr/>
              <a:t>‹#›</a:t>
            </a:fld>
            <a:endParaRPr lang="en-GB"/>
          </a:p>
        </p:txBody>
      </p:sp>
      <p:sp>
        <p:nvSpPr>
          <p:cNvPr id="7" name="Title Placeholder 6">
            <a:extLst>
              <a:ext uri="{FF2B5EF4-FFF2-40B4-BE49-F238E27FC236}">
                <a16:creationId xmlns:a16="http://schemas.microsoft.com/office/drawing/2014/main" id="{401B34E9-3B84-CC23-6C34-84CB44782BB2}"/>
              </a:ext>
            </a:extLst>
          </p:cNvPr>
          <p:cNvSpPr>
            <a:spLocks noGrp="1"/>
          </p:cNvSpPr>
          <p:nvPr>
            <p:ph type="title"/>
          </p:nvPr>
        </p:nvSpPr>
        <p:spPr>
          <a:xfrm>
            <a:off x="628650" y="274638"/>
            <a:ext cx="7886700" cy="993775"/>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8" name="Text Placeholder 7">
            <a:extLst>
              <a:ext uri="{FF2B5EF4-FFF2-40B4-BE49-F238E27FC236}">
                <a16:creationId xmlns:a16="http://schemas.microsoft.com/office/drawing/2014/main" id="{546D27AC-5377-80C4-3473-7A8177BD79B5}"/>
              </a:ext>
            </a:extLst>
          </p:cNvPr>
          <p:cNvSpPr>
            <a:spLocks noGrp="1"/>
          </p:cNvSpPr>
          <p:nvPr>
            <p:ph type="body" idx="1"/>
          </p:nvPr>
        </p:nvSpPr>
        <p:spPr>
          <a:xfrm>
            <a:off x="628650" y="1370013"/>
            <a:ext cx="7886700" cy="3262312"/>
          </a:xfrm>
          <a:prstGeom prst="rect">
            <a:avLst/>
          </a:prstGeom>
        </p:spPr>
        <p:txBody>
          <a:bodyPr vert="horz" lIns="91440" tIns="45720" rIns="91440" bIns="45720" rtlCol="0">
            <a:normAutofit/>
          </a:bodyPr>
          <a:lstStyle/>
          <a:p>
            <a:pPr marL="0" lvl="0" indent="0" hangingPunct="1">
              <a:buNone/>
            </a:pPr>
            <a:r>
              <a:rPr lang="en-GB">
                <a:solidFill>
                  <a:srgbClr val="0F2240"/>
                </a:solidFill>
              </a:rPr>
              <a:t>Click to edit Master text styles</a:t>
            </a:r>
          </a:p>
          <a:p>
            <a:pPr marL="0" lvl="0" indent="0" hangingPunct="1">
              <a:buNone/>
            </a:pPr>
            <a:r>
              <a:rPr lang="en-GB" sz="1100">
                <a:solidFill>
                  <a:srgbClr val="0F2240"/>
                </a:solidFill>
                <a:latin typeface="+mj-lt"/>
              </a:rPr>
              <a:t>SECOND LEVEL</a:t>
            </a:r>
          </a:p>
          <a:p>
            <a:pPr marL="0" lvl="0" indent="0" hangingPunct="1">
              <a:buNone/>
            </a:pPr>
            <a:r>
              <a:rPr lang="en-GB" sz="900" b="1" i="0">
                <a:solidFill>
                  <a:srgbClr val="0F2240"/>
                </a:solidFill>
                <a:latin typeface="Lora" pitchFamily="2" charset="77"/>
              </a:rPr>
              <a:t>Third level</a:t>
            </a:r>
          </a:p>
          <a:p>
            <a:pPr marL="0" lvl="0" indent="0" hangingPunct="1">
              <a:buNone/>
            </a:pPr>
            <a:r>
              <a:rPr lang="en-GB" sz="1400">
                <a:solidFill>
                  <a:srgbClr val="0F2240"/>
                </a:solidFill>
              </a:rPr>
              <a:t>Fourth level</a:t>
            </a:r>
          </a:p>
          <a:p>
            <a:pPr marL="0" lvl="0" indent="0" hangingPunct="1">
              <a:buNone/>
            </a:pPr>
            <a:r>
              <a:rPr lang="en-GB" sz="900">
                <a:solidFill>
                  <a:srgbClr val="0F2240"/>
                </a:solidFill>
              </a:rPr>
              <a:t>Fifth level</a:t>
            </a:r>
            <a:endParaRPr lang="en-US" sz="900">
              <a:solidFill>
                <a:srgbClr val="0F2240"/>
              </a:solidFill>
            </a:endParaRPr>
          </a:p>
        </p:txBody>
      </p:sp>
    </p:spTree>
    <p:extLst>
      <p:ext uri="{BB962C8B-B14F-4D97-AF65-F5344CB8AC3E}">
        <p14:creationId xmlns:p14="http://schemas.microsoft.com/office/powerpoint/2010/main" val="3437465517"/>
      </p:ext>
    </p:extLst>
  </p:cSld>
  <p:clrMap bg1="lt1" tx1="dk1" bg2="lt2" tx2="dk2" accent1="accent1" accent2="accent2" accent3="accent3" accent4="accent4" accent5="accent5" accent6="accent6" hlink="hlink" folHlink="folHlink"/>
  <p:sldLayoutIdLst>
    <p:sldLayoutId id="2147483851" r:id="rId1"/>
    <p:sldLayoutId id="2147483852" r:id="rId2"/>
    <p:sldLayoutId id="2147483853" r:id="rId3"/>
    <p:sldLayoutId id="2147483925" r:id="rId4"/>
    <p:sldLayoutId id="2147483854" r:id="rId5"/>
    <p:sldLayoutId id="2147483855" r:id="rId6"/>
    <p:sldLayoutId id="2147483856" r:id="rId7"/>
    <p:sldLayoutId id="2147483857" r:id="rId8"/>
    <p:sldLayoutId id="2147483858" r:id="rId9"/>
    <p:sldLayoutId id="2147483859" r:id="rId10"/>
    <p:sldLayoutId id="2147483860" r:id="rId11"/>
    <p:sldLayoutId id="2147483861" r:id="rId12"/>
    <p:sldLayoutId id="2147483862" r:id="rId13"/>
    <p:sldLayoutId id="2147483863" r:id="rId14"/>
    <p:sldLayoutId id="2147483864" r:id="rId15"/>
    <p:sldLayoutId id="2147483865" r:id="rId16"/>
    <p:sldLayoutId id="2147483866" r:id="rId17"/>
    <p:sldLayoutId id="2147483867" r:id="rId18"/>
    <p:sldLayoutId id="2147483868" r:id="rId19"/>
    <p:sldLayoutId id="2147483869" r:id="rId20"/>
    <p:sldLayoutId id="2147483870" r:id="rId21"/>
    <p:sldLayoutId id="2147483871" r:id="rId22"/>
    <p:sldLayoutId id="2147483872" r:id="rId23"/>
    <p:sldLayoutId id="2147483873" r:id="rId24"/>
    <p:sldLayoutId id="2147483874" r:id="rId25"/>
    <p:sldLayoutId id="2147483875" r:id="rId26"/>
    <p:sldLayoutId id="2147483876" r:id="rId27"/>
    <p:sldLayoutId id="2147483877" r:id="rId28"/>
    <p:sldLayoutId id="2147483878" r:id="rId29"/>
    <p:sldLayoutId id="2147483879" r:id="rId30"/>
    <p:sldLayoutId id="2147483880" r:id="rId31"/>
    <p:sldLayoutId id="2147483881" r:id="rId32"/>
    <p:sldLayoutId id="2147483882" r:id="rId33"/>
    <p:sldLayoutId id="2147483883" r:id="rId34"/>
    <p:sldLayoutId id="2147483884" r:id="rId35"/>
    <p:sldLayoutId id="2147483885" r:id="rId36"/>
    <p:sldLayoutId id="2147483886" r:id="rId37"/>
    <p:sldLayoutId id="2147483887" r:id="rId38"/>
    <p:sldLayoutId id="2147483888" r:id="rId39"/>
    <p:sldLayoutId id="2147483889" r:id="rId40"/>
    <p:sldLayoutId id="2147483890" r:id="rId41"/>
    <p:sldLayoutId id="2147483891" r:id="rId42"/>
    <p:sldLayoutId id="2147483892" r:id="rId43"/>
    <p:sldLayoutId id="2147483893" r:id="rId44"/>
    <p:sldLayoutId id="2147483894" r:id="rId45"/>
    <p:sldLayoutId id="2147483895" r:id="rId46"/>
    <p:sldLayoutId id="2147483896" r:id="rId47"/>
    <p:sldLayoutId id="2147483897" r:id="rId48"/>
    <p:sldLayoutId id="2147483898" r:id="rId49"/>
    <p:sldLayoutId id="2147483899" r:id="rId50"/>
    <p:sldLayoutId id="2147483900" r:id="rId51"/>
    <p:sldLayoutId id="2147483901" r:id="rId52"/>
    <p:sldLayoutId id="2147483902" r:id="rId53"/>
    <p:sldLayoutId id="2147483903" r:id="rId54"/>
    <p:sldLayoutId id="2147483904" r:id="rId55"/>
    <p:sldLayoutId id="2147483905" r:id="rId56"/>
    <p:sldLayoutId id="2147483906" r:id="rId57"/>
    <p:sldLayoutId id="2147483907" r:id="rId58"/>
    <p:sldLayoutId id="2147483908" r:id="rId59"/>
    <p:sldLayoutId id="2147483909" r:id="rId60"/>
    <p:sldLayoutId id="2147483910" r:id="rId61"/>
    <p:sldLayoutId id="2147483911" r:id="rId62"/>
    <p:sldLayoutId id="2147483912" r:id="rId63"/>
    <p:sldLayoutId id="2147483913" r:id="rId64"/>
    <p:sldLayoutId id="2147483914" r:id="rId65"/>
    <p:sldLayoutId id="2147483915" r:id="rId66"/>
    <p:sldLayoutId id="2147483916" r:id="rId67"/>
    <p:sldLayoutId id="2147483917" r:id="rId68"/>
    <p:sldLayoutId id="2147483918" r:id="rId69"/>
    <p:sldLayoutId id="2147483919" r:id="rId70"/>
    <p:sldLayoutId id="2147483920" r:id="rId71"/>
    <p:sldLayoutId id="2147483921" r:id="rId72"/>
    <p:sldLayoutId id="2147483923" r:id="rId73"/>
    <p:sldLayoutId id="2147483924" r:id="rId74"/>
    <p:sldLayoutId id="2147483927" r:id="rId75"/>
  </p:sldLayoutIdLst>
  <p:transition spd="med"/>
  <p:txStyles>
    <p:titleStyle>
      <a:lvl1pPr marL="0" marR="0" indent="0" algn="l" defTabSz="309563" rtl="0" latinLnBrk="0">
        <a:lnSpc>
          <a:spcPct val="80000"/>
        </a:lnSpc>
        <a:spcBef>
          <a:spcPts val="0"/>
        </a:spcBef>
        <a:spcAft>
          <a:spcPts val="0"/>
        </a:spcAft>
        <a:buClrTx/>
        <a:buSzTx/>
        <a:buFontTx/>
        <a:buNone/>
        <a:tabLst/>
        <a:defRPr sz="4500" b="0" i="0" u="none" strike="noStrike" cap="none" spc="-44" baseline="0">
          <a:solidFill>
            <a:schemeClr val="tx1"/>
          </a:solidFill>
          <a:uFillTx/>
          <a:latin typeface="+mj-lt"/>
          <a:ea typeface="+mn-ea"/>
          <a:cs typeface="+mn-cs"/>
          <a:sym typeface="Druk Medium"/>
        </a:defRPr>
      </a:lvl1pPr>
      <a:lvl2pPr marL="0" marR="0" indent="171450" algn="l" defTabSz="309563" rtl="0" latinLnBrk="0">
        <a:lnSpc>
          <a:spcPct val="80000"/>
        </a:lnSpc>
        <a:spcBef>
          <a:spcPts val="0"/>
        </a:spcBef>
        <a:spcAft>
          <a:spcPts val="0"/>
        </a:spcAft>
        <a:buClrTx/>
        <a:buSzTx/>
        <a:buFontTx/>
        <a:buNone/>
        <a:tabLst/>
        <a:defRPr sz="4350" b="0" i="0" u="none" strike="noStrike" cap="all" spc="-44" baseline="0">
          <a:solidFill>
            <a:srgbClr val="00BFF3"/>
          </a:solidFill>
          <a:uFillTx/>
          <a:latin typeface="+mn-lt"/>
          <a:ea typeface="+mn-ea"/>
          <a:cs typeface="+mn-cs"/>
          <a:sym typeface="Druk Medium"/>
        </a:defRPr>
      </a:lvl2pPr>
      <a:lvl3pPr marL="0" marR="0" indent="342900" algn="l" defTabSz="309563" rtl="0" latinLnBrk="0">
        <a:lnSpc>
          <a:spcPct val="80000"/>
        </a:lnSpc>
        <a:spcBef>
          <a:spcPts val="0"/>
        </a:spcBef>
        <a:spcAft>
          <a:spcPts val="0"/>
        </a:spcAft>
        <a:buClrTx/>
        <a:buSzTx/>
        <a:buFontTx/>
        <a:buNone/>
        <a:tabLst/>
        <a:defRPr sz="4350" b="0" i="0" u="none" strike="noStrike" cap="all" spc="-44" baseline="0">
          <a:solidFill>
            <a:srgbClr val="00BFF3"/>
          </a:solidFill>
          <a:uFillTx/>
          <a:latin typeface="+mn-lt"/>
          <a:ea typeface="+mn-ea"/>
          <a:cs typeface="+mn-cs"/>
          <a:sym typeface="Druk Medium"/>
        </a:defRPr>
      </a:lvl3pPr>
      <a:lvl4pPr marL="0" marR="0" indent="514350" algn="l" defTabSz="309563" rtl="0" latinLnBrk="0">
        <a:lnSpc>
          <a:spcPct val="80000"/>
        </a:lnSpc>
        <a:spcBef>
          <a:spcPts val="0"/>
        </a:spcBef>
        <a:spcAft>
          <a:spcPts val="0"/>
        </a:spcAft>
        <a:buClrTx/>
        <a:buSzTx/>
        <a:buFontTx/>
        <a:buNone/>
        <a:tabLst/>
        <a:defRPr sz="4350" b="0" i="0" u="none" strike="noStrike" cap="all" spc="-44" baseline="0">
          <a:solidFill>
            <a:srgbClr val="00BFF3"/>
          </a:solidFill>
          <a:uFillTx/>
          <a:latin typeface="+mn-lt"/>
          <a:ea typeface="+mn-ea"/>
          <a:cs typeface="+mn-cs"/>
          <a:sym typeface="Druk Medium"/>
        </a:defRPr>
      </a:lvl4pPr>
      <a:lvl5pPr marL="0" marR="0" indent="685800" algn="l" defTabSz="309563" rtl="0" latinLnBrk="0">
        <a:lnSpc>
          <a:spcPct val="80000"/>
        </a:lnSpc>
        <a:spcBef>
          <a:spcPts val="0"/>
        </a:spcBef>
        <a:spcAft>
          <a:spcPts val="0"/>
        </a:spcAft>
        <a:buClrTx/>
        <a:buSzTx/>
        <a:buFontTx/>
        <a:buNone/>
        <a:tabLst/>
        <a:defRPr sz="4350" b="0" i="0" u="none" strike="noStrike" cap="all" spc="-44" baseline="0">
          <a:solidFill>
            <a:srgbClr val="00BFF3"/>
          </a:solidFill>
          <a:uFillTx/>
          <a:latin typeface="+mn-lt"/>
          <a:ea typeface="+mn-ea"/>
          <a:cs typeface="+mn-cs"/>
          <a:sym typeface="Druk Medium"/>
        </a:defRPr>
      </a:lvl5pPr>
      <a:lvl6pPr marL="0" marR="0" indent="857250" algn="l" defTabSz="309563" rtl="0" latinLnBrk="0">
        <a:lnSpc>
          <a:spcPct val="80000"/>
        </a:lnSpc>
        <a:spcBef>
          <a:spcPts val="0"/>
        </a:spcBef>
        <a:spcAft>
          <a:spcPts val="0"/>
        </a:spcAft>
        <a:buClrTx/>
        <a:buSzTx/>
        <a:buFontTx/>
        <a:buNone/>
        <a:tabLst/>
        <a:defRPr sz="4350" b="0" i="0" u="none" strike="noStrike" cap="all" spc="-44" baseline="0">
          <a:solidFill>
            <a:srgbClr val="00BFF3"/>
          </a:solidFill>
          <a:uFillTx/>
          <a:latin typeface="+mn-lt"/>
          <a:ea typeface="+mn-ea"/>
          <a:cs typeface="+mn-cs"/>
          <a:sym typeface="Druk Medium"/>
        </a:defRPr>
      </a:lvl6pPr>
      <a:lvl7pPr marL="0" marR="0" indent="1028700" algn="l" defTabSz="309563" rtl="0" latinLnBrk="0">
        <a:lnSpc>
          <a:spcPct val="80000"/>
        </a:lnSpc>
        <a:spcBef>
          <a:spcPts val="0"/>
        </a:spcBef>
        <a:spcAft>
          <a:spcPts val="0"/>
        </a:spcAft>
        <a:buClrTx/>
        <a:buSzTx/>
        <a:buFontTx/>
        <a:buNone/>
        <a:tabLst/>
        <a:defRPr sz="4350" b="0" i="0" u="none" strike="noStrike" cap="all" spc="-44" baseline="0">
          <a:solidFill>
            <a:srgbClr val="00BFF3"/>
          </a:solidFill>
          <a:uFillTx/>
          <a:latin typeface="+mn-lt"/>
          <a:ea typeface="+mn-ea"/>
          <a:cs typeface="+mn-cs"/>
          <a:sym typeface="Druk Medium"/>
        </a:defRPr>
      </a:lvl7pPr>
      <a:lvl8pPr marL="0" marR="0" indent="1200150" algn="l" defTabSz="309563" rtl="0" latinLnBrk="0">
        <a:lnSpc>
          <a:spcPct val="80000"/>
        </a:lnSpc>
        <a:spcBef>
          <a:spcPts val="0"/>
        </a:spcBef>
        <a:spcAft>
          <a:spcPts val="0"/>
        </a:spcAft>
        <a:buClrTx/>
        <a:buSzTx/>
        <a:buFontTx/>
        <a:buNone/>
        <a:tabLst/>
        <a:defRPr sz="4350" b="0" i="0" u="none" strike="noStrike" cap="all" spc="-44" baseline="0">
          <a:solidFill>
            <a:srgbClr val="00BFF3"/>
          </a:solidFill>
          <a:uFillTx/>
          <a:latin typeface="+mn-lt"/>
          <a:ea typeface="+mn-ea"/>
          <a:cs typeface="+mn-cs"/>
          <a:sym typeface="Druk Medium"/>
        </a:defRPr>
      </a:lvl8pPr>
      <a:lvl9pPr marL="0" marR="0" indent="1371600" algn="l" defTabSz="309563" rtl="0" latinLnBrk="0">
        <a:lnSpc>
          <a:spcPct val="80000"/>
        </a:lnSpc>
        <a:spcBef>
          <a:spcPts val="0"/>
        </a:spcBef>
        <a:spcAft>
          <a:spcPts val="0"/>
        </a:spcAft>
        <a:buClrTx/>
        <a:buSzTx/>
        <a:buFontTx/>
        <a:buNone/>
        <a:tabLst/>
        <a:defRPr sz="4350" b="0" i="0" u="none" strike="noStrike" cap="all" spc="-44" baseline="0">
          <a:solidFill>
            <a:srgbClr val="00BFF3"/>
          </a:solidFill>
          <a:uFillTx/>
          <a:latin typeface="+mn-lt"/>
          <a:ea typeface="+mn-ea"/>
          <a:cs typeface="+mn-cs"/>
          <a:sym typeface="Druk Medium"/>
        </a:defRPr>
      </a:lvl9pPr>
    </p:titleStyle>
    <p:bodyStyle>
      <a:lvl1pPr marL="183696" marR="0" indent="-183696" algn="l" defTabSz="219075" rtl="0" latinLnBrk="0">
        <a:lnSpc>
          <a:spcPct val="100000"/>
        </a:lnSpc>
        <a:spcBef>
          <a:spcPts val="900"/>
        </a:spcBef>
        <a:spcAft>
          <a:spcPts val="0"/>
        </a:spcAft>
        <a:buClr>
          <a:srgbClr val="57BEF0"/>
        </a:buClr>
        <a:buSzPct val="250000"/>
        <a:buFontTx/>
        <a:buChar char="-"/>
        <a:tabLst/>
        <a:defRPr lang="en-GB" sz="1100" b="0" i="0" u="none" strike="noStrike" cap="none" spc="0" baseline="0" smtClean="0">
          <a:solidFill>
            <a:schemeClr val="tx1"/>
          </a:solidFill>
          <a:uFillTx/>
          <a:latin typeface="Lora Regular"/>
          <a:ea typeface="Lora Regular"/>
          <a:cs typeface="Lora Regular"/>
          <a:sym typeface="Lora Regular"/>
        </a:defRPr>
      </a:lvl1pPr>
      <a:lvl2pPr marL="440871" marR="0" indent="-183696" algn="l" defTabSz="219075" rtl="0" latinLnBrk="0">
        <a:lnSpc>
          <a:spcPct val="100000"/>
        </a:lnSpc>
        <a:spcBef>
          <a:spcPts val="900"/>
        </a:spcBef>
        <a:spcAft>
          <a:spcPts val="0"/>
        </a:spcAft>
        <a:buClr>
          <a:srgbClr val="57BEF0"/>
        </a:buClr>
        <a:buSzPct val="250000"/>
        <a:buFontTx/>
        <a:buChar char="-"/>
        <a:tabLst/>
        <a:defRPr sz="1125" b="0" i="0" u="none" strike="noStrike" cap="none" spc="0" baseline="0">
          <a:solidFill>
            <a:srgbClr val="53585F"/>
          </a:solidFill>
          <a:uFillTx/>
          <a:latin typeface="Lora Regular"/>
          <a:ea typeface="Lora Regular"/>
          <a:cs typeface="Lora Regular"/>
          <a:sym typeface="Lora Regular"/>
        </a:defRPr>
      </a:lvl2pPr>
      <a:lvl3pPr marL="698046" marR="0" indent="-183696" algn="l" defTabSz="219075" rtl="0" latinLnBrk="0">
        <a:lnSpc>
          <a:spcPct val="100000"/>
        </a:lnSpc>
        <a:spcBef>
          <a:spcPts val="900"/>
        </a:spcBef>
        <a:spcAft>
          <a:spcPts val="0"/>
        </a:spcAft>
        <a:buClr>
          <a:srgbClr val="57BEF0"/>
        </a:buClr>
        <a:buSzPct val="250000"/>
        <a:buFontTx/>
        <a:buChar char="-"/>
        <a:tabLst/>
        <a:defRPr sz="1125" b="0" i="0" u="none" strike="noStrike" cap="none" spc="0" baseline="0">
          <a:solidFill>
            <a:srgbClr val="53585F"/>
          </a:solidFill>
          <a:uFillTx/>
          <a:latin typeface="Lora Regular"/>
          <a:ea typeface="Lora Regular"/>
          <a:cs typeface="Lora Regular"/>
          <a:sym typeface="Lora Regular"/>
        </a:defRPr>
      </a:lvl3pPr>
      <a:lvl4pPr marL="955221" marR="0" indent="-183696" algn="l" defTabSz="219075" rtl="0" latinLnBrk="0">
        <a:lnSpc>
          <a:spcPct val="100000"/>
        </a:lnSpc>
        <a:spcBef>
          <a:spcPts val="900"/>
        </a:spcBef>
        <a:spcAft>
          <a:spcPts val="0"/>
        </a:spcAft>
        <a:buClr>
          <a:srgbClr val="57BEF0"/>
        </a:buClr>
        <a:buSzPct val="250000"/>
        <a:buFontTx/>
        <a:buChar char="-"/>
        <a:tabLst/>
        <a:defRPr sz="1125" b="0" i="0" u="none" strike="noStrike" cap="none" spc="0" baseline="0">
          <a:solidFill>
            <a:srgbClr val="53585F"/>
          </a:solidFill>
          <a:uFillTx/>
          <a:latin typeface="Lora Regular"/>
          <a:ea typeface="Lora Regular"/>
          <a:cs typeface="Lora Regular"/>
          <a:sym typeface="Lora Regular"/>
        </a:defRPr>
      </a:lvl4pPr>
      <a:lvl5pPr marL="1212396" marR="0" indent="-183696" algn="l" defTabSz="219075" rtl="0" latinLnBrk="0">
        <a:lnSpc>
          <a:spcPct val="100000"/>
        </a:lnSpc>
        <a:spcBef>
          <a:spcPts val="900"/>
        </a:spcBef>
        <a:spcAft>
          <a:spcPts val="0"/>
        </a:spcAft>
        <a:buClr>
          <a:srgbClr val="57BEF0"/>
        </a:buClr>
        <a:buSzPct val="250000"/>
        <a:buFontTx/>
        <a:buChar char="-"/>
        <a:tabLst/>
        <a:defRPr sz="1125" b="0" i="0" u="none" strike="noStrike" cap="none" spc="0" baseline="0">
          <a:solidFill>
            <a:srgbClr val="53585F"/>
          </a:solidFill>
          <a:uFillTx/>
          <a:latin typeface="Lora Regular"/>
          <a:ea typeface="Lora Regular"/>
          <a:cs typeface="Lora Regular"/>
          <a:sym typeface="Lora Regular"/>
        </a:defRPr>
      </a:lvl5pPr>
      <a:lvl6pPr marL="1469571" marR="0" indent="-183696" algn="l" defTabSz="219075" rtl="0" latinLnBrk="0">
        <a:lnSpc>
          <a:spcPct val="100000"/>
        </a:lnSpc>
        <a:spcBef>
          <a:spcPts val="900"/>
        </a:spcBef>
        <a:spcAft>
          <a:spcPts val="0"/>
        </a:spcAft>
        <a:buClr>
          <a:srgbClr val="57BEF0"/>
        </a:buClr>
        <a:buSzPct val="250000"/>
        <a:buFontTx/>
        <a:buChar char="-"/>
        <a:tabLst/>
        <a:defRPr sz="1125" b="0" i="0" u="none" strike="noStrike" cap="none" spc="0" baseline="0">
          <a:solidFill>
            <a:srgbClr val="53585F"/>
          </a:solidFill>
          <a:uFillTx/>
          <a:latin typeface="Lora Regular"/>
          <a:ea typeface="Lora Regular"/>
          <a:cs typeface="Lora Regular"/>
          <a:sym typeface="Lora Regular"/>
        </a:defRPr>
      </a:lvl6pPr>
      <a:lvl7pPr marL="1726746" marR="0" indent="-183696" algn="l" defTabSz="219075" rtl="0" latinLnBrk="0">
        <a:lnSpc>
          <a:spcPct val="100000"/>
        </a:lnSpc>
        <a:spcBef>
          <a:spcPts val="900"/>
        </a:spcBef>
        <a:spcAft>
          <a:spcPts val="0"/>
        </a:spcAft>
        <a:buClr>
          <a:srgbClr val="57BEF0"/>
        </a:buClr>
        <a:buSzPct val="250000"/>
        <a:buFontTx/>
        <a:buChar char="-"/>
        <a:tabLst/>
        <a:defRPr sz="1125" b="0" i="0" u="none" strike="noStrike" cap="none" spc="0" baseline="0">
          <a:solidFill>
            <a:srgbClr val="53585F"/>
          </a:solidFill>
          <a:uFillTx/>
          <a:latin typeface="Lora Regular"/>
          <a:ea typeface="Lora Regular"/>
          <a:cs typeface="Lora Regular"/>
          <a:sym typeface="Lora Regular"/>
        </a:defRPr>
      </a:lvl7pPr>
      <a:lvl8pPr marL="1983921" marR="0" indent="-183696" algn="l" defTabSz="219075" rtl="0" latinLnBrk="0">
        <a:lnSpc>
          <a:spcPct val="100000"/>
        </a:lnSpc>
        <a:spcBef>
          <a:spcPts val="900"/>
        </a:spcBef>
        <a:spcAft>
          <a:spcPts val="0"/>
        </a:spcAft>
        <a:buClr>
          <a:srgbClr val="57BEF0"/>
        </a:buClr>
        <a:buSzPct val="250000"/>
        <a:buFontTx/>
        <a:buChar char="-"/>
        <a:tabLst/>
        <a:defRPr sz="1125" b="0" i="0" u="none" strike="noStrike" cap="none" spc="0" baseline="0">
          <a:solidFill>
            <a:srgbClr val="53585F"/>
          </a:solidFill>
          <a:uFillTx/>
          <a:latin typeface="Lora Regular"/>
          <a:ea typeface="Lora Regular"/>
          <a:cs typeface="Lora Regular"/>
          <a:sym typeface="Lora Regular"/>
        </a:defRPr>
      </a:lvl8pPr>
      <a:lvl9pPr marL="2241096" marR="0" indent="-183696" algn="l" defTabSz="219075" rtl="0" latinLnBrk="0">
        <a:lnSpc>
          <a:spcPct val="100000"/>
        </a:lnSpc>
        <a:spcBef>
          <a:spcPts val="900"/>
        </a:spcBef>
        <a:spcAft>
          <a:spcPts val="0"/>
        </a:spcAft>
        <a:buClr>
          <a:srgbClr val="57BEF0"/>
        </a:buClr>
        <a:buSzPct val="250000"/>
        <a:buFontTx/>
        <a:buChar char="-"/>
        <a:tabLst/>
        <a:defRPr sz="1125" b="0" i="0" u="none" strike="noStrike" cap="none" spc="0" baseline="0">
          <a:solidFill>
            <a:srgbClr val="53585F"/>
          </a:solidFill>
          <a:uFillTx/>
          <a:latin typeface="Lora Regular"/>
          <a:ea typeface="Lora Regular"/>
          <a:cs typeface="Lora Regular"/>
          <a:sym typeface="Lora Regular"/>
        </a:defRPr>
      </a:lvl9pPr>
    </p:bodyStyle>
    <p:otherStyle>
      <a:lvl1pPr marL="0" marR="0" indent="0" algn="l" defTabSz="309563" rtl="0" latinLnBrk="0">
        <a:lnSpc>
          <a:spcPts val="975"/>
        </a:lnSpc>
        <a:spcBef>
          <a:spcPts val="0"/>
        </a:spcBef>
        <a:spcAft>
          <a:spcPts val="0"/>
        </a:spcAft>
        <a:buClrTx/>
        <a:buSzTx/>
        <a:buFontTx/>
        <a:buNone/>
        <a:tabLst/>
        <a:defRPr sz="675" b="0" i="0" u="none" strike="noStrike" cap="none" spc="0" baseline="0">
          <a:solidFill>
            <a:schemeClr val="tx1"/>
          </a:solidFill>
          <a:uFillTx/>
          <a:latin typeface="+mn-lt"/>
          <a:ea typeface="+mn-ea"/>
          <a:cs typeface="+mn-cs"/>
          <a:sym typeface="Proxima Nova Medium"/>
        </a:defRPr>
      </a:lvl1pPr>
      <a:lvl2pPr marL="0" marR="0" indent="171450" algn="l" defTabSz="309563" rtl="0" latinLnBrk="0">
        <a:lnSpc>
          <a:spcPts val="975"/>
        </a:lnSpc>
        <a:spcBef>
          <a:spcPts val="0"/>
        </a:spcBef>
        <a:spcAft>
          <a:spcPts val="0"/>
        </a:spcAft>
        <a:buClrTx/>
        <a:buSzTx/>
        <a:buFontTx/>
        <a:buNone/>
        <a:tabLst/>
        <a:defRPr sz="675" b="0" i="0" u="none" strike="noStrike" cap="none" spc="0" baseline="0">
          <a:solidFill>
            <a:schemeClr val="tx1"/>
          </a:solidFill>
          <a:uFillTx/>
          <a:latin typeface="+mn-lt"/>
          <a:ea typeface="+mn-ea"/>
          <a:cs typeface="+mn-cs"/>
          <a:sym typeface="Proxima Nova Medium"/>
        </a:defRPr>
      </a:lvl2pPr>
      <a:lvl3pPr marL="0" marR="0" indent="342900" algn="l" defTabSz="309563" rtl="0" latinLnBrk="0">
        <a:lnSpc>
          <a:spcPts val="975"/>
        </a:lnSpc>
        <a:spcBef>
          <a:spcPts val="0"/>
        </a:spcBef>
        <a:spcAft>
          <a:spcPts val="0"/>
        </a:spcAft>
        <a:buClrTx/>
        <a:buSzTx/>
        <a:buFontTx/>
        <a:buNone/>
        <a:tabLst/>
        <a:defRPr sz="675" b="0" i="0" u="none" strike="noStrike" cap="none" spc="0" baseline="0">
          <a:solidFill>
            <a:schemeClr val="tx1"/>
          </a:solidFill>
          <a:uFillTx/>
          <a:latin typeface="+mn-lt"/>
          <a:ea typeface="+mn-ea"/>
          <a:cs typeface="+mn-cs"/>
          <a:sym typeface="Proxima Nova Medium"/>
        </a:defRPr>
      </a:lvl3pPr>
      <a:lvl4pPr marL="0" marR="0" indent="514350" algn="l" defTabSz="309563" rtl="0" latinLnBrk="0">
        <a:lnSpc>
          <a:spcPts val="975"/>
        </a:lnSpc>
        <a:spcBef>
          <a:spcPts val="0"/>
        </a:spcBef>
        <a:spcAft>
          <a:spcPts val="0"/>
        </a:spcAft>
        <a:buClrTx/>
        <a:buSzTx/>
        <a:buFontTx/>
        <a:buNone/>
        <a:tabLst/>
        <a:defRPr sz="675" b="0" i="0" u="none" strike="noStrike" cap="none" spc="0" baseline="0">
          <a:solidFill>
            <a:schemeClr val="tx1"/>
          </a:solidFill>
          <a:uFillTx/>
          <a:latin typeface="+mn-lt"/>
          <a:ea typeface="+mn-ea"/>
          <a:cs typeface="+mn-cs"/>
          <a:sym typeface="Proxima Nova Medium"/>
        </a:defRPr>
      </a:lvl4pPr>
      <a:lvl5pPr marL="0" marR="0" indent="685800" algn="l" defTabSz="309563" rtl="0" latinLnBrk="0">
        <a:lnSpc>
          <a:spcPts val="975"/>
        </a:lnSpc>
        <a:spcBef>
          <a:spcPts val="0"/>
        </a:spcBef>
        <a:spcAft>
          <a:spcPts val="0"/>
        </a:spcAft>
        <a:buClrTx/>
        <a:buSzTx/>
        <a:buFontTx/>
        <a:buNone/>
        <a:tabLst/>
        <a:defRPr sz="675" b="0" i="0" u="none" strike="noStrike" cap="none" spc="0" baseline="0">
          <a:solidFill>
            <a:schemeClr val="tx1"/>
          </a:solidFill>
          <a:uFillTx/>
          <a:latin typeface="+mn-lt"/>
          <a:ea typeface="+mn-ea"/>
          <a:cs typeface="+mn-cs"/>
          <a:sym typeface="Proxima Nova Medium"/>
        </a:defRPr>
      </a:lvl5pPr>
      <a:lvl6pPr marL="0" marR="0" indent="857250" algn="l" defTabSz="309563" rtl="0" latinLnBrk="0">
        <a:lnSpc>
          <a:spcPts val="975"/>
        </a:lnSpc>
        <a:spcBef>
          <a:spcPts val="0"/>
        </a:spcBef>
        <a:spcAft>
          <a:spcPts val="0"/>
        </a:spcAft>
        <a:buClrTx/>
        <a:buSzTx/>
        <a:buFontTx/>
        <a:buNone/>
        <a:tabLst/>
        <a:defRPr sz="675" b="0" i="0" u="none" strike="noStrike" cap="none" spc="0" baseline="0">
          <a:solidFill>
            <a:schemeClr val="tx1"/>
          </a:solidFill>
          <a:uFillTx/>
          <a:latin typeface="+mn-lt"/>
          <a:ea typeface="+mn-ea"/>
          <a:cs typeface="+mn-cs"/>
          <a:sym typeface="Proxima Nova Medium"/>
        </a:defRPr>
      </a:lvl6pPr>
      <a:lvl7pPr marL="0" marR="0" indent="1028700" algn="l" defTabSz="309563" rtl="0" latinLnBrk="0">
        <a:lnSpc>
          <a:spcPts val="975"/>
        </a:lnSpc>
        <a:spcBef>
          <a:spcPts val="0"/>
        </a:spcBef>
        <a:spcAft>
          <a:spcPts val="0"/>
        </a:spcAft>
        <a:buClrTx/>
        <a:buSzTx/>
        <a:buFontTx/>
        <a:buNone/>
        <a:tabLst/>
        <a:defRPr sz="675" b="0" i="0" u="none" strike="noStrike" cap="none" spc="0" baseline="0">
          <a:solidFill>
            <a:schemeClr val="tx1"/>
          </a:solidFill>
          <a:uFillTx/>
          <a:latin typeface="+mn-lt"/>
          <a:ea typeface="+mn-ea"/>
          <a:cs typeface="+mn-cs"/>
          <a:sym typeface="Proxima Nova Medium"/>
        </a:defRPr>
      </a:lvl7pPr>
      <a:lvl8pPr marL="0" marR="0" indent="1200150" algn="l" defTabSz="309563" rtl="0" latinLnBrk="0">
        <a:lnSpc>
          <a:spcPts val="975"/>
        </a:lnSpc>
        <a:spcBef>
          <a:spcPts val="0"/>
        </a:spcBef>
        <a:spcAft>
          <a:spcPts val="0"/>
        </a:spcAft>
        <a:buClrTx/>
        <a:buSzTx/>
        <a:buFontTx/>
        <a:buNone/>
        <a:tabLst/>
        <a:defRPr sz="675" b="0" i="0" u="none" strike="noStrike" cap="none" spc="0" baseline="0">
          <a:solidFill>
            <a:schemeClr val="tx1"/>
          </a:solidFill>
          <a:uFillTx/>
          <a:latin typeface="+mn-lt"/>
          <a:ea typeface="+mn-ea"/>
          <a:cs typeface="+mn-cs"/>
          <a:sym typeface="Proxima Nova Medium"/>
        </a:defRPr>
      </a:lvl8pPr>
      <a:lvl9pPr marL="0" marR="0" indent="1371600" algn="l" defTabSz="309563" rtl="0" latinLnBrk="0">
        <a:lnSpc>
          <a:spcPts val="975"/>
        </a:lnSpc>
        <a:spcBef>
          <a:spcPts val="0"/>
        </a:spcBef>
        <a:spcAft>
          <a:spcPts val="0"/>
        </a:spcAft>
        <a:buClrTx/>
        <a:buSzTx/>
        <a:buFontTx/>
        <a:buNone/>
        <a:tabLst/>
        <a:defRPr sz="675" b="0" i="0" u="none" strike="noStrike" cap="none" spc="0" baseline="0">
          <a:solidFill>
            <a:schemeClr val="tx1"/>
          </a:solidFill>
          <a:uFillTx/>
          <a:latin typeface="+mn-lt"/>
          <a:ea typeface="+mn-ea"/>
          <a:cs typeface="+mn-cs"/>
          <a:sym typeface="Proxima Nova Medium"/>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DFAF2"/>
        </a:solidFill>
        <a:effectLst/>
      </p:bgPr>
    </p:bg>
    <p:spTree>
      <p:nvGrpSpPr>
        <p:cNvPr id="1" name=""/>
        <p:cNvGrpSpPr/>
        <p:nvPr/>
      </p:nvGrpSpPr>
      <p:grpSpPr>
        <a:xfrm>
          <a:off x="0" y="0"/>
          <a:ext cx="0" cy="0"/>
          <a:chOff x="0" y="0"/>
          <a:chExt cx="0" cy="0"/>
        </a:xfrm>
      </p:grpSpPr>
      <p:sp>
        <p:nvSpPr>
          <p:cNvPr id="6" name="Slide Number"/>
          <p:cNvSpPr txBox="1">
            <a:spLocks noGrp="1"/>
          </p:cNvSpPr>
          <p:nvPr>
            <p:ph type="sldNum" sz="quarter" idx="2"/>
          </p:nvPr>
        </p:nvSpPr>
        <p:spPr>
          <a:xfrm>
            <a:off x="8858250" y="4842465"/>
            <a:ext cx="208390" cy="218073"/>
          </a:xfrm>
          <a:prstGeom prst="rect">
            <a:avLst/>
          </a:prstGeom>
          <a:ln w="12700">
            <a:miter lim="400000"/>
          </a:ln>
        </p:spPr>
        <p:txBody>
          <a:bodyPr wrap="none" lIns="50800" tIns="50800" rIns="50800" bIns="50800" anchor="b">
            <a:spAutoFit/>
          </a:bodyPr>
          <a:lstStyle>
            <a:lvl1pPr defTabSz="309563">
              <a:lnSpc>
                <a:spcPts val="975"/>
              </a:lnSpc>
              <a:spcBef>
                <a:spcPts val="0"/>
              </a:spcBef>
              <a:defRPr sz="675">
                <a:solidFill>
                  <a:srgbClr val="000000"/>
                </a:solidFill>
                <a:latin typeface="+mj-lt"/>
                <a:ea typeface="Proxima Nova Medium"/>
                <a:cs typeface="Proxima Nova Medium"/>
                <a:sym typeface="Proxima Nova Medium"/>
              </a:defRPr>
            </a:lvl1pPr>
          </a:lstStyle>
          <a:p>
            <a:fld id="{86CB4B4D-7CA3-9044-876B-883B54F8677D}" type="slidenum">
              <a:rPr lang="en-GB" smtClean="0"/>
              <a:pPr/>
              <a:t>‹#›</a:t>
            </a:fld>
            <a:endParaRPr lang="en-GB"/>
          </a:p>
        </p:txBody>
      </p:sp>
      <p:sp>
        <p:nvSpPr>
          <p:cNvPr id="7" name="Title Placeholder 6">
            <a:extLst>
              <a:ext uri="{FF2B5EF4-FFF2-40B4-BE49-F238E27FC236}">
                <a16:creationId xmlns:a16="http://schemas.microsoft.com/office/drawing/2014/main" id="{401B34E9-3B84-CC23-6C34-84CB44782BB2}"/>
              </a:ext>
            </a:extLst>
          </p:cNvPr>
          <p:cNvSpPr>
            <a:spLocks noGrp="1"/>
          </p:cNvSpPr>
          <p:nvPr>
            <p:ph type="title"/>
          </p:nvPr>
        </p:nvSpPr>
        <p:spPr>
          <a:xfrm>
            <a:off x="628650" y="274638"/>
            <a:ext cx="7886700" cy="993775"/>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8" name="Text Placeholder 7">
            <a:extLst>
              <a:ext uri="{FF2B5EF4-FFF2-40B4-BE49-F238E27FC236}">
                <a16:creationId xmlns:a16="http://schemas.microsoft.com/office/drawing/2014/main" id="{546D27AC-5377-80C4-3473-7A8177BD79B5}"/>
              </a:ext>
            </a:extLst>
          </p:cNvPr>
          <p:cNvSpPr>
            <a:spLocks noGrp="1"/>
          </p:cNvSpPr>
          <p:nvPr>
            <p:ph type="body" idx="1"/>
          </p:nvPr>
        </p:nvSpPr>
        <p:spPr>
          <a:xfrm>
            <a:off x="628650" y="1370013"/>
            <a:ext cx="7886700" cy="3262312"/>
          </a:xfrm>
          <a:prstGeom prst="rect">
            <a:avLst/>
          </a:prstGeom>
        </p:spPr>
        <p:txBody>
          <a:bodyPr vert="horz" lIns="91440" tIns="45720" rIns="91440" bIns="45720" rtlCol="0">
            <a:normAutofit/>
          </a:bodyPr>
          <a:lstStyle/>
          <a:p>
            <a:pPr marL="0" lvl="0" indent="0" hangingPunct="1">
              <a:buNone/>
            </a:pPr>
            <a:r>
              <a:rPr lang="en-GB">
                <a:solidFill>
                  <a:srgbClr val="0F2240"/>
                </a:solidFill>
              </a:rPr>
              <a:t>Click to edit Master text styles</a:t>
            </a:r>
          </a:p>
          <a:p>
            <a:pPr marL="0" lvl="0" indent="0" hangingPunct="1">
              <a:buNone/>
            </a:pPr>
            <a:r>
              <a:rPr lang="en-GB" sz="1100">
                <a:solidFill>
                  <a:srgbClr val="0F2240"/>
                </a:solidFill>
                <a:latin typeface="+mj-lt"/>
              </a:rPr>
              <a:t>SECOND LEVEL</a:t>
            </a:r>
          </a:p>
          <a:p>
            <a:pPr marL="0" lvl="0" indent="0" hangingPunct="1">
              <a:buNone/>
            </a:pPr>
            <a:r>
              <a:rPr lang="en-GB" sz="900" b="1" i="0">
                <a:solidFill>
                  <a:srgbClr val="0F2240"/>
                </a:solidFill>
                <a:latin typeface="Lora" pitchFamily="2" charset="77"/>
              </a:rPr>
              <a:t>Third level</a:t>
            </a:r>
          </a:p>
          <a:p>
            <a:pPr marL="0" lvl="0" indent="0" hangingPunct="1">
              <a:buNone/>
            </a:pPr>
            <a:r>
              <a:rPr lang="en-GB" sz="1400">
                <a:solidFill>
                  <a:srgbClr val="0F2240"/>
                </a:solidFill>
              </a:rPr>
              <a:t>Fourth level</a:t>
            </a:r>
          </a:p>
          <a:p>
            <a:pPr marL="0" lvl="0" indent="0" hangingPunct="1">
              <a:buNone/>
            </a:pPr>
            <a:r>
              <a:rPr lang="en-GB" sz="900">
                <a:solidFill>
                  <a:srgbClr val="0F2240"/>
                </a:solidFill>
              </a:rPr>
              <a:t>Fifth level</a:t>
            </a:r>
            <a:endParaRPr lang="en-US" sz="900">
              <a:solidFill>
                <a:srgbClr val="0F2240"/>
              </a:solidFill>
            </a:endParaRPr>
          </a:p>
        </p:txBody>
      </p:sp>
    </p:spTree>
    <p:extLst>
      <p:ext uri="{BB962C8B-B14F-4D97-AF65-F5344CB8AC3E}">
        <p14:creationId xmlns:p14="http://schemas.microsoft.com/office/powerpoint/2010/main" val="179501135"/>
      </p:ext>
    </p:extLst>
  </p:cSld>
  <p:clrMap bg1="lt1" tx1="dk1" bg2="lt2" tx2="dk2" accent1="accent1" accent2="accent2" accent3="accent3" accent4="accent4" accent5="accent5" accent6="accent6" hlink="hlink" folHlink="folHlink"/>
  <p:sldLayoutIdLst>
    <p:sldLayoutId id="2147484007" r:id="rId1"/>
    <p:sldLayoutId id="2147484008" r:id="rId2"/>
    <p:sldLayoutId id="2147484009" r:id="rId3"/>
    <p:sldLayoutId id="2147484010" r:id="rId4"/>
    <p:sldLayoutId id="2147484011" r:id="rId5"/>
    <p:sldLayoutId id="2147484012" r:id="rId6"/>
    <p:sldLayoutId id="2147484013" r:id="rId7"/>
    <p:sldLayoutId id="2147484014" r:id="rId8"/>
    <p:sldLayoutId id="2147484015" r:id="rId9"/>
    <p:sldLayoutId id="2147484016" r:id="rId10"/>
    <p:sldLayoutId id="2147484017" r:id="rId11"/>
    <p:sldLayoutId id="2147484018" r:id="rId12"/>
    <p:sldLayoutId id="2147484019" r:id="rId13"/>
    <p:sldLayoutId id="2147484020" r:id="rId14"/>
    <p:sldLayoutId id="2147484021" r:id="rId15"/>
    <p:sldLayoutId id="2147484022" r:id="rId16"/>
    <p:sldLayoutId id="2147484023" r:id="rId17"/>
    <p:sldLayoutId id="2147484024" r:id="rId18"/>
    <p:sldLayoutId id="2147484025" r:id="rId19"/>
    <p:sldLayoutId id="2147484026" r:id="rId20"/>
    <p:sldLayoutId id="2147484027" r:id="rId21"/>
    <p:sldLayoutId id="2147484028" r:id="rId22"/>
    <p:sldLayoutId id="2147484029" r:id="rId23"/>
    <p:sldLayoutId id="2147484030" r:id="rId24"/>
    <p:sldLayoutId id="2147484031" r:id="rId25"/>
    <p:sldLayoutId id="2147484032" r:id="rId26"/>
    <p:sldLayoutId id="2147484033" r:id="rId27"/>
    <p:sldLayoutId id="2147484034" r:id="rId28"/>
    <p:sldLayoutId id="2147484035" r:id="rId29"/>
    <p:sldLayoutId id="2147484036" r:id="rId30"/>
    <p:sldLayoutId id="2147484037" r:id="rId31"/>
    <p:sldLayoutId id="2147484038" r:id="rId32"/>
    <p:sldLayoutId id="2147484039" r:id="rId33"/>
    <p:sldLayoutId id="2147484040" r:id="rId34"/>
    <p:sldLayoutId id="2147484041" r:id="rId35"/>
    <p:sldLayoutId id="2147484042" r:id="rId36"/>
    <p:sldLayoutId id="2147484043" r:id="rId37"/>
    <p:sldLayoutId id="2147484044" r:id="rId38"/>
    <p:sldLayoutId id="2147484045" r:id="rId39"/>
    <p:sldLayoutId id="2147484046" r:id="rId40"/>
    <p:sldLayoutId id="2147484047" r:id="rId41"/>
    <p:sldLayoutId id="2147484048" r:id="rId42"/>
    <p:sldLayoutId id="2147484049" r:id="rId43"/>
    <p:sldLayoutId id="2147484050" r:id="rId44"/>
    <p:sldLayoutId id="2147484051" r:id="rId45"/>
    <p:sldLayoutId id="2147484052" r:id="rId46"/>
    <p:sldLayoutId id="2147484053" r:id="rId47"/>
    <p:sldLayoutId id="2147484054" r:id="rId48"/>
    <p:sldLayoutId id="2147484055" r:id="rId49"/>
    <p:sldLayoutId id="2147484056" r:id="rId50"/>
    <p:sldLayoutId id="2147484057" r:id="rId51"/>
    <p:sldLayoutId id="2147484058" r:id="rId52"/>
    <p:sldLayoutId id="2147484059" r:id="rId53"/>
    <p:sldLayoutId id="2147484060" r:id="rId54"/>
    <p:sldLayoutId id="2147484061" r:id="rId55"/>
    <p:sldLayoutId id="2147484062" r:id="rId56"/>
    <p:sldLayoutId id="2147484063" r:id="rId57"/>
    <p:sldLayoutId id="2147484064" r:id="rId58"/>
    <p:sldLayoutId id="2147484065" r:id="rId59"/>
    <p:sldLayoutId id="2147484066" r:id="rId60"/>
    <p:sldLayoutId id="2147484067" r:id="rId61"/>
    <p:sldLayoutId id="2147484068" r:id="rId62"/>
    <p:sldLayoutId id="2147484069" r:id="rId63"/>
    <p:sldLayoutId id="2147484070" r:id="rId64"/>
    <p:sldLayoutId id="2147484071" r:id="rId65"/>
    <p:sldLayoutId id="2147484072" r:id="rId66"/>
    <p:sldLayoutId id="2147484073" r:id="rId67"/>
    <p:sldLayoutId id="2147484074" r:id="rId68"/>
    <p:sldLayoutId id="2147484075" r:id="rId69"/>
    <p:sldLayoutId id="2147484076" r:id="rId70"/>
    <p:sldLayoutId id="2147484077" r:id="rId71"/>
    <p:sldLayoutId id="2147484078" r:id="rId72"/>
    <p:sldLayoutId id="2147484079" r:id="rId73"/>
  </p:sldLayoutIdLst>
  <p:transition spd="med"/>
  <p:txStyles>
    <p:titleStyle>
      <a:lvl1pPr marL="0" marR="0" indent="0" algn="l" defTabSz="309563" rtl="0" latinLnBrk="0">
        <a:lnSpc>
          <a:spcPct val="80000"/>
        </a:lnSpc>
        <a:spcBef>
          <a:spcPts val="0"/>
        </a:spcBef>
        <a:spcAft>
          <a:spcPts val="0"/>
        </a:spcAft>
        <a:buClrTx/>
        <a:buSzTx/>
        <a:buFontTx/>
        <a:buNone/>
        <a:tabLst/>
        <a:defRPr sz="4500" b="0" i="0" u="none" strike="noStrike" cap="none" spc="-44" baseline="0">
          <a:solidFill>
            <a:schemeClr val="tx1"/>
          </a:solidFill>
          <a:uFillTx/>
          <a:latin typeface="+mj-lt"/>
          <a:ea typeface="+mn-ea"/>
          <a:cs typeface="+mn-cs"/>
          <a:sym typeface="Druk Medium"/>
        </a:defRPr>
      </a:lvl1pPr>
      <a:lvl2pPr marL="0" marR="0" indent="171450" algn="l" defTabSz="309563" rtl="0" latinLnBrk="0">
        <a:lnSpc>
          <a:spcPct val="80000"/>
        </a:lnSpc>
        <a:spcBef>
          <a:spcPts val="0"/>
        </a:spcBef>
        <a:spcAft>
          <a:spcPts val="0"/>
        </a:spcAft>
        <a:buClrTx/>
        <a:buSzTx/>
        <a:buFontTx/>
        <a:buNone/>
        <a:tabLst/>
        <a:defRPr sz="4350" b="0" i="0" u="none" strike="noStrike" cap="all" spc="-44" baseline="0">
          <a:solidFill>
            <a:srgbClr val="00BFF3"/>
          </a:solidFill>
          <a:uFillTx/>
          <a:latin typeface="+mn-lt"/>
          <a:ea typeface="+mn-ea"/>
          <a:cs typeface="+mn-cs"/>
          <a:sym typeface="Druk Medium"/>
        </a:defRPr>
      </a:lvl2pPr>
      <a:lvl3pPr marL="0" marR="0" indent="342900" algn="l" defTabSz="309563" rtl="0" latinLnBrk="0">
        <a:lnSpc>
          <a:spcPct val="80000"/>
        </a:lnSpc>
        <a:spcBef>
          <a:spcPts val="0"/>
        </a:spcBef>
        <a:spcAft>
          <a:spcPts val="0"/>
        </a:spcAft>
        <a:buClrTx/>
        <a:buSzTx/>
        <a:buFontTx/>
        <a:buNone/>
        <a:tabLst/>
        <a:defRPr sz="4350" b="0" i="0" u="none" strike="noStrike" cap="all" spc="-44" baseline="0">
          <a:solidFill>
            <a:srgbClr val="00BFF3"/>
          </a:solidFill>
          <a:uFillTx/>
          <a:latin typeface="+mn-lt"/>
          <a:ea typeface="+mn-ea"/>
          <a:cs typeface="+mn-cs"/>
          <a:sym typeface="Druk Medium"/>
        </a:defRPr>
      </a:lvl3pPr>
      <a:lvl4pPr marL="0" marR="0" indent="514350" algn="l" defTabSz="309563" rtl="0" latinLnBrk="0">
        <a:lnSpc>
          <a:spcPct val="80000"/>
        </a:lnSpc>
        <a:spcBef>
          <a:spcPts val="0"/>
        </a:spcBef>
        <a:spcAft>
          <a:spcPts val="0"/>
        </a:spcAft>
        <a:buClrTx/>
        <a:buSzTx/>
        <a:buFontTx/>
        <a:buNone/>
        <a:tabLst/>
        <a:defRPr sz="4350" b="0" i="0" u="none" strike="noStrike" cap="all" spc="-44" baseline="0">
          <a:solidFill>
            <a:srgbClr val="00BFF3"/>
          </a:solidFill>
          <a:uFillTx/>
          <a:latin typeface="+mn-lt"/>
          <a:ea typeface="+mn-ea"/>
          <a:cs typeface="+mn-cs"/>
          <a:sym typeface="Druk Medium"/>
        </a:defRPr>
      </a:lvl4pPr>
      <a:lvl5pPr marL="0" marR="0" indent="685800" algn="l" defTabSz="309563" rtl="0" latinLnBrk="0">
        <a:lnSpc>
          <a:spcPct val="80000"/>
        </a:lnSpc>
        <a:spcBef>
          <a:spcPts val="0"/>
        </a:spcBef>
        <a:spcAft>
          <a:spcPts val="0"/>
        </a:spcAft>
        <a:buClrTx/>
        <a:buSzTx/>
        <a:buFontTx/>
        <a:buNone/>
        <a:tabLst/>
        <a:defRPr sz="4350" b="0" i="0" u="none" strike="noStrike" cap="all" spc="-44" baseline="0">
          <a:solidFill>
            <a:srgbClr val="00BFF3"/>
          </a:solidFill>
          <a:uFillTx/>
          <a:latin typeface="+mn-lt"/>
          <a:ea typeface="+mn-ea"/>
          <a:cs typeface="+mn-cs"/>
          <a:sym typeface="Druk Medium"/>
        </a:defRPr>
      </a:lvl5pPr>
      <a:lvl6pPr marL="0" marR="0" indent="857250" algn="l" defTabSz="309563" rtl="0" latinLnBrk="0">
        <a:lnSpc>
          <a:spcPct val="80000"/>
        </a:lnSpc>
        <a:spcBef>
          <a:spcPts val="0"/>
        </a:spcBef>
        <a:spcAft>
          <a:spcPts val="0"/>
        </a:spcAft>
        <a:buClrTx/>
        <a:buSzTx/>
        <a:buFontTx/>
        <a:buNone/>
        <a:tabLst/>
        <a:defRPr sz="4350" b="0" i="0" u="none" strike="noStrike" cap="all" spc="-44" baseline="0">
          <a:solidFill>
            <a:srgbClr val="00BFF3"/>
          </a:solidFill>
          <a:uFillTx/>
          <a:latin typeface="+mn-lt"/>
          <a:ea typeface="+mn-ea"/>
          <a:cs typeface="+mn-cs"/>
          <a:sym typeface="Druk Medium"/>
        </a:defRPr>
      </a:lvl6pPr>
      <a:lvl7pPr marL="0" marR="0" indent="1028700" algn="l" defTabSz="309563" rtl="0" latinLnBrk="0">
        <a:lnSpc>
          <a:spcPct val="80000"/>
        </a:lnSpc>
        <a:spcBef>
          <a:spcPts val="0"/>
        </a:spcBef>
        <a:spcAft>
          <a:spcPts val="0"/>
        </a:spcAft>
        <a:buClrTx/>
        <a:buSzTx/>
        <a:buFontTx/>
        <a:buNone/>
        <a:tabLst/>
        <a:defRPr sz="4350" b="0" i="0" u="none" strike="noStrike" cap="all" spc="-44" baseline="0">
          <a:solidFill>
            <a:srgbClr val="00BFF3"/>
          </a:solidFill>
          <a:uFillTx/>
          <a:latin typeface="+mn-lt"/>
          <a:ea typeface="+mn-ea"/>
          <a:cs typeface="+mn-cs"/>
          <a:sym typeface="Druk Medium"/>
        </a:defRPr>
      </a:lvl7pPr>
      <a:lvl8pPr marL="0" marR="0" indent="1200150" algn="l" defTabSz="309563" rtl="0" latinLnBrk="0">
        <a:lnSpc>
          <a:spcPct val="80000"/>
        </a:lnSpc>
        <a:spcBef>
          <a:spcPts val="0"/>
        </a:spcBef>
        <a:spcAft>
          <a:spcPts val="0"/>
        </a:spcAft>
        <a:buClrTx/>
        <a:buSzTx/>
        <a:buFontTx/>
        <a:buNone/>
        <a:tabLst/>
        <a:defRPr sz="4350" b="0" i="0" u="none" strike="noStrike" cap="all" spc="-44" baseline="0">
          <a:solidFill>
            <a:srgbClr val="00BFF3"/>
          </a:solidFill>
          <a:uFillTx/>
          <a:latin typeface="+mn-lt"/>
          <a:ea typeface="+mn-ea"/>
          <a:cs typeface="+mn-cs"/>
          <a:sym typeface="Druk Medium"/>
        </a:defRPr>
      </a:lvl8pPr>
      <a:lvl9pPr marL="0" marR="0" indent="1371600" algn="l" defTabSz="309563" rtl="0" latinLnBrk="0">
        <a:lnSpc>
          <a:spcPct val="80000"/>
        </a:lnSpc>
        <a:spcBef>
          <a:spcPts val="0"/>
        </a:spcBef>
        <a:spcAft>
          <a:spcPts val="0"/>
        </a:spcAft>
        <a:buClrTx/>
        <a:buSzTx/>
        <a:buFontTx/>
        <a:buNone/>
        <a:tabLst/>
        <a:defRPr sz="4350" b="0" i="0" u="none" strike="noStrike" cap="all" spc="-44" baseline="0">
          <a:solidFill>
            <a:srgbClr val="00BFF3"/>
          </a:solidFill>
          <a:uFillTx/>
          <a:latin typeface="+mn-lt"/>
          <a:ea typeface="+mn-ea"/>
          <a:cs typeface="+mn-cs"/>
          <a:sym typeface="Druk Medium"/>
        </a:defRPr>
      </a:lvl9pPr>
    </p:titleStyle>
    <p:bodyStyle>
      <a:lvl1pPr marL="183696" marR="0" indent="-183696" algn="l" defTabSz="219075" rtl="0" latinLnBrk="0">
        <a:lnSpc>
          <a:spcPct val="100000"/>
        </a:lnSpc>
        <a:spcBef>
          <a:spcPts val="900"/>
        </a:spcBef>
        <a:spcAft>
          <a:spcPts val="0"/>
        </a:spcAft>
        <a:buClr>
          <a:srgbClr val="57BEF0"/>
        </a:buClr>
        <a:buSzPct val="250000"/>
        <a:buFontTx/>
        <a:buChar char="-"/>
        <a:tabLst/>
        <a:defRPr lang="en-GB" sz="1100" b="0" i="0" u="none" strike="noStrike" cap="none" spc="0" baseline="0" smtClean="0">
          <a:solidFill>
            <a:schemeClr val="tx1"/>
          </a:solidFill>
          <a:uFillTx/>
          <a:latin typeface="Lora Regular"/>
          <a:ea typeface="Lora Regular"/>
          <a:cs typeface="Lora Regular"/>
          <a:sym typeface="Lora Regular"/>
        </a:defRPr>
      </a:lvl1pPr>
      <a:lvl2pPr marL="440871" marR="0" indent="-183696" algn="l" defTabSz="219075" rtl="0" latinLnBrk="0">
        <a:lnSpc>
          <a:spcPct val="100000"/>
        </a:lnSpc>
        <a:spcBef>
          <a:spcPts val="900"/>
        </a:spcBef>
        <a:spcAft>
          <a:spcPts val="0"/>
        </a:spcAft>
        <a:buClr>
          <a:srgbClr val="57BEF0"/>
        </a:buClr>
        <a:buSzPct val="250000"/>
        <a:buFontTx/>
        <a:buChar char="-"/>
        <a:tabLst/>
        <a:defRPr sz="1125" b="0" i="0" u="none" strike="noStrike" cap="none" spc="0" baseline="0">
          <a:solidFill>
            <a:srgbClr val="53585F"/>
          </a:solidFill>
          <a:uFillTx/>
          <a:latin typeface="Lora Regular"/>
          <a:ea typeface="Lora Regular"/>
          <a:cs typeface="Lora Regular"/>
          <a:sym typeface="Lora Regular"/>
        </a:defRPr>
      </a:lvl2pPr>
      <a:lvl3pPr marL="698046" marR="0" indent="-183696" algn="l" defTabSz="219075" rtl="0" latinLnBrk="0">
        <a:lnSpc>
          <a:spcPct val="100000"/>
        </a:lnSpc>
        <a:spcBef>
          <a:spcPts val="900"/>
        </a:spcBef>
        <a:spcAft>
          <a:spcPts val="0"/>
        </a:spcAft>
        <a:buClr>
          <a:srgbClr val="57BEF0"/>
        </a:buClr>
        <a:buSzPct val="250000"/>
        <a:buFontTx/>
        <a:buChar char="-"/>
        <a:tabLst/>
        <a:defRPr sz="1125" b="0" i="0" u="none" strike="noStrike" cap="none" spc="0" baseline="0">
          <a:solidFill>
            <a:srgbClr val="53585F"/>
          </a:solidFill>
          <a:uFillTx/>
          <a:latin typeface="Lora Regular"/>
          <a:ea typeface="Lora Regular"/>
          <a:cs typeface="Lora Regular"/>
          <a:sym typeface="Lora Regular"/>
        </a:defRPr>
      </a:lvl3pPr>
      <a:lvl4pPr marL="955221" marR="0" indent="-183696" algn="l" defTabSz="219075" rtl="0" latinLnBrk="0">
        <a:lnSpc>
          <a:spcPct val="100000"/>
        </a:lnSpc>
        <a:spcBef>
          <a:spcPts val="900"/>
        </a:spcBef>
        <a:spcAft>
          <a:spcPts val="0"/>
        </a:spcAft>
        <a:buClr>
          <a:srgbClr val="57BEF0"/>
        </a:buClr>
        <a:buSzPct val="250000"/>
        <a:buFontTx/>
        <a:buChar char="-"/>
        <a:tabLst/>
        <a:defRPr sz="1125" b="0" i="0" u="none" strike="noStrike" cap="none" spc="0" baseline="0">
          <a:solidFill>
            <a:srgbClr val="53585F"/>
          </a:solidFill>
          <a:uFillTx/>
          <a:latin typeface="Lora Regular"/>
          <a:ea typeface="Lora Regular"/>
          <a:cs typeface="Lora Regular"/>
          <a:sym typeface="Lora Regular"/>
        </a:defRPr>
      </a:lvl4pPr>
      <a:lvl5pPr marL="1212396" marR="0" indent="-183696" algn="l" defTabSz="219075" rtl="0" latinLnBrk="0">
        <a:lnSpc>
          <a:spcPct val="100000"/>
        </a:lnSpc>
        <a:spcBef>
          <a:spcPts val="900"/>
        </a:spcBef>
        <a:spcAft>
          <a:spcPts val="0"/>
        </a:spcAft>
        <a:buClr>
          <a:srgbClr val="57BEF0"/>
        </a:buClr>
        <a:buSzPct val="250000"/>
        <a:buFontTx/>
        <a:buChar char="-"/>
        <a:tabLst/>
        <a:defRPr sz="1125" b="0" i="0" u="none" strike="noStrike" cap="none" spc="0" baseline="0">
          <a:solidFill>
            <a:srgbClr val="53585F"/>
          </a:solidFill>
          <a:uFillTx/>
          <a:latin typeface="Lora Regular"/>
          <a:ea typeface="Lora Regular"/>
          <a:cs typeface="Lora Regular"/>
          <a:sym typeface="Lora Regular"/>
        </a:defRPr>
      </a:lvl5pPr>
      <a:lvl6pPr marL="1469571" marR="0" indent="-183696" algn="l" defTabSz="219075" rtl="0" latinLnBrk="0">
        <a:lnSpc>
          <a:spcPct val="100000"/>
        </a:lnSpc>
        <a:spcBef>
          <a:spcPts val="900"/>
        </a:spcBef>
        <a:spcAft>
          <a:spcPts val="0"/>
        </a:spcAft>
        <a:buClr>
          <a:srgbClr val="57BEF0"/>
        </a:buClr>
        <a:buSzPct val="250000"/>
        <a:buFontTx/>
        <a:buChar char="-"/>
        <a:tabLst/>
        <a:defRPr sz="1125" b="0" i="0" u="none" strike="noStrike" cap="none" spc="0" baseline="0">
          <a:solidFill>
            <a:srgbClr val="53585F"/>
          </a:solidFill>
          <a:uFillTx/>
          <a:latin typeface="Lora Regular"/>
          <a:ea typeface="Lora Regular"/>
          <a:cs typeface="Lora Regular"/>
          <a:sym typeface="Lora Regular"/>
        </a:defRPr>
      </a:lvl6pPr>
      <a:lvl7pPr marL="1726746" marR="0" indent="-183696" algn="l" defTabSz="219075" rtl="0" latinLnBrk="0">
        <a:lnSpc>
          <a:spcPct val="100000"/>
        </a:lnSpc>
        <a:spcBef>
          <a:spcPts val="900"/>
        </a:spcBef>
        <a:spcAft>
          <a:spcPts val="0"/>
        </a:spcAft>
        <a:buClr>
          <a:srgbClr val="57BEF0"/>
        </a:buClr>
        <a:buSzPct val="250000"/>
        <a:buFontTx/>
        <a:buChar char="-"/>
        <a:tabLst/>
        <a:defRPr sz="1125" b="0" i="0" u="none" strike="noStrike" cap="none" spc="0" baseline="0">
          <a:solidFill>
            <a:srgbClr val="53585F"/>
          </a:solidFill>
          <a:uFillTx/>
          <a:latin typeface="Lora Regular"/>
          <a:ea typeface="Lora Regular"/>
          <a:cs typeface="Lora Regular"/>
          <a:sym typeface="Lora Regular"/>
        </a:defRPr>
      </a:lvl7pPr>
      <a:lvl8pPr marL="1983921" marR="0" indent="-183696" algn="l" defTabSz="219075" rtl="0" latinLnBrk="0">
        <a:lnSpc>
          <a:spcPct val="100000"/>
        </a:lnSpc>
        <a:spcBef>
          <a:spcPts val="900"/>
        </a:spcBef>
        <a:spcAft>
          <a:spcPts val="0"/>
        </a:spcAft>
        <a:buClr>
          <a:srgbClr val="57BEF0"/>
        </a:buClr>
        <a:buSzPct val="250000"/>
        <a:buFontTx/>
        <a:buChar char="-"/>
        <a:tabLst/>
        <a:defRPr sz="1125" b="0" i="0" u="none" strike="noStrike" cap="none" spc="0" baseline="0">
          <a:solidFill>
            <a:srgbClr val="53585F"/>
          </a:solidFill>
          <a:uFillTx/>
          <a:latin typeface="Lora Regular"/>
          <a:ea typeface="Lora Regular"/>
          <a:cs typeface="Lora Regular"/>
          <a:sym typeface="Lora Regular"/>
        </a:defRPr>
      </a:lvl8pPr>
      <a:lvl9pPr marL="2241096" marR="0" indent="-183696" algn="l" defTabSz="219075" rtl="0" latinLnBrk="0">
        <a:lnSpc>
          <a:spcPct val="100000"/>
        </a:lnSpc>
        <a:spcBef>
          <a:spcPts val="900"/>
        </a:spcBef>
        <a:spcAft>
          <a:spcPts val="0"/>
        </a:spcAft>
        <a:buClr>
          <a:srgbClr val="57BEF0"/>
        </a:buClr>
        <a:buSzPct val="250000"/>
        <a:buFontTx/>
        <a:buChar char="-"/>
        <a:tabLst/>
        <a:defRPr sz="1125" b="0" i="0" u="none" strike="noStrike" cap="none" spc="0" baseline="0">
          <a:solidFill>
            <a:srgbClr val="53585F"/>
          </a:solidFill>
          <a:uFillTx/>
          <a:latin typeface="Lora Regular"/>
          <a:ea typeface="Lora Regular"/>
          <a:cs typeface="Lora Regular"/>
          <a:sym typeface="Lora Regular"/>
        </a:defRPr>
      </a:lvl9pPr>
    </p:bodyStyle>
    <p:otherStyle>
      <a:lvl1pPr marL="0" marR="0" indent="0" algn="l" defTabSz="309563" rtl="0" latinLnBrk="0">
        <a:lnSpc>
          <a:spcPts val="975"/>
        </a:lnSpc>
        <a:spcBef>
          <a:spcPts val="0"/>
        </a:spcBef>
        <a:spcAft>
          <a:spcPts val="0"/>
        </a:spcAft>
        <a:buClrTx/>
        <a:buSzTx/>
        <a:buFontTx/>
        <a:buNone/>
        <a:tabLst/>
        <a:defRPr sz="675" b="0" i="0" u="none" strike="noStrike" cap="none" spc="0" baseline="0">
          <a:solidFill>
            <a:schemeClr val="tx1"/>
          </a:solidFill>
          <a:uFillTx/>
          <a:latin typeface="+mn-lt"/>
          <a:ea typeface="+mn-ea"/>
          <a:cs typeface="+mn-cs"/>
          <a:sym typeface="Proxima Nova Medium"/>
        </a:defRPr>
      </a:lvl1pPr>
      <a:lvl2pPr marL="0" marR="0" indent="171450" algn="l" defTabSz="309563" rtl="0" latinLnBrk="0">
        <a:lnSpc>
          <a:spcPts val="975"/>
        </a:lnSpc>
        <a:spcBef>
          <a:spcPts val="0"/>
        </a:spcBef>
        <a:spcAft>
          <a:spcPts val="0"/>
        </a:spcAft>
        <a:buClrTx/>
        <a:buSzTx/>
        <a:buFontTx/>
        <a:buNone/>
        <a:tabLst/>
        <a:defRPr sz="675" b="0" i="0" u="none" strike="noStrike" cap="none" spc="0" baseline="0">
          <a:solidFill>
            <a:schemeClr val="tx1"/>
          </a:solidFill>
          <a:uFillTx/>
          <a:latin typeface="+mn-lt"/>
          <a:ea typeface="+mn-ea"/>
          <a:cs typeface="+mn-cs"/>
          <a:sym typeface="Proxima Nova Medium"/>
        </a:defRPr>
      </a:lvl2pPr>
      <a:lvl3pPr marL="0" marR="0" indent="342900" algn="l" defTabSz="309563" rtl="0" latinLnBrk="0">
        <a:lnSpc>
          <a:spcPts val="975"/>
        </a:lnSpc>
        <a:spcBef>
          <a:spcPts val="0"/>
        </a:spcBef>
        <a:spcAft>
          <a:spcPts val="0"/>
        </a:spcAft>
        <a:buClrTx/>
        <a:buSzTx/>
        <a:buFontTx/>
        <a:buNone/>
        <a:tabLst/>
        <a:defRPr sz="675" b="0" i="0" u="none" strike="noStrike" cap="none" spc="0" baseline="0">
          <a:solidFill>
            <a:schemeClr val="tx1"/>
          </a:solidFill>
          <a:uFillTx/>
          <a:latin typeface="+mn-lt"/>
          <a:ea typeface="+mn-ea"/>
          <a:cs typeface="+mn-cs"/>
          <a:sym typeface="Proxima Nova Medium"/>
        </a:defRPr>
      </a:lvl3pPr>
      <a:lvl4pPr marL="0" marR="0" indent="514350" algn="l" defTabSz="309563" rtl="0" latinLnBrk="0">
        <a:lnSpc>
          <a:spcPts val="975"/>
        </a:lnSpc>
        <a:spcBef>
          <a:spcPts val="0"/>
        </a:spcBef>
        <a:spcAft>
          <a:spcPts val="0"/>
        </a:spcAft>
        <a:buClrTx/>
        <a:buSzTx/>
        <a:buFontTx/>
        <a:buNone/>
        <a:tabLst/>
        <a:defRPr sz="675" b="0" i="0" u="none" strike="noStrike" cap="none" spc="0" baseline="0">
          <a:solidFill>
            <a:schemeClr val="tx1"/>
          </a:solidFill>
          <a:uFillTx/>
          <a:latin typeface="+mn-lt"/>
          <a:ea typeface="+mn-ea"/>
          <a:cs typeface="+mn-cs"/>
          <a:sym typeface="Proxima Nova Medium"/>
        </a:defRPr>
      </a:lvl4pPr>
      <a:lvl5pPr marL="0" marR="0" indent="685800" algn="l" defTabSz="309563" rtl="0" latinLnBrk="0">
        <a:lnSpc>
          <a:spcPts val="975"/>
        </a:lnSpc>
        <a:spcBef>
          <a:spcPts val="0"/>
        </a:spcBef>
        <a:spcAft>
          <a:spcPts val="0"/>
        </a:spcAft>
        <a:buClrTx/>
        <a:buSzTx/>
        <a:buFontTx/>
        <a:buNone/>
        <a:tabLst/>
        <a:defRPr sz="675" b="0" i="0" u="none" strike="noStrike" cap="none" spc="0" baseline="0">
          <a:solidFill>
            <a:schemeClr val="tx1"/>
          </a:solidFill>
          <a:uFillTx/>
          <a:latin typeface="+mn-lt"/>
          <a:ea typeface="+mn-ea"/>
          <a:cs typeface="+mn-cs"/>
          <a:sym typeface="Proxima Nova Medium"/>
        </a:defRPr>
      </a:lvl5pPr>
      <a:lvl6pPr marL="0" marR="0" indent="857250" algn="l" defTabSz="309563" rtl="0" latinLnBrk="0">
        <a:lnSpc>
          <a:spcPts val="975"/>
        </a:lnSpc>
        <a:spcBef>
          <a:spcPts val="0"/>
        </a:spcBef>
        <a:spcAft>
          <a:spcPts val="0"/>
        </a:spcAft>
        <a:buClrTx/>
        <a:buSzTx/>
        <a:buFontTx/>
        <a:buNone/>
        <a:tabLst/>
        <a:defRPr sz="675" b="0" i="0" u="none" strike="noStrike" cap="none" spc="0" baseline="0">
          <a:solidFill>
            <a:schemeClr val="tx1"/>
          </a:solidFill>
          <a:uFillTx/>
          <a:latin typeface="+mn-lt"/>
          <a:ea typeface="+mn-ea"/>
          <a:cs typeface="+mn-cs"/>
          <a:sym typeface="Proxima Nova Medium"/>
        </a:defRPr>
      </a:lvl6pPr>
      <a:lvl7pPr marL="0" marR="0" indent="1028700" algn="l" defTabSz="309563" rtl="0" latinLnBrk="0">
        <a:lnSpc>
          <a:spcPts val="975"/>
        </a:lnSpc>
        <a:spcBef>
          <a:spcPts val="0"/>
        </a:spcBef>
        <a:spcAft>
          <a:spcPts val="0"/>
        </a:spcAft>
        <a:buClrTx/>
        <a:buSzTx/>
        <a:buFontTx/>
        <a:buNone/>
        <a:tabLst/>
        <a:defRPr sz="675" b="0" i="0" u="none" strike="noStrike" cap="none" spc="0" baseline="0">
          <a:solidFill>
            <a:schemeClr val="tx1"/>
          </a:solidFill>
          <a:uFillTx/>
          <a:latin typeface="+mn-lt"/>
          <a:ea typeface="+mn-ea"/>
          <a:cs typeface="+mn-cs"/>
          <a:sym typeface="Proxima Nova Medium"/>
        </a:defRPr>
      </a:lvl7pPr>
      <a:lvl8pPr marL="0" marR="0" indent="1200150" algn="l" defTabSz="309563" rtl="0" latinLnBrk="0">
        <a:lnSpc>
          <a:spcPts val="975"/>
        </a:lnSpc>
        <a:spcBef>
          <a:spcPts val="0"/>
        </a:spcBef>
        <a:spcAft>
          <a:spcPts val="0"/>
        </a:spcAft>
        <a:buClrTx/>
        <a:buSzTx/>
        <a:buFontTx/>
        <a:buNone/>
        <a:tabLst/>
        <a:defRPr sz="675" b="0" i="0" u="none" strike="noStrike" cap="none" spc="0" baseline="0">
          <a:solidFill>
            <a:schemeClr val="tx1"/>
          </a:solidFill>
          <a:uFillTx/>
          <a:latin typeface="+mn-lt"/>
          <a:ea typeface="+mn-ea"/>
          <a:cs typeface="+mn-cs"/>
          <a:sym typeface="Proxima Nova Medium"/>
        </a:defRPr>
      </a:lvl8pPr>
      <a:lvl9pPr marL="0" marR="0" indent="1371600" algn="l" defTabSz="309563" rtl="0" latinLnBrk="0">
        <a:lnSpc>
          <a:spcPts val="975"/>
        </a:lnSpc>
        <a:spcBef>
          <a:spcPts val="0"/>
        </a:spcBef>
        <a:spcAft>
          <a:spcPts val="0"/>
        </a:spcAft>
        <a:buClrTx/>
        <a:buSzTx/>
        <a:buFontTx/>
        <a:buNone/>
        <a:tabLst/>
        <a:defRPr sz="675" b="0" i="0" u="none" strike="noStrike" cap="none" spc="0" baseline="0">
          <a:solidFill>
            <a:schemeClr val="tx1"/>
          </a:solidFill>
          <a:uFillTx/>
          <a:latin typeface="+mn-lt"/>
          <a:ea typeface="+mn-ea"/>
          <a:cs typeface="+mn-cs"/>
          <a:sym typeface="Proxima Nova Medium"/>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DFAF2"/>
        </a:solidFill>
        <a:effectLst/>
      </p:bgPr>
    </p:bg>
    <p:spTree>
      <p:nvGrpSpPr>
        <p:cNvPr id="1" name=""/>
        <p:cNvGrpSpPr/>
        <p:nvPr/>
      </p:nvGrpSpPr>
      <p:grpSpPr>
        <a:xfrm>
          <a:off x="0" y="0"/>
          <a:ext cx="0" cy="0"/>
          <a:chOff x="0" y="0"/>
          <a:chExt cx="0" cy="0"/>
        </a:xfrm>
      </p:grpSpPr>
      <p:sp>
        <p:nvSpPr>
          <p:cNvPr id="6" name="Slide Number"/>
          <p:cNvSpPr txBox="1">
            <a:spLocks noGrp="1"/>
          </p:cNvSpPr>
          <p:nvPr>
            <p:ph type="sldNum" sz="quarter" idx="2"/>
          </p:nvPr>
        </p:nvSpPr>
        <p:spPr>
          <a:xfrm>
            <a:off x="8858250" y="4842465"/>
            <a:ext cx="208390" cy="218073"/>
          </a:xfrm>
          <a:prstGeom prst="rect">
            <a:avLst/>
          </a:prstGeom>
          <a:ln w="12700">
            <a:miter lim="400000"/>
          </a:ln>
        </p:spPr>
        <p:txBody>
          <a:bodyPr wrap="none" lIns="50800" tIns="50800" rIns="50800" bIns="50800" anchor="b">
            <a:spAutoFit/>
          </a:bodyPr>
          <a:lstStyle>
            <a:lvl1pPr defTabSz="309563">
              <a:lnSpc>
                <a:spcPts val="975"/>
              </a:lnSpc>
              <a:spcBef>
                <a:spcPts val="0"/>
              </a:spcBef>
              <a:defRPr sz="675">
                <a:solidFill>
                  <a:srgbClr val="000000"/>
                </a:solidFill>
                <a:latin typeface="+mj-lt"/>
                <a:ea typeface="Proxima Nova Medium"/>
                <a:cs typeface="Proxima Nova Medium"/>
                <a:sym typeface="Proxima Nova Medium"/>
              </a:defRPr>
            </a:lvl1pPr>
          </a:lstStyle>
          <a:p>
            <a:fld id="{86CB4B4D-7CA3-9044-876B-883B54F8677D}" type="slidenum">
              <a:rPr lang="en-GB" smtClean="0"/>
              <a:pPr/>
              <a:t>‹#›</a:t>
            </a:fld>
            <a:endParaRPr lang="en-GB"/>
          </a:p>
        </p:txBody>
      </p:sp>
      <p:sp>
        <p:nvSpPr>
          <p:cNvPr id="7" name="Title Placeholder 6">
            <a:extLst>
              <a:ext uri="{FF2B5EF4-FFF2-40B4-BE49-F238E27FC236}">
                <a16:creationId xmlns:a16="http://schemas.microsoft.com/office/drawing/2014/main" id="{401B34E9-3B84-CC23-6C34-84CB44782BB2}"/>
              </a:ext>
            </a:extLst>
          </p:cNvPr>
          <p:cNvSpPr>
            <a:spLocks noGrp="1"/>
          </p:cNvSpPr>
          <p:nvPr>
            <p:ph type="title"/>
          </p:nvPr>
        </p:nvSpPr>
        <p:spPr>
          <a:xfrm>
            <a:off x="628650" y="274638"/>
            <a:ext cx="7886700" cy="993775"/>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8" name="Text Placeholder 7">
            <a:extLst>
              <a:ext uri="{FF2B5EF4-FFF2-40B4-BE49-F238E27FC236}">
                <a16:creationId xmlns:a16="http://schemas.microsoft.com/office/drawing/2014/main" id="{546D27AC-5377-80C4-3473-7A8177BD79B5}"/>
              </a:ext>
            </a:extLst>
          </p:cNvPr>
          <p:cNvSpPr>
            <a:spLocks noGrp="1"/>
          </p:cNvSpPr>
          <p:nvPr>
            <p:ph type="body" idx="1"/>
          </p:nvPr>
        </p:nvSpPr>
        <p:spPr>
          <a:xfrm>
            <a:off x="628650" y="1370013"/>
            <a:ext cx="7886700" cy="3262312"/>
          </a:xfrm>
          <a:prstGeom prst="rect">
            <a:avLst/>
          </a:prstGeom>
        </p:spPr>
        <p:txBody>
          <a:bodyPr vert="horz" lIns="91440" tIns="45720" rIns="91440" bIns="45720" rtlCol="0">
            <a:normAutofit/>
          </a:bodyPr>
          <a:lstStyle/>
          <a:p>
            <a:pPr marL="0" lvl="0" indent="0" hangingPunct="1">
              <a:buNone/>
            </a:pPr>
            <a:r>
              <a:rPr lang="en-GB">
                <a:solidFill>
                  <a:srgbClr val="0F2240"/>
                </a:solidFill>
              </a:rPr>
              <a:t>Click to edit Master text styles</a:t>
            </a:r>
          </a:p>
          <a:p>
            <a:pPr marL="0" lvl="0" indent="0" hangingPunct="1">
              <a:buNone/>
            </a:pPr>
            <a:r>
              <a:rPr lang="en-GB" sz="1100">
                <a:solidFill>
                  <a:srgbClr val="0F2240"/>
                </a:solidFill>
                <a:latin typeface="+mj-lt"/>
              </a:rPr>
              <a:t>SECOND LEVEL</a:t>
            </a:r>
          </a:p>
          <a:p>
            <a:pPr marL="0" lvl="0" indent="0" hangingPunct="1">
              <a:buNone/>
            </a:pPr>
            <a:r>
              <a:rPr lang="en-GB" sz="900" b="1" i="0">
                <a:solidFill>
                  <a:srgbClr val="0F2240"/>
                </a:solidFill>
                <a:latin typeface="Lora" pitchFamily="2" charset="77"/>
              </a:rPr>
              <a:t>Third level</a:t>
            </a:r>
          </a:p>
          <a:p>
            <a:pPr marL="0" lvl="0" indent="0" hangingPunct="1">
              <a:buNone/>
            </a:pPr>
            <a:r>
              <a:rPr lang="en-GB" sz="1400">
                <a:solidFill>
                  <a:srgbClr val="0F2240"/>
                </a:solidFill>
              </a:rPr>
              <a:t>Fourth level</a:t>
            </a:r>
          </a:p>
          <a:p>
            <a:pPr marL="0" lvl="0" indent="0" hangingPunct="1">
              <a:buNone/>
            </a:pPr>
            <a:r>
              <a:rPr lang="en-GB" sz="900">
                <a:solidFill>
                  <a:srgbClr val="0F2240"/>
                </a:solidFill>
              </a:rPr>
              <a:t>Fifth level</a:t>
            </a:r>
            <a:endParaRPr lang="en-US" sz="900">
              <a:solidFill>
                <a:srgbClr val="0F2240"/>
              </a:solidFill>
            </a:endParaRPr>
          </a:p>
        </p:txBody>
      </p:sp>
    </p:spTree>
    <p:extLst>
      <p:ext uri="{BB962C8B-B14F-4D97-AF65-F5344CB8AC3E}">
        <p14:creationId xmlns:p14="http://schemas.microsoft.com/office/powerpoint/2010/main" val="564601830"/>
      </p:ext>
    </p:extLst>
  </p:cSld>
  <p:clrMap bg1="lt1" tx1="dk1" bg2="lt2" tx2="dk2" accent1="accent1" accent2="accent2" accent3="accent3" accent4="accent4" accent5="accent5" accent6="accent6" hlink="hlink" folHlink="folHlink"/>
  <p:sldLayoutIdLst>
    <p:sldLayoutId id="2147484081" r:id="rId1"/>
    <p:sldLayoutId id="2147484082" r:id="rId2"/>
    <p:sldLayoutId id="2147484083" r:id="rId3"/>
    <p:sldLayoutId id="2147484084" r:id="rId4"/>
    <p:sldLayoutId id="2147484085" r:id="rId5"/>
    <p:sldLayoutId id="2147484086" r:id="rId6"/>
    <p:sldLayoutId id="2147484087" r:id="rId7"/>
    <p:sldLayoutId id="2147484088" r:id="rId8"/>
    <p:sldLayoutId id="2147484089" r:id="rId9"/>
    <p:sldLayoutId id="2147484090" r:id="rId10"/>
    <p:sldLayoutId id="2147484091" r:id="rId11"/>
    <p:sldLayoutId id="2147484092" r:id="rId12"/>
    <p:sldLayoutId id="2147484093" r:id="rId13"/>
    <p:sldLayoutId id="2147484094" r:id="rId14"/>
    <p:sldLayoutId id="2147484095" r:id="rId15"/>
    <p:sldLayoutId id="2147484096" r:id="rId16"/>
    <p:sldLayoutId id="2147484097" r:id="rId17"/>
    <p:sldLayoutId id="2147484098" r:id="rId18"/>
    <p:sldLayoutId id="2147484099" r:id="rId19"/>
    <p:sldLayoutId id="2147484100" r:id="rId20"/>
    <p:sldLayoutId id="2147484101" r:id="rId21"/>
    <p:sldLayoutId id="2147484102" r:id="rId22"/>
    <p:sldLayoutId id="2147484103" r:id="rId23"/>
    <p:sldLayoutId id="2147484104" r:id="rId24"/>
    <p:sldLayoutId id="2147484105" r:id="rId25"/>
    <p:sldLayoutId id="2147484106" r:id="rId26"/>
    <p:sldLayoutId id="2147484107" r:id="rId27"/>
    <p:sldLayoutId id="2147484108" r:id="rId28"/>
    <p:sldLayoutId id="2147484109" r:id="rId29"/>
    <p:sldLayoutId id="2147484110" r:id="rId30"/>
    <p:sldLayoutId id="2147484111" r:id="rId31"/>
    <p:sldLayoutId id="2147484112" r:id="rId32"/>
    <p:sldLayoutId id="2147484113" r:id="rId33"/>
    <p:sldLayoutId id="2147484114" r:id="rId34"/>
    <p:sldLayoutId id="2147484115" r:id="rId35"/>
    <p:sldLayoutId id="2147484116" r:id="rId36"/>
    <p:sldLayoutId id="2147484117" r:id="rId37"/>
    <p:sldLayoutId id="2147484118" r:id="rId38"/>
    <p:sldLayoutId id="2147484119" r:id="rId39"/>
    <p:sldLayoutId id="2147484120" r:id="rId40"/>
    <p:sldLayoutId id="2147484121" r:id="rId41"/>
    <p:sldLayoutId id="2147484122" r:id="rId42"/>
    <p:sldLayoutId id="2147484123" r:id="rId43"/>
    <p:sldLayoutId id="2147484124" r:id="rId44"/>
    <p:sldLayoutId id="2147484125" r:id="rId45"/>
    <p:sldLayoutId id="2147484126" r:id="rId46"/>
    <p:sldLayoutId id="2147484127" r:id="rId47"/>
    <p:sldLayoutId id="2147484128" r:id="rId48"/>
    <p:sldLayoutId id="2147484129" r:id="rId49"/>
    <p:sldLayoutId id="2147484130" r:id="rId50"/>
    <p:sldLayoutId id="2147484131" r:id="rId51"/>
    <p:sldLayoutId id="2147484132" r:id="rId52"/>
    <p:sldLayoutId id="2147484133" r:id="rId53"/>
    <p:sldLayoutId id="2147484134" r:id="rId54"/>
    <p:sldLayoutId id="2147484135" r:id="rId55"/>
    <p:sldLayoutId id="2147484136" r:id="rId56"/>
    <p:sldLayoutId id="2147484137" r:id="rId57"/>
    <p:sldLayoutId id="2147484138" r:id="rId58"/>
    <p:sldLayoutId id="2147484139" r:id="rId59"/>
    <p:sldLayoutId id="2147484140" r:id="rId60"/>
    <p:sldLayoutId id="2147484141" r:id="rId61"/>
    <p:sldLayoutId id="2147484142" r:id="rId62"/>
    <p:sldLayoutId id="2147484143" r:id="rId63"/>
    <p:sldLayoutId id="2147484144" r:id="rId64"/>
    <p:sldLayoutId id="2147484145" r:id="rId65"/>
    <p:sldLayoutId id="2147484146" r:id="rId66"/>
    <p:sldLayoutId id="2147484147" r:id="rId67"/>
    <p:sldLayoutId id="2147484148" r:id="rId68"/>
    <p:sldLayoutId id="2147484149" r:id="rId69"/>
    <p:sldLayoutId id="2147484150" r:id="rId70"/>
    <p:sldLayoutId id="2147484151" r:id="rId71"/>
    <p:sldLayoutId id="2147484152" r:id="rId72"/>
    <p:sldLayoutId id="2147484153" r:id="rId73"/>
  </p:sldLayoutIdLst>
  <p:transition spd="med"/>
  <p:txStyles>
    <p:titleStyle>
      <a:lvl1pPr marL="0" marR="0" indent="0" algn="l" defTabSz="309563" rtl="0" latinLnBrk="0">
        <a:lnSpc>
          <a:spcPct val="80000"/>
        </a:lnSpc>
        <a:spcBef>
          <a:spcPts val="0"/>
        </a:spcBef>
        <a:spcAft>
          <a:spcPts val="0"/>
        </a:spcAft>
        <a:buClrTx/>
        <a:buSzTx/>
        <a:buFontTx/>
        <a:buNone/>
        <a:tabLst/>
        <a:defRPr sz="4500" b="0" i="0" u="none" strike="noStrike" cap="none" spc="-44" baseline="0">
          <a:solidFill>
            <a:schemeClr val="tx1"/>
          </a:solidFill>
          <a:uFillTx/>
          <a:latin typeface="+mj-lt"/>
          <a:ea typeface="+mn-ea"/>
          <a:cs typeface="+mn-cs"/>
          <a:sym typeface="Druk Medium"/>
        </a:defRPr>
      </a:lvl1pPr>
      <a:lvl2pPr marL="0" marR="0" indent="171450" algn="l" defTabSz="309563" rtl="0" latinLnBrk="0">
        <a:lnSpc>
          <a:spcPct val="80000"/>
        </a:lnSpc>
        <a:spcBef>
          <a:spcPts val="0"/>
        </a:spcBef>
        <a:spcAft>
          <a:spcPts val="0"/>
        </a:spcAft>
        <a:buClrTx/>
        <a:buSzTx/>
        <a:buFontTx/>
        <a:buNone/>
        <a:tabLst/>
        <a:defRPr sz="4350" b="0" i="0" u="none" strike="noStrike" cap="all" spc="-44" baseline="0">
          <a:solidFill>
            <a:srgbClr val="00BFF3"/>
          </a:solidFill>
          <a:uFillTx/>
          <a:latin typeface="+mn-lt"/>
          <a:ea typeface="+mn-ea"/>
          <a:cs typeface="+mn-cs"/>
          <a:sym typeface="Druk Medium"/>
        </a:defRPr>
      </a:lvl2pPr>
      <a:lvl3pPr marL="0" marR="0" indent="342900" algn="l" defTabSz="309563" rtl="0" latinLnBrk="0">
        <a:lnSpc>
          <a:spcPct val="80000"/>
        </a:lnSpc>
        <a:spcBef>
          <a:spcPts val="0"/>
        </a:spcBef>
        <a:spcAft>
          <a:spcPts val="0"/>
        </a:spcAft>
        <a:buClrTx/>
        <a:buSzTx/>
        <a:buFontTx/>
        <a:buNone/>
        <a:tabLst/>
        <a:defRPr sz="4350" b="0" i="0" u="none" strike="noStrike" cap="all" spc="-44" baseline="0">
          <a:solidFill>
            <a:srgbClr val="00BFF3"/>
          </a:solidFill>
          <a:uFillTx/>
          <a:latin typeface="+mn-lt"/>
          <a:ea typeface="+mn-ea"/>
          <a:cs typeface="+mn-cs"/>
          <a:sym typeface="Druk Medium"/>
        </a:defRPr>
      </a:lvl3pPr>
      <a:lvl4pPr marL="0" marR="0" indent="514350" algn="l" defTabSz="309563" rtl="0" latinLnBrk="0">
        <a:lnSpc>
          <a:spcPct val="80000"/>
        </a:lnSpc>
        <a:spcBef>
          <a:spcPts val="0"/>
        </a:spcBef>
        <a:spcAft>
          <a:spcPts val="0"/>
        </a:spcAft>
        <a:buClrTx/>
        <a:buSzTx/>
        <a:buFontTx/>
        <a:buNone/>
        <a:tabLst/>
        <a:defRPr sz="4350" b="0" i="0" u="none" strike="noStrike" cap="all" spc="-44" baseline="0">
          <a:solidFill>
            <a:srgbClr val="00BFF3"/>
          </a:solidFill>
          <a:uFillTx/>
          <a:latin typeface="+mn-lt"/>
          <a:ea typeface="+mn-ea"/>
          <a:cs typeface="+mn-cs"/>
          <a:sym typeface="Druk Medium"/>
        </a:defRPr>
      </a:lvl4pPr>
      <a:lvl5pPr marL="0" marR="0" indent="685800" algn="l" defTabSz="309563" rtl="0" latinLnBrk="0">
        <a:lnSpc>
          <a:spcPct val="80000"/>
        </a:lnSpc>
        <a:spcBef>
          <a:spcPts val="0"/>
        </a:spcBef>
        <a:spcAft>
          <a:spcPts val="0"/>
        </a:spcAft>
        <a:buClrTx/>
        <a:buSzTx/>
        <a:buFontTx/>
        <a:buNone/>
        <a:tabLst/>
        <a:defRPr sz="4350" b="0" i="0" u="none" strike="noStrike" cap="all" spc="-44" baseline="0">
          <a:solidFill>
            <a:srgbClr val="00BFF3"/>
          </a:solidFill>
          <a:uFillTx/>
          <a:latin typeface="+mn-lt"/>
          <a:ea typeface="+mn-ea"/>
          <a:cs typeface="+mn-cs"/>
          <a:sym typeface="Druk Medium"/>
        </a:defRPr>
      </a:lvl5pPr>
      <a:lvl6pPr marL="0" marR="0" indent="857250" algn="l" defTabSz="309563" rtl="0" latinLnBrk="0">
        <a:lnSpc>
          <a:spcPct val="80000"/>
        </a:lnSpc>
        <a:spcBef>
          <a:spcPts val="0"/>
        </a:spcBef>
        <a:spcAft>
          <a:spcPts val="0"/>
        </a:spcAft>
        <a:buClrTx/>
        <a:buSzTx/>
        <a:buFontTx/>
        <a:buNone/>
        <a:tabLst/>
        <a:defRPr sz="4350" b="0" i="0" u="none" strike="noStrike" cap="all" spc="-44" baseline="0">
          <a:solidFill>
            <a:srgbClr val="00BFF3"/>
          </a:solidFill>
          <a:uFillTx/>
          <a:latin typeface="+mn-lt"/>
          <a:ea typeface="+mn-ea"/>
          <a:cs typeface="+mn-cs"/>
          <a:sym typeface="Druk Medium"/>
        </a:defRPr>
      </a:lvl6pPr>
      <a:lvl7pPr marL="0" marR="0" indent="1028700" algn="l" defTabSz="309563" rtl="0" latinLnBrk="0">
        <a:lnSpc>
          <a:spcPct val="80000"/>
        </a:lnSpc>
        <a:spcBef>
          <a:spcPts val="0"/>
        </a:spcBef>
        <a:spcAft>
          <a:spcPts val="0"/>
        </a:spcAft>
        <a:buClrTx/>
        <a:buSzTx/>
        <a:buFontTx/>
        <a:buNone/>
        <a:tabLst/>
        <a:defRPr sz="4350" b="0" i="0" u="none" strike="noStrike" cap="all" spc="-44" baseline="0">
          <a:solidFill>
            <a:srgbClr val="00BFF3"/>
          </a:solidFill>
          <a:uFillTx/>
          <a:latin typeface="+mn-lt"/>
          <a:ea typeface="+mn-ea"/>
          <a:cs typeface="+mn-cs"/>
          <a:sym typeface="Druk Medium"/>
        </a:defRPr>
      </a:lvl7pPr>
      <a:lvl8pPr marL="0" marR="0" indent="1200150" algn="l" defTabSz="309563" rtl="0" latinLnBrk="0">
        <a:lnSpc>
          <a:spcPct val="80000"/>
        </a:lnSpc>
        <a:spcBef>
          <a:spcPts val="0"/>
        </a:spcBef>
        <a:spcAft>
          <a:spcPts val="0"/>
        </a:spcAft>
        <a:buClrTx/>
        <a:buSzTx/>
        <a:buFontTx/>
        <a:buNone/>
        <a:tabLst/>
        <a:defRPr sz="4350" b="0" i="0" u="none" strike="noStrike" cap="all" spc="-44" baseline="0">
          <a:solidFill>
            <a:srgbClr val="00BFF3"/>
          </a:solidFill>
          <a:uFillTx/>
          <a:latin typeface="+mn-lt"/>
          <a:ea typeface="+mn-ea"/>
          <a:cs typeface="+mn-cs"/>
          <a:sym typeface="Druk Medium"/>
        </a:defRPr>
      </a:lvl8pPr>
      <a:lvl9pPr marL="0" marR="0" indent="1371600" algn="l" defTabSz="309563" rtl="0" latinLnBrk="0">
        <a:lnSpc>
          <a:spcPct val="80000"/>
        </a:lnSpc>
        <a:spcBef>
          <a:spcPts val="0"/>
        </a:spcBef>
        <a:spcAft>
          <a:spcPts val="0"/>
        </a:spcAft>
        <a:buClrTx/>
        <a:buSzTx/>
        <a:buFontTx/>
        <a:buNone/>
        <a:tabLst/>
        <a:defRPr sz="4350" b="0" i="0" u="none" strike="noStrike" cap="all" spc="-44" baseline="0">
          <a:solidFill>
            <a:srgbClr val="00BFF3"/>
          </a:solidFill>
          <a:uFillTx/>
          <a:latin typeface="+mn-lt"/>
          <a:ea typeface="+mn-ea"/>
          <a:cs typeface="+mn-cs"/>
          <a:sym typeface="Druk Medium"/>
        </a:defRPr>
      </a:lvl9pPr>
    </p:titleStyle>
    <p:bodyStyle>
      <a:lvl1pPr marL="183696" marR="0" indent="-183696" algn="l" defTabSz="219075" rtl="0" latinLnBrk="0">
        <a:lnSpc>
          <a:spcPct val="100000"/>
        </a:lnSpc>
        <a:spcBef>
          <a:spcPts val="900"/>
        </a:spcBef>
        <a:spcAft>
          <a:spcPts val="0"/>
        </a:spcAft>
        <a:buClr>
          <a:srgbClr val="57BEF0"/>
        </a:buClr>
        <a:buSzPct val="250000"/>
        <a:buFontTx/>
        <a:buChar char="-"/>
        <a:tabLst/>
        <a:defRPr lang="en-GB" sz="1100" b="0" i="0" u="none" strike="noStrike" cap="none" spc="0" baseline="0" smtClean="0">
          <a:solidFill>
            <a:schemeClr val="tx1"/>
          </a:solidFill>
          <a:uFillTx/>
          <a:latin typeface="Lora Regular"/>
          <a:ea typeface="Lora Regular"/>
          <a:cs typeface="Lora Regular"/>
          <a:sym typeface="Lora Regular"/>
        </a:defRPr>
      </a:lvl1pPr>
      <a:lvl2pPr marL="440871" marR="0" indent="-183696" algn="l" defTabSz="219075" rtl="0" latinLnBrk="0">
        <a:lnSpc>
          <a:spcPct val="100000"/>
        </a:lnSpc>
        <a:spcBef>
          <a:spcPts val="900"/>
        </a:spcBef>
        <a:spcAft>
          <a:spcPts val="0"/>
        </a:spcAft>
        <a:buClr>
          <a:srgbClr val="57BEF0"/>
        </a:buClr>
        <a:buSzPct val="250000"/>
        <a:buFontTx/>
        <a:buChar char="-"/>
        <a:tabLst/>
        <a:defRPr sz="1125" b="0" i="0" u="none" strike="noStrike" cap="none" spc="0" baseline="0">
          <a:solidFill>
            <a:srgbClr val="53585F"/>
          </a:solidFill>
          <a:uFillTx/>
          <a:latin typeface="Lora Regular"/>
          <a:ea typeface="Lora Regular"/>
          <a:cs typeface="Lora Regular"/>
          <a:sym typeface="Lora Regular"/>
        </a:defRPr>
      </a:lvl2pPr>
      <a:lvl3pPr marL="698046" marR="0" indent="-183696" algn="l" defTabSz="219075" rtl="0" latinLnBrk="0">
        <a:lnSpc>
          <a:spcPct val="100000"/>
        </a:lnSpc>
        <a:spcBef>
          <a:spcPts val="900"/>
        </a:spcBef>
        <a:spcAft>
          <a:spcPts val="0"/>
        </a:spcAft>
        <a:buClr>
          <a:srgbClr val="57BEF0"/>
        </a:buClr>
        <a:buSzPct val="250000"/>
        <a:buFontTx/>
        <a:buChar char="-"/>
        <a:tabLst/>
        <a:defRPr sz="1125" b="0" i="0" u="none" strike="noStrike" cap="none" spc="0" baseline="0">
          <a:solidFill>
            <a:srgbClr val="53585F"/>
          </a:solidFill>
          <a:uFillTx/>
          <a:latin typeface="Lora Regular"/>
          <a:ea typeface="Lora Regular"/>
          <a:cs typeface="Lora Regular"/>
          <a:sym typeface="Lora Regular"/>
        </a:defRPr>
      </a:lvl3pPr>
      <a:lvl4pPr marL="955221" marR="0" indent="-183696" algn="l" defTabSz="219075" rtl="0" latinLnBrk="0">
        <a:lnSpc>
          <a:spcPct val="100000"/>
        </a:lnSpc>
        <a:spcBef>
          <a:spcPts val="900"/>
        </a:spcBef>
        <a:spcAft>
          <a:spcPts val="0"/>
        </a:spcAft>
        <a:buClr>
          <a:srgbClr val="57BEF0"/>
        </a:buClr>
        <a:buSzPct val="250000"/>
        <a:buFontTx/>
        <a:buChar char="-"/>
        <a:tabLst/>
        <a:defRPr sz="1125" b="0" i="0" u="none" strike="noStrike" cap="none" spc="0" baseline="0">
          <a:solidFill>
            <a:srgbClr val="53585F"/>
          </a:solidFill>
          <a:uFillTx/>
          <a:latin typeface="Lora Regular"/>
          <a:ea typeface="Lora Regular"/>
          <a:cs typeface="Lora Regular"/>
          <a:sym typeface="Lora Regular"/>
        </a:defRPr>
      </a:lvl4pPr>
      <a:lvl5pPr marL="1212396" marR="0" indent="-183696" algn="l" defTabSz="219075" rtl="0" latinLnBrk="0">
        <a:lnSpc>
          <a:spcPct val="100000"/>
        </a:lnSpc>
        <a:spcBef>
          <a:spcPts val="900"/>
        </a:spcBef>
        <a:spcAft>
          <a:spcPts val="0"/>
        </a:spcAft>
        <a:buClr>
          <a:srgbClr val="57BEF0"/>
        </a:buClr>
        <a:buSzPct val="250000"/>
        <a:buFontTx/>
        <a:buChar char="-"/>
        <a:tabLst/>
        <a:defRPr sz="1125" b="0" i="0" u="none" strike="noStrike" cap="none" spc="0" baseline="0">
          <a:solidFill>
            <a:srgbClr val="53585F"/>
          </a:solidFill>
          <a:uFillTx/>
          <a:latin typeface="Lora Regular"/>
          <a:ea typeface="Lora Regular"/>
          <a:cs typeface="Lora Regular"/>
          <a:sym typeface="Lora Regular"/>
        </a:defRPr>
      </a:lvl5pPr>
      <a:lvl6pPr marL="1469571" marR="0" indent="-183696" algn="l" defTabSz="219075" rtl="0" latinLnBrk="0">
        <a:lnSpc>
          <a:spcPct val="100000"/>
        </a:lnSpc>
        <a:spcBef>
          <a:spcPts val="900"/>
        </a:spcBef>
        <a:spcAft>
          <a:spcPts val="0"/>
        </a:spcAft>
        <a:buClr>
          <a:srgbClr val="57BEF0"/>
        </a:buClr>
        <a:buSzPct val="250000"/>
        <a:buFontTx/>
        <a:buChar char="-"/>
        <a:tabLst/>
        <a:defRPr sz="1125" b="0" i="0" u="none" strike="noStrike" cap="none" spc="0" baseline="0">
          <a:solidFill>
            <a:srgbClr val="53585F"/>
          </a:solidFill>
          <a:uFillTx/>
          <a:latin typeface="Lora Regular"/>
          <a:ea typeface="Lora Regular"/>
          <a:cs typeface="Lora Regular"/>
          <a:sym typeface="Lora Regular"/>
        </a:defRPr>
      </a:lvl6pPr>
      <a:lvl7pPr marL="1726746" marR="0" indent="-183696" algn="l" defTabSz="219075" rtl="0" latinLnBrk="0">
        <a:lnSpc>
          <a:spcPct val="100000"/>
        </a:lnSpc>
        <a:spcBef>
          <a:spcPts val="900"/>
        </a:spcBef>
        <a:spcAft>
          <a:spcPts val="0"/>
        </a:spcAft>
        <a:buClr>
          <a:srgbClr val="57BEF0"/>
        </a:buClr>
        <a:buSzPct val="250000"/>
        <a:buFontTx/>
        <a:buChar char="-"/>
        <a:tabLst/>
        <a:defRPr sz="1125" b="0" i="0" u="none" strike="noStrike" cap="none" spc="0" baseline="0">
          <a:solidFill>
            <a:srgbClr val="53585F"/>
          </a:solidFill>
          <a:uFillTx/>
          <a:latin typeface="Lora Regular"/>
          <a:ea typeface="Lora Regular"/>
          <a:cs typeface="Lora Regular"/>
          <a:sym typeface="Lora Regular"/>
        </a:defRPr>
      </a:lvl7pPr>
      <a:lvl8pPr marL="1983921" marR="0" indent="-183696" algn="l" defTabSz="219075" rtl="0" latinLnBrk="0">
        <a:lnSpc>
          <a:spcPct val="100000"/>
        </a:lnSpc>
        <a:spcBef>
          <a:spcPts val="900"/>
        </a:spcBef>
        <a:spcAft>
          <a:spcPts val="0"/>
        </a:spcAft>
        <a:buClr>
          <a:srgbClr val="57BEF0"/>
        </a:buClr>
        <a:buSzPct val="250000"/>
        <a:buFontTx/>
        <a:buChar char="-"/>
        <a:tabLst/>
        <a:defRPr sz="1125" b="0" i="0" u="none" strike="noStrike" cap="none" spc="0" baseline="0">
          <a:solidFill>
            <a:srgbClr val="53585F"/>
          </a:solidFill>
          <a:uFillTx/>
          <a:latin typeface="Lora Regular"/>
          <a:ea typeface="Lora Regular"/>
          <a:cs typeface="Lora Regular"/>
          <a:sym typeface="Lora Regular"/>
        </a:defRPr>
      </a:lvl8pPr>
      <a:lvl9pPr marL="2241096" marR="0" indent="-183696" algn="l" defTabSz="219075" rtl="0" latinLnBrk="0">
        <a:lnSpc>
          <a:spcPct val="100000"/>
        </a:lnSpc>
        <a:spcBef>
          <a:spcPts val="900"/>
        </a:spcBef>
        <a:spcAft>
          <a:spcPts val="0"/>
        </a:spcAft>
        <a:buClr>
          <a:srgbClr val="57BEF0"/>
        </a:buClr>
        <a:buSzPct val="250000"/>
        <a:buFontTx/>
        <a:buChar char="-"/>
        <a:tabLst/>
        <a:defRPr sz="1125" b="0" i="0" u="none" strike="noStrike" cap="none" spc="0" baseline="0">
          <a:solidFill>
            <a:srgbClr val="53585F"/>
          </a:solidFill>
          <a:uFillTx/>
          <a:latin typeface="Lora Regular"/>
          <a:ea typeface="Lora Regular"/>
          <a:cs typeface="Lora Regular"/>
          <a:sym typeface="Lora Regular"/>
        </a:defRPr>
      </a:lvl9pPr>
    </p:bodyStyle>
    <p:otherStyle>
      <a:lvl1pPr marL="0" marR="0" indent="0" algn="l" defTabSz="309563" rtl="0" latinLnBrk="0">
        <a:lnSpc>
          <a:spcPts val="975"/>
        </a:lnSpc>
        <a:spcBef>
          <a:spcPts val="0"/>
        </a:spcBef>
        <a:spcAft>
          <a:spcPts val="0"/>
        </a:spcAft>
        <a:buClrTx/>
        <a:buSzTx/>
        <a:buFontTx/>
        <a:buNone/>
        <a:tabLst/>
        <a:defRPr sz="675" b="0" i="0" u="none" strike="noStrike" cap="none" spc="0" baseline="0">
          <a:solidFill>
            <a:schemeClr val="tx1"/>
          </a:solidFill>
          <a:uFillTx/>
          <a:latin typeface="+mn-lt"/>
          <a:ea typeface="+mn-ea"/>
          <a:cs typeface="+mn-cs"/>
          <a:sym typeface="Proxima Nova Medium"/>
        </a:defRPr>
      </a:lvl1pPr>
      <a:lvl2pPr marL="0" marR="0" indent="171450" algn="l" defTabSz="309563" rtl="0" latinLnBrk="0">
        <a:lnSpc>
          <a:spcPts val="975"/>
        </a:lnSpc>
        <a:spcBef>
          <a:spcPts val="0"/>
        </a:spcBef>
        <a:spcAft>
          <a:spcPts val="0"/>
        </a:spcAft>
        <a:buClrTx/>
        <a:buSzTx/>
        <a:buFontTx/>
        <a:buNone/>
        <a:tabLst/>
        <a:defRPr sz="675" b="0" i="0" u="none" strike="noStrike" cap="none" spc="0" baseline="0">
          <a:solidFill>
            <a:schemeClr val="tx1"/>
          </a:solidFill>
          <a:uFillTx/>
          <a:latin typeface="+mn-lt"/>
          <a:ea typeface="+mn-ea"/>
          <a:cs typeface="+mn-cs"/>
          <a:sym typeface="Proxima Nova Medium"/>
        </a:defRPr>
      </a:lvl2pPr>
      <a:lvl3pPr marL="0" marR="0" indent="342900" algn="l" defTabSz="309563" rtl="0" latinLnBrk="0">
        <a:lnSpc>
          <a:spcPts val="975"/>
        </a:lnSpc>
        <a:spcBef>
          <a:spcPts val="0"/>
        </a:spcBef>
        <a:spcAft>
          <a:spcPts val="0"/>
        </a:spcAft>
        <a:buClrTx/>
        <a:buSzTx/>
        <a:buFontTx/>
        <a:buNone/>
        <a:tabLst/>
        <a:defRPr sz="675" b="0" i="0" u="none" strike="noStrike" cap="none" spc="0" baseline="0">
          <a:solidFill>
            <a:schemeClr val="tx1"/>
          </a:solidFill>
          <a:uFillTx/>
          <a:latin typeface="+mn-lt"/>
          <a:ea typeface="+mn-ea"/>
          <a:cs typeface="+mn-cs"/>
          <a:sym typeface="Proxima Nova Medium"/>
        </a:defRPr>
      </a:lvl3pPr>
      <a:lvl4pPr marL="0" marR="0" indent="514350" algn="l" defTabSz="309563" rtl="0" latinLnBrk="0">
        <a:lnSpc>
          <a:spcPts val="975"/>
        </a:lnSpc>
        <a:spcBef>
          <a:spcPts val="0"/>
        </a:spcBef>
        <a:spcAft>
          <a:spcPts val="0"/>
        </a:spcAft>
        <a:buClrTx/>
        <a:buSzTx/>
        <a:buFontTx/>
        <a:buNone/>
        <a:tabLst/>
        <a:defRPr sz="675" b="0" i="0" u="none" strike="noStrike" cap="none" spc="0" baseline="0">
          <a:solidFill>
            <a:schemeClr val="tx1"/>
          </a:solidFill>
          <a:uFillTx/>
          <a:latin typeface="+mn-lt"/>
          <a:ea typeface="+mn-ea"/>
          <a:cs typeface="+mn-cs"/>
          <a:sym typeface="Proxima Nova Medium"/>
        </a:defRPr>
      </a:lvl4pPr>
      <a:lvl5pPr marL="0" marR="0" indent="685800" algn="l" defTabSz="309563" rtl="0" latinLnBrk="0">
        <a:lnSpc>
          <a:spcPts val="975"/>
        </a:lnSpc>
        <a:spcBef>
          <a:spcPts val="0"/>
        </a:spcBef>
        <a:spcAft>
          <a:spcPts val="0"/>
        </a:spcAft>
        <a:buClrTx/>
        <a:buSzTx/>
        <a:buFontTx/>
        <a:buNone/>
        <a:tabLst/>
        <a:defRPr sz="675" b="0" i="0" u="none" strike="noStrike" cap="none" spc="0" baseline="0">
          <a:solidFill>
            <a:schemeClr val="tx1"/>
          </a:solidFill>
          <a:uFillTx/>
          <a:latin typeface="+mn-lt"/>
          <a:ea typeface="+mn-ea"/>
          <a:cs typeface="+mn-cs"/>
          <a:sym typeface="Proxima Nova Medium"/>
        </a:defRPr>
      </a:lvl5pPr>
      <a:lvl6pPr marL="0" marR="0" indent="857250" algn="l" defTabSz="309563" rtl="0" latinLnBrk="0">
        <a:lnSpc>
          <a:spcPts val="975"/>
        </a:lnSpc>
        <a:spcBef>
          <a:spcPts val="0"/>
        </a:spcBef>
        <a:spcAft>
          <a:spcPts val="0"/>
        </a:spcAft>
        <a:buClrTx/>
        <a:buSzTx/>
        <a:buFontTx/>
        <a:buNone/>
        <a:tabLst/>
        <a:defRPr sz="675" b="0" i="0" u="none" strike="noStrike" cap="none" spc="0" baseline="0">
          <a:solidFill>
            <a:schemeClr val="tx1"/>
          </a:solidFill>
          <a:uFillTx/>
          <a:latin typeface="+mn-lt"/>
          <a:ea typeface="+mn-ea"/>
          <a:cs typeface="+mn-cs"/>
          <a:sym typeface="Proxima Nova Medium"/>
        </a:defRPr>
      </a:lvl6pPr>
      <a:lvl7pPr marL="0" marR="0" indent="1028700" algn="l" defTabSz="309563" rtl="0" latinLnBrk="0">
        <a:lnSpc>
          <a:spcPts val="975"/>
        </a:lnSpc>
        <a:spcBef>
          <a:spcPts val="0"/>
        </a:spcBef>
        <a:spcAft>
          <a:spcPts val="0"/>
        </a:spcAft>
        <a:buClrTx/>
        <a:buSzTx/>
        <a:buFontTx/>
        <a:buNone/>
        <a:tabLst/>
        <a:defRPr sz="675" b="0" i="0" u="none" strike="noStrike" cap="none" spc="0" baseline="0">
          <a:solidFill>
            <a:schemeClr val="tx1"/>
          </a:solidFill>
          <a:uFillTx/>
          <a:latin typeface="+mn-lt"/>
          <a:ea typeface="+mn-ea"/>
          <a:cs typeface="+mn-cs"/>
          <a:sym typeface="Proxima Nova Medium"/>
        </a:defRPr>
      </a:lvl7pPr>
      <a:lvl8pPr marL="0" marR="0" indent="1200150" algn="l" defTabSz="309563" rtl="0" latinLnBrk="0">
        <a:lnSpc>
          <a:spcPts val="975"/>
        </a:lnSpc>
        <a:spcBef>
          <a:spcPts val="0"/>
        </a:spcBef>
        <a:spcAft>
          <a:spcPts val="0"/>
        </a:spcAft>
        <a:buClrTx/>
        <a:buSzTx/>
        <a:buFontTx/>
        <a:buNone/>
        <a:tabLst/>
        <a:defRPr sz="675" b="0" i="0" u="none" strike="noStrike" cap="none" spc="0" baseline="0">
          <a:solidFill>
            <a:schemeClr val="tx1"/>
          </a:solidFill>
          <a:uFillTx/>
          <a:latin typeface="+mn-lt"/>
          <a:ea typeface="+mn-ea"/>
          <a:cs typeface="+mn-cs"/>
          <a:sym typeface="Proxima Nova Medium"/>
        </a:defRPr>
      </a:lvl8pPr>
      <a:lvl9pPr marL="0" marR="0" indent="1371600" algn="l" defTabSz="309563" rtl="0" latinLnBrk="0">
        <a:lnSpc>
          <a:spcPts val="975"/>
        </a:lnSpc>
        <a:spcBef>
          <a:spcPts val="0"/>
        </a:spcBef>
        <a:spcAft>
          <a:spcPts val="0"/>
        </a:spcAft>
        <a:buClrTx/>
        <a:buSzTx/>
        <a:buFontTx/>
        <a:buNone/>
        <a:tabLst/>
        <a:defRPr sz="675" b="0" i="0" u="none" strike="noStrike" cap="none" spc="0" baseline="0">
          <a:solidFill>
            <a:schemeClr val="tx1"/>
          </a:solidFill>
          <a:uFillTx/>
          <a:latin typeface="+mn-lt"/>
          <a:ea typeface="+mn-ea"/>
          <a:cs typeface="+mn-cs"/>
          <a:sym typeface="Proxima Nova Medium"/>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rgbClr val="0E2440"/>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D30EC6A-1C15-3F2A-41FF-F21DB934893F}"/>
              </a:ext>
            </a:extLst>
          </p:cNvPr>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AE89D71-E1D9-84C1-E2A9-A4D5E77EC2B6}"/>
              </a:ext>
            </a:extLst>
          </p:cNvPr>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C0033F5-DFEA-586D-7E33-8BE9D3446353}"/>
              </a:ext>
            </a:extLst>
          </p:cNvPr>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bg1"/>
                </a:solidFill>
                <a:latin typeface="Roboto" panose="02000000000000000000" pitchFamily="2" charset="0"/>
                <a:ea typeface="Roboto" panose="02000000000000000000" pitchFamily="2" charset="0"/>
              </a:defRPr>
            </a:lvl1pPr>
          </a:lstStyle>
          <a:p>
            <a:fld id="{2D28E938-E17A-41B5-A4F7-43996B6EEF8A}" type="datetimeFigureOut">
              <a:rPr lang="en-US" smtClean="0"/>
              <a:pPr/>
              <a:t>12/18/2025</a:t>
            </a:fld>
            <a:endParaRPr lang="en-US"/>
          </a:p>
        </p:txBody>
      </p:sp>
      <p:sp>
        <p:nvSpPr>
          <p:cNvPr id="5" name="Footer Placeholder 4">
            <a:extLst>
              <a:ext uri="{FF2B5EF4-FFF2-40B4-BE49-F238E27FC236}">
                <a16:creationId xmlns:a16="http://schemas.microsoft.com/office/drawing/2014/main" id="{90BECE49-6DBA-77E1-4660-76B57ABD4E9C}"/>
              </a:ext>
            </a:extLst>
          </p:cNvPr>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bg1"/>
                </a:solidFill>
                <a:latin typeface="Roboto" panose="02000000000000000000" pitchFamily="2" charset="0"/>
                <a:ea typeface="Roboto" panose="02000000000000000000" pitchFamily="2" charset="0"/>
              </a:defRPr>
            </a:lvl1pPr>
          </a:lstStyle>
          <a:p>
            <a:endParaRPr lang="en-US"/>
          </a:p>
        </p:txBody>
      </p:sp>
      <p:sp>
        <p:nvSpPr>
          <p:cNvPr id="6" name="Slide Number Placeholder 5">
            <a:extLst>
              <a:ext uri="{FF2B5EF4-FFF2-40B4-BE49-F238E27FC236}">
                <a16:creationId xmlns:a16="http://schemas.microsoft.com/office/drawing/2014/main" id="{1CCC4FF5-983D-2C81-A1A0-1DC0D95D56A5}"/>
              </a:ext>
            </a:extLst>
          </p:cNvPr>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bg1"/>
                </a:solidFill>
                <a:latin typeface="Roboto" panose="02000000000000000000" pitchFamily="2" charset="0"/>
                <a:ea typeface="Roboto" panose="02000000000000000000" pitchFamily="2" charset="0"/>
              </a:defRPr>
            </a:lvl1pPr>
          </a:lstStyle>
          <a:p>
            <a:fld id="{869CBB90-D711-4B39-B6CE-19FB6DE6295D}" type="slidenum">
              <a:rPr lang="en-US" smtClean="0"/>
              <a:pPr/>
              <a:t>‹#›</a:t>
            </a:fld>
            <a:endParaRPr lang="en-US"/>
          </a:p>
        </p:txBody>
      </p:sp>
      <p:pic>
        <p:nvPicPr>
          <p:cNvPr id="7" name="Picture 6" descr="A white text on a black background&#10;&#10;AI-generated content may be incorrect.">
            <a:extLst>
              <a:ext uri="{FF2B5EF4-FFF2-40B4-BE49-F238E27FC236}">
                <a16:creationId xmlns:a16="http://schemas.microsoft.com/office/drawing/2014/main" id="{9FE37F0B-5AC1-74F0-52AB-5EFFC911461A}"/>
              </a:ext>
            </a:extLst>
          </p:cNvPr>
          <p:cNvPicPr>
            <a:picLocks noChangeAspect="1"/>
          </p:cNvPicPr>
          <p:nvPr userDrawn="1"/>
        </p:nvPicPr>
        <p:blipFill>
          <a:blip r:embed="rId18" cstate="print">
            <a:extLst>
              <a:ext uri="{28A0092B-C50C-407E-A947-70E740481C1C}">
                <a14:useLocalDpi xmlns:a14="http://schemas.microsoft.com/office/drawing/2010/main" val="0"/>
              </a:ext>
            </a:extLst>
          </a:blip>
          <a:stretch>
            <a:fillRect/>
          </a:stretch>
        </p:blipFill>
        <p:spPr>
          <a:xfrm>
            <a:off x="7310635" y="4506632"/>
            <a:ext cx="1431713" cy="262423"/>
          </a:xfrm>
          <a:prstGeom prst="rect">
            <a:avLst/>
          </a:prstGeom>
        </p:spPr>
      </p:pic>
    </p:spTree>
    <p:extLst>
      <p:ext uri="{BB962C8B-B14F-4D97-AF65-F5344CB8AC3E}">
        <p14:creationId xmlns:p14="http://schemas.microsoft.com/office/powerpoint/2010/main" val="1722540430"/>
      </p:ext>
    </p:extLst>
  </p:cSld>
  <p:clrMap bg1="lt1" tx1="dk1" bg2="lt2" tx2="dk2" accent1="accent1" accent2="accent2" accent3="accent3" accent4="accent4" accent5="accent5" accent6="accent6" hlink="hlink" folHlink="folHlink"/>
  <p:sldLayoutIdLst>
    <p:sldLayoutId id="2147484193" r:id="rId1"/>
    <p:sldLayoutId id="2147484194" r:id="rId2"/>
    <p:sldLayoutId id="2147484195" r:id="rId3"/>
    <p:sldLayoutId id="2147484196" r:id="rId4"/>
    <p:sldLayoutId id="2147484197" r:id="rId5"/>
    <p:sldLayoutId id="2147484198" r:id="rId6"/>
    <p:sldLayoutId id="2147484199" r:id="rId7"/>
    <p:sldLayoutId id="2147484200" r:id="rId8"/>
    <p:sldLayoutId id="2147484201" r:id="rId9"/>
    <p:sldLayoutId id="2147484202" r:id="rId10"/>
    <p:sldLayoutId id="2147484203" r:id="rId11"/>
    <p:sldLayoutId id="2147484204" r:id="rId12"/>
    <p:sldLayoutId id="2147484205" r:id="rId13"/>
    <p:sldLayoutId id="2147484206" r:id="rId14"/>
    <p:sldLayoutId id="2147484207" r:id="rId15"/>
    <p:sldLayoutId id="2147484209" r:id="rId16"/>
  </p:sldLayoutIdLst>
  <p:txStyles>
    <p:titleStyle>
      <a:lvl1pPr algn="l" defTabSz="685800" rtl="0" eaLnBrk="1" latinLnBrk="0" hangingPunct="1">
        <a:lnSpc>
          <a:spcPct val="90000"/>
        </a:lnSpc>
        <a:spcBef>
          <a:spcPct val="0"/>
        </a:spcBef>
        <a:buNone/>
        <a:defRPr sz="3300" kern="1200">
          <a:solidFill>
            <a:schemeClr val="bg1"/>
          </a:solidFill>
          <a:latin typeface="Roboto Black" panose="02000000000000000000" pitchFamily="2" charset="0"/>
          <a:ea typeface="Roboto Black" panose="02000000000000000000" pitchFamily="2" charset="0"/>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bg1"/>
          </a:solidFill>
          <a:latin typeface="Roboto" panose="02000000000000000000" pitchFamily="2" charset="0"/>
          <a:ea typeface="Roboto" panose="02000000000000000000" pitchFamily="2" charset="0"/>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bg1"/>
          </a:solidFill>
          <a:latin typeface="Roboto" panose="02000000000000000000" pitchFamily="2" charset="0"/>
          <a:ea typeface="Roboto" panose="02000000000000000000" pitchFamily="2" charset="0"/>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bg1"/>
          </a:solidFill>
          <a:latin typeface="Roboto" panose="02000000000000000000" pitchFamily="2" charset="0"/>
          <a:ea typeface="Roboto" panose="02000000000000000000" pitchFamily="2" charset="0"/>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bg1"/>
          </a:solidFill>
          <a:latin typeface="Roboto" panose="02000000000000000000" pitchFamily="2" charset="0"/>
          <a:ea typeface="Roboto" panose="02000000000000000000" pitchFamily="2" charset="0"/>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rgbClr val="0E2440"/>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D30EC6A-1C15-3F2A-41FF-F21DB934893F}"/>
              </a:ext>
            </a:extLst>
          </p:cNvPr>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AE89D71-E1D9-84C1-E2A9-A4D5E77EC2B6}"/>
              </a:ext>
            </a:extLst>
          </p:cNvPr>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C0033F5-DFEA-586D-7E33-8BE9D3446353}"/>
              </a:ext>
            </a:extLst>
          </p:cNvPr>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bg1"/>
                </a:solidFill>
                <a:latin typeface="Roboto" panose="02000000000000000000" pitchFamily="2" charset="0"/>
                <a:ea typeface="Roboto" panose="02000000000000000000" pitchFamily="2" charset="0"/>
              </a:defRPr>
            </a:lvl1pPr>
          </a:lstStyle>
          <a:p>
            <a:fld id="{2D28E938-E17A-41B5-A4F7-43996B6EEF8A}" type="datetimeFigureOut">
              <a:rPr lang="en-US" smtClean="0"/>
              <a:pPr/>
              <a:t>12/18/2025</a:t>
            </a:fld>
            <a:endParaRPr lang="en-US"/>
          </a:p>
        </p:txBody>
      </p:sp>
      <p:sp>
        <p:nvSpPr>
          <p:cNvPr id="5" name="Footer Placeholder 4">
            <a:extLst>
              <a:ext uri="{FF2B5EF4-FFF2-40B4-BE49-F238E27FC236}">
                <a16:creationId xmlns:a16="http://schemas.microsoft.com/office/drawing/2014/main" id="{90BECE49-6DBA-77E1-4660-76B57ABD4E9C}"/>
              </a:ext>
            </a:extLst>
          </p:cNvPr>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bg1"/>
                </a:solidFill>
                <a:latin typeface="Roboto" panose="02000000000000000000" pitchFamily="2" charset="0"/>
                <a:ea typeface="Roboto" panose="02000000000000000000" pitchFamily="2" charset="0"/>
              </a:defRPr>
            </a:lvl1pPr>
          </a:lstStyle>
          <a:p>
            <a:endParaRPr lang="en-US"/>
          </a:p>
        </p:txBody>
      </p:sp>
      <p:sp>
        <p:nvSpPr>
          <p:cNvPr id="6" name="Slide Number Placeholder 5">
            <a:extLst>
              <a:ext uri="{FF2B5EF4-FFF2-40B4-BE49-F238E27FC236}">
                <a16:creationId xmlns:a16="http://schemas.microsoft.com/office/drawing/2014/main" id="{1CCC4FF5-983D-2C81-A1A0-1DC0D95D56A5}"/>
              </a:ext>
            </a:extLst>
          </p:cNvPr>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bg1"/>
                </a:solidFill>
                <a:latin typeface="Roboto" panose="02000000000000000000" pitchFamily="2" charset="0"/>
                <a:ea typeface="Roboto" panose="02000000000000000000" pitchFamily="2" charset="0"/>
              </a:defRPr>
            </a:lvl1pPr>
          </a:lstStyle>
          <a:p>
            <a:fld id="{869CBB90-D711-4B39-B6CE-19FB6DE6295D}" type="slidenum">
              <a:rPr lang="en-US" smtClean="0"/>
              <a:pPr/>
              <a:t>‹#›</a:t>
            </a:fld>
            <a:endParaRPr lang="en-US"/>
          </a:p>
        </p:txBody>
      </p:sp>
      <p:pic>
        <p:nvPicPr>
          <p:cNvPr id="7" name="Picture 6" descr="A white text on a black background&#10;&#10;AI-generated content may be incorrect.">
            <a:extLst>
              <a:ext uri="{FF2B5EF4-FFF2-40B4-BE49-F238E27FC236}">
                <a16:creationId xmlns:a16="http://schemas.microsoft.com/office/drawing/2014/main" id="{9FE37F0B-5AC1-74F0-52AB-5EFFC911461A}"/>
              </a:ext>
            </a:extLst>
          </p:cNvPr>
          <p:cNvPicPr>
            <a:picLocks noChangeAspect="1"/>
          </p:cNvPicPr>
          <p:nvPr userDrawn="1"/>
        </p:nvPicPr>
        <p:blipFill>
          <a:blip r:embed="rId18" cstate="print">
            <a:extLst>
              <a:ext uri="{28A0092B-C50C-407E-A947-70E740481C1C}">
                <a14:useLocalDpi xmlns:a14="http://schemas.microsoft.com/office/drawing/2010/main" val="0"/>
              </a:ext>
            </a:extLst>
          </a:blip>
          <a:stretch>
            <a:fillRect/>
          </a:stretch>
        </p:blipFill>
        <p:spPr>
          <a:xfrm>
            <a:off x="7310635" y="4506632"/>
            <a:ext cx="1431713" cy="262423"/>
          </a:xfrm>
          <a:prstGeom prst="rect">
            <a:avLst/>
          </a:prstGeom>
        </p:spPr>
      </p:pic>
    </p:spTree>
    <p:extLst>
      <p:ext uri="{BB962C8B-B14F-4D97-AF65-F5344CB8AC3E}">
        <p14:creationId xmlns:p14="http://schemas.microsoft.com/office/powerpoint/2010/main" val="2312523872"/>
      </p:ext>
    </p:extLst>
  </p:cSld>
  <p:clrMap bg1="lt1" tx1="dk1" bg2="lt2" tx2="dk2" accent1="accent1" accent2="accent2" accent3="accent3" accent4="accent4" accent5="accent5" accent6="accent6" hlink="hlink" folHlink="folHlink"/>
  <p:sldLayoutIdLst>
    <p:sldLayoutId id="2147484249" r:id="rId1"/>
    <p:sldLayoutId id="2147484250" r:id="rId2"/>
    <p:sldLayoutId id="2147484251" r:id="rId3"/>
    <p:sldLayoutId id="2147484252" r:id="rId4"/>
    <p:sldLayoutId id="2147484253" r:id="rId5"/>
    <p:sldLayoutId id="2147484254" r:id="rId6"/>
    <p:sldLayoutId id="2147484255" r:id="rId7"/>
    <p:sldLayoutId id="2147484256" r:id="rId8"/>
    <p:sldLayoutId id="2147484257" r:id="rId9"/>
    <p:sldLayoutId id="2147484258" r:id="rId10"/>
    <p:sldLayoutId id="2147484259" r:id="rId11"/>
    <p:sldLayoutId id="2147484260" r:id="rId12"/>
    <p:sldLayoutId id="2147484261" r:id="rId13"/>
    <p:sldLayoutId id="2147484262" r:id="rId14"/>
    <p:sldLayoutId id="2147484263" r:id="rId15"/>
    <p:sldLayoutId id="2147484265" r:id="rId16"/>
  </p:sldLayoutIdLst>
  <p:txStyles>
    <p:titleStyle>
      <a:lvl1pPr algn="l" defTabSz="685800" rtl="0" eaLnBrk="1" latinLnBrk="0" hangingPunct="1">
        <a:lnSpc>
          <a:spcPct val="90000"/>
        </a:lnSpc>
        <a:spcBef>
          <a:spcPct val="0"/>
        </a:spcBef>
        <a:buNone/>
        <a:defRPr sz="3300" kern="1200">
          <a:solidFill>
            <a:schemeClr val="bg1"/>
          </a:solidFill>
          <a:latin typeface="Roboto Black" panose="02000000000000000000" pitchFamily="2" charset="0"/>
          <a:ea typeface="Roboto Black" panose="02000000000000000000" pitchFamily="2" charset="0"/>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bg1"/>
          </a:solidFill>
          <a:latin typeface="Roboto" panose="02000000000000000000" pitchFamily="2" charset="0"/>
          <a:ea typeface="Roboto" panose="02000000000000000000" pitchFamily="2" charset="0"/>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bg1"/>
          </a:solidFill>
          <a:latin typeface="Roboto" panose="02000000000000000000" pitchFamily="2" charset="0"/>
          <a:ea typeface="Roboto" panose="02000000000000000000" pitchFamily="2" charset="0"/>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bg1"/>
          </a:solidFill>
          <a:latin typeface="Roboto" panose="02000000000000000000" pitchFamily="2" charset="0"/>
          <a:ea typeface="Roboto" panose="02000000000000000000" pitchFamily="2" charset="0"/>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bg1"/>
          </a:solidFill>
          <a:latin typeface="Roboto" panose="02000000000000000000" pitchFamily="2" charset="0"/>
          <a:ea typeface="Roboto" panose="02000000000000000000" pitchFamily="2" charset="0"/>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notesSlide" Target="../notesSlides/notesSlide1.xml"/><Relationship Id="rId1" Type="http://schemas.openxmlformats.org/officeDocument/2006/relationships/slideLayout" Target="../slideLayouts/slideLayout75.xml"/><Relationship Id="rId4" Type="http://schemas.openxmlformats.org/officeDocument/2006/relationships/image" Target="../media/image27.png"/></Relationships>
</file>

<file path=ppt/slides/_rels/slide2.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notesSlide" Target="../notesSlides/notesSlide3.xml"/><Relationship Id="rId1" Type="http://schemas.openxmlformats.org/officeDocument/2006/relationships/slideLayout" Target="../slideLayouts/slideLayout67.xml"/></Relationships>
</file>

<file path=ppt/slides/_rels/slide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xml"/><Relationship Id="rId1" Type="http://schemas.openxmlformats.org/officeDocument/2006/relationships/slideLayout" Target="../slideLayouts/slideLayout140.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19.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34.xml"/></Relationships>
</file>

<file path=ppt/slides/_rels/slide9.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12.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gettyimages-996020532-2048x2048.jpg" descr="gettyimages-996020532-2048x2048.jpg">
            <a:extLst>
              <a:ext uri="{FF2B5EF4-FFF2-40B4-BE49-F238E27FC236}">
                <a16:creationId xmlns:a16="http://schemas.microsoft.com/office/drawing/2014/main" id="{DF69F0A8-05AE-F6BB-353A-4C3DCAACAB90}"/>
              </a:ext>
            </a:extLst>
          </p:cNvPr>
          <p:cNvPicPr>
            <a:picLocks noChangeAspect="1"/>
          </p:cNvPicPr>
          <p:nvPr/>
        </p:nvPicPr>
        <p:blipFill>
          <a:blip r:embed="rId3" cstate="hqprint">
            <a:alphaModFix amt="50000"/>
            <a:extLst>
              <a:ext uri="{28A0092B-C50C-407E-A947-70E740481C1C}">
                <a14:useLocalDpi xmlns:a14="http://schemas.microsoft.com/office/drawing/2010/main"/>
              </a:ext>
            </a:extLst>
          </a:blip>
          <a:srcRect/>
          <a:stretch>
            <a:fillRect/>
          </a:stretch>
        </p:blipFill>
        <p:spPr>
          <a:xfrm>
            <a:off x="0" y="0"/>
            <a:ext cx="9144000" cy="5143500"/>
          </a:xfrm>
          <a:prstGeom prst="rect">
            <a:avLst/>
          </a:prstGeom>
          <a:ln w="12700">
            <a:miter lim="400000"/>
          </a:ln>
        </p:spPr>
      </p:pic>
      <p:pic>
        <p:nvPicPr>
          <p:cNvPr id="210" name="CGC logo white.png" descr="CGC logo white.png"/>
          <p:cNvPicPr>
            <a:picLocks noChangeAspect="1"/>
          </p:cNvPicPr>
          <p:nvPr/>
        </p:nvPicPr>
        <p:blipFill>
          <a:blip r:embed="rId4" cstate="hqprint">
            <a:extLst>
              <a:ext uri="{28A0092B-C50C-407E-A947-70E740481C1C}">
                <a14:useLocalDpi xmlns:a14="http://schemas.microsoft.com/office/drawing/2010/main"/>
              </a:ext>
            </a:extLst>
          </a:blip>
          <a:stretch>
            <a:fillRect/>
          </a:stretch>
        </p:blipFill>
        <p:spPr>
          <a:xfrm>
            <a:off x="285751" y="285750"/>
            <a:ext cx="1152091" cy="199818"/>
          </a:xfrm>
          <a:prstGeom prst="rect">
            <a:avLst/>
          </a:prstGeom>
          <a:ln w="12700">
            <a:miter lim="400000"/>
          </a:ln>
        </p:spPr>
      </p:pic>
      <p:sp>
        <p:nvSpPr>
          <p:cNvPr id="4" name="RFP Response for Baxter…">
            <a:extLst>
              <a:ext uri="{FF2B5EF4-FFF2-40B4-BE49-F238E27FC236}">
                <a16:creationId xmlns:a16="http://schemas.microsoft.com/office/drawing/2014/main" id="{322D09FD-0DC0-18B9-DDF5-B2AD44712690}"/>
              </a:ext>
            </a:extLst>
          </p:cNvPr>
          <p:cNvSpPr txBox="1"/>
          <p:nvPr/>
        </p:nvSpPr>
        <p:spPr>
          <a:xfrm>
            <a:off x="624277" y="2879216"/>
            <a:ext cx="3582493" cy="831766"/>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0" tIns="0" rIns="0" bIns="0">
            <a:spAutoFit/>
          </a:bodyPr>
          <a:lstStyle/>
          <a:p>
            <a:pPr defTabSz="171446">
              <a:lnSpc>
                <a:spcPct val="150000"/>
              </a:lnSpc>
              <a:defRPr sz="3200">
                <a:solidFill>
                  <a:srgbClr val="FFFFFF"/>
                </a:solidFill>
              </a:defRPr>
            </a:pPr>
            <a:endParaRPr lang="en-US" sz="900" dirty="0">
              <a:solidFill>
                <a:srgbClr val="FFFFFF"/>
              </a:solidFill>
              <a:latin typeface="Lora Medium Italic" pitchFamily="2" charset="77"/>
            </a:endParaRPr>
          </a:p>
          <a:p>
            <a:pPr defTabSz="171446">
              <a:lnSpc>
                <a:spcPct val="150000"/>
              </a:lnSpc>
              <a:defRPr sz="3200">
                <a:solidFill>
                  <a:srgbClr val="FFFFFF"/>
                </a:solidFill>
              </a:defRPr>
            </a:pPr>
            <a:r>
              <a:rPr lang="en-US" sz="900" dirty="0">
                <a:solidFill>
                  <a:srgbClr val="FFFFFF"/>
                </a:solidFill>
                <a:latin typeface="Lora Medium Italic" pitchFamily="2" charset="77"/>
              </a:rPr>
              <a:t>Prepared by Challenger, Gray &amp; Christmas</a:t>
            </a:r>
          </a:p>
          <a:p>
            <a:pPr defTabSz="171446">
              <a:lnSpc>
                <a:spcPct val="150000"/>
              </a:lnSpc>
              <a:defRPr sz="3200">
                <a:solidFill>
                  <a:srgbClr val="FFFFFF"/>
                </a:solidFill>
              </a:defRPr>
            </a:pPr>
            <a:r>
              <a:rPr lang="en-US" sz="900" dirty="0">
                <a:solidFill>
                  <a:srgbClr val="FFFFFF"/>
                </a:solidFill>
                <a:latin typeface="Lora Medium Italic" pitchFamily="2" charset="77"/>
              </a:rPr>
              <a:t>December</a:t>
            </a:r>
            <a:endParaRPr sz="900" dirty="0">
              <a:solidFill>
                <a:srgbClr val="FFFFFF"/>
              </a:solidFill>
              <a:latin typeface="Lora Medium Italic" pitchFamily="2" charset="77"/>
            </a:endParaRPr>
          </a:p>
        </p:txBody>
      </p:sp>
      <p:sp>
        <p:nvSpPr>
          <p:cNvPr id="5" name="TextBox 4">
            <a:extLst>
              <a:ext uri="{FF2B5EF4-FFF2-40B4-BE49-F238E27FC236}">
                <a16:creationId xmlns:a16="http://schemas.microsoft.com/office/drawing/2014/main" id="{29F6EC75-4B6E-E6ED-B1EE-5D7AE6ECEA5B}"/>
              </a:ext>
            </a:extLst>
          </p:cNvPr>
          <p:cNvSpPr txBox="1"/>
          <p:nvPr/>
        </p:nvSpPr>
        <p:spPr>
          <a:xfrm>
            <a:off x="624277" y="1455985"/>
            <a:ext cx="7675892" cy="145680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b">
            <a:spAutoFit/>
          </a:bodyPr>
          <a:lstStyle/>
          <a:p>
            <a:pPr defTabSz="584186">
              <a:spcBef>
                <a:spcPts val="0"/>
              </a:spcBef>
            </a:pPr>
            <a:r>
              <a:rPr lang="en-US" sz="4400" dirty="0">
                <a:solidFill>
                  <a:schemeClr val="bg1"/>
                </a:solidFill>
              </a:rPr>
              <a:t>Helping People Adapt as AI Reshapes Roles</a:t>
            </a:r>
            <a:endParaRPr lang="en-US" sz="4400" b="1" dirty="0">
              <a:solidFill>
                <a:schemeClr val="bg1"/>
              </a:solidFill>
              <a:latin typeface="Barlow Condensed" pitchFamily="2" charset="77"/>
            </a:endParaRP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6DB8B73-327F-CF2F-395F-7D2956469D3D}"/>
              </a:ext>
            </a:extLst>
          </p:cNvPr>
          <p:cNvSpPr>
            <a:spLocks noGrp="1"/>
          </p:cNvSpPr>
          <p:nvPr>
            <p:ph type="body" sz="quarter" idx="11"/>
          </p:nvPr>
        </p:nvSpPr>
        <p:spPr/>
        <p:txBody>
          <a:bodyPr/>
          <a:lstStyle/>
          <a:p>
            <a:r>
              <a:rPr lang="en-US"/>
              <a:t>WHAT WE KNOW</a:t>
            </a:r>
          </a:p>
        </p:txBody>
      </p:sp>
      <p:sp>
        <p:nvSpPr>
          <p:cNvPr id="3" name="Text Placeholder 2">
            <a:extLst>
              <a:ext uri="{FF2B5EF4-FFF2-40B4-BE49-F238E27FC236}">
                <a16:creationId xmlns:a16="http://schemas.microsoft.com/office/drawing/2014/main" id="{D16285D0-7A8C-D333-9825-AEF598ED9619}"/>
              </a:ext>
            </a:extLst>
          </p:cNvPr>
          <p:cNvSpPr>
            <a:spLocks noGrp="1"/>
          </p:cNvSpPr>
          <p:nvPr>
            <p:ph type="body" sz="quarter" idx="13"/>
          </p:nvPr>
        </p:nvSpPr>
        <p:spPr/>
        <p:txBody>
          <a:bodyPr/>
          <a:lstStyle/>
          <a:p>
            <a:r>
              <a:rPr lang="en-US">
                <a:latin typeface="Lora" pitchFamily="2" charset="0"/>
                <a:ea typeface="Roboto" panose="02000000000000000000" pitchFamily="2" charset="0"/>
              </a:rPr>
              <a:t> </a:t>
            </a:r>
          </a:p>
          <a:p>
            <a:endParaRPr lang="en-US"/>
          </a:p>
          <a:p>
            <a:endParaRPr lang="en-US"/>
          </a:p>
          <a:p>
            <a:endParaRPr lang="en-US"/>
          </a:p>
          <a:p>
            <a:endParaRPr lang="en-US"/>
          </a:p>
          <a:p>
            <a:endParaRPr lang="en-US"/>
          </a:p>
        </p:txBody>
      </p:sp>
      <p:pic>
        <p:nvPicPr>
          <p:cNvPr id="10" name="Picture Placeholder 9">
            <a:extLst>
              <a:ext uri="{FF2B5EF4-FFF2-40B4-BE49-F238E27FC236}">
                <a16:creationId xmlns:a16="http://schemas.microsoft.com/office/drawing/2014/main" id="{FED36F9F-E00E-9715-7563-6E1ED50B7E91}"/>
              </a:ext>
            </a:extLst>
          </p:cNvPr>
          <p:cNvPicPr>
            <a:picLocks noGrp="1" noChangeAspect="1"/>
          </p:cNvPicPr>
          <p:nvPr>
            <p:ph type="pic" sz="quarter" idx="15"/>
          </p:nvPr>
        </p:nvPicPr>
        <p:blipFill>
          <a:blip r:embed="rId3"/>
          <a:srcRect t="60" b="60"/>
          <a:stretch/>
        </p:blipFill>
        <p:spPr>
          <a:prstGeom prst="rect">
            <a:avLst/>
          </a:prstGeom>
        </p:spPr>
      </p:pic>
      <p:sp>
        <p:nvSpPr>
          <p:cNvPr id="5" name="TextBox 4">
            <a:extLst>
              <a:ext uri="{FF2B5EF4-FFF2-40B4-BE49-F238E27FC236}">
                <a16:creationId xmlns:a16="http://schemas.microsoft.com/office/drawing/2014/main" id="{0FFE07C6-6BAE-5A53-154F-DAFA30FF0B36}"/>
              </a:ext>
            </a:extLst>
          </p:cNvPr>
          <p:cNvSpPr txBox="1"/>
          <p:nvPr/>
        </p:nvSpPr>
        <p:spPr>
          <a:xfrm>
            <a:off x="734662" y="1795150"/>
            <a:ext cx="3548169" cy="150810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171450" marR="0" indent="-171450">
              <a:buFont typeface="Arial" panose="020B0604020202020204" pitchFamily="34" charset="0"/>
              <a:buChar char="•"/>
            </a:pPr>
            <a:r>
              <a:rPr lang="en-US" sz="1100" dirty="0">
                <a:solidFill>
                  <a:srgbClr val="000000"/>
                </a:solidFill>
                <a:latin typeface="Lora Regular" pitchFamily="2" charset="0"/>
                <a:ea typeface="Aptos" panose="020B0004020202020204" pitchFamily="34" charset="0"/>
                <a:cs typeface="Aptos" panose="020B0004020202020204" pitchFamily="34" charset="0"/>
              </a:rPr>
              <a:t>Employees may have their role eliminated due to advances in AI</a:t>
            </a:r>
            <a:endParaRPr lang="en-US" sz="1100" dirty="0">
              <a:solidFill>
                <a:schemeClr val="tx2"/>
              </a:solidFill>
              <a:latin typeface="Lora Regular" pitchFamily="2" charset="0"/>
              <a:ea typeface="Aptos" panose="020B0004020202020204" pitchFamily="34" charset="0"/>
              <a:cs typeface="Aptos" panose="020B0004020202020204" pitchFamily="34" charset="0"/>
            </a:endParaRPr>
          </a:p>
          <a:p>
            <a:pPr marL="171450" marR="0" indent="-171450">
              <a:buFont typeface="Arial" panose="020B0604020202020204" pitchFamily="34" charset="0"/>
              <a:buChar char="•"/>
            </a:pPr>
            <a:r>
              <a:rPr lang="en-US" sz="1100" dirty="0">
                <a:solidFill>
                  <a:srgbClr val="000000"/>
                </a:solidFill>
                <a:latin typeface="Lora Regular" pitchFamily="2" charset="0"/>
                <a:ea typeface="Aptos" panose="020B0004020202020204" pitchFamily="34" charset="0"/>
                <a:cs typeface="Aptos" panose="020B0004020202020204" pitchFamily="34" charset="0"/>
              </a:rPr>
              <a:t>This may lead to uncertainty by these individuals on what to do next</a:t>
            </a:r>
            <a:endParaRPr lang="en-US" sz="1100" dirty="0">
              <a:solidFill>
                <a:srgbClr val="000000"/>
              </a:solidFill>
              <a:effectLst/>
              <a:latin typeface="Lora Regular" pitchFamily="2" charset="0"/>
              <a:ea typeface="Aptos" panose="020B0004020202020204" pitchFamily="34" charset="0"/>
              <a:cs typeface="Aptos" panose="020B0004020202020204" pitchFamily="34" charset="0"/>
            </a:endParaRPr>
          </a:p>
          <a:p>
            <a:pPr marL="171450" marR="0" indent="-171450">
              <a:buFont typeface="Arial" panose="020B0604020202020204" pitchFamily="34" charset="0"/>
              <a:buChar char="•"/>
            </a:pPr>
            <a:r>
              <a:rPr lang="en-US" sz="1100" dirty="0">
                <a:solidFill>
                  <a:srgbClr val="000000"/>
                </a:solidFill>
                <a:effectLst/>
                <a:latin typeface="Lora Regular" pitchFamily="2" charset="0"/>
                <a:ea typeface="Aptos" panose="020B0004020202020204" pitchFamily="34" charset="0"/>
                <a:cs typeface="Aptos" panose="020B0004020202020204" pitchFamily="34" charset="0"/>
              </a:rPr>
              <a:t>Organizations want to make sure thes</a:t>
            </a:r>
            <a:r>
              <a:rPr lang="en-US" sz="1100" dirty="0">
                <a:solidFill>
                  <a:srgbClr val="000000"/>
                </a:solidFill>
                <a:latin typeface="Lora Regular" pitchFamily="2" charset="0"/>
                <a:ea typeface="Aptos" panose="020B0004020202020204" pitchFamily="34" charset="0"/>
                <a:cs typeface="Aptos" panose="020B0004020202020204" pitchFamily="34" charset="0"/>
              </a:rPr>
              <a:t>e individuals are assisted to find their next new role or career move</a:t>
            </a:r>
            <a:endParaRPr lang="en-US" sz="1100" dirty="0">
              <a:solidFill>
                <a:srgbClr val="000000"/>
              </a:solidFill>
              <a:effectLst/>
              <a:latin typeface="Lora Regular" pitchFamily="2" charset="0"/>
              <a:ea typeface="Aptos" panose="020B0004020202020204" pitchFamily="34" charset="0"/>
              <a:cs typeface="Aptos" panose="020B0004020202020204" pitchFamily="34" charset="0"/>
            </a:endParaRPr>
          </a:p>
        </p:txBody>
      </p:sp>
    </p:spTree>
    <p:extLst>
      <p:ext uri="{BB962C8B-B14F-4D97-AF65-F5344CB8AC3E}">
        <p14:creationId xmlns:p14="http://schemas.microsoft.com/office/powerpoint/2010/main" val="1491729687"/>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89" name="Group"/>
          <p:cNvGrpSpPr/>
          <p:nvPr/>
        </p:nvGrpSpPr>
        <p:grpSpPr>
          <a:xfrm>
            <a:off x="5477999" y="2157128"/>
            <a:ext cx="2350689" cy="1728944"/>
            <a:chOff x="0" y="0"/>
            <a:chExt cx="6268502" cy="4610516"/>
          </a:xfrm>
        </p:grpSpPr>
        <p:sp>
          <p:nvSpPr>
            <p:cNvPr id="287" name="Oval"/>
            <p:cNvSpPr/>
            <p:nvPr/>
          </p:nvSpPr>
          <p:spPr>
            <a:xfrm>
              <a:off x="2301727" y="-1"/>
              <a:ext cx="3966776" cy="4610518"/>
            </a:xfrm>
            <a:prstGeom prst="ellipse">
              <a:avLst/>
            </a:prstGeom>
            <a:solidFill>
              <a:srgbClr val="E7E69F"/>
            </a:solidFill>
            <a:ln w="12700" cap="flat">
              <a:noFill/>
              <a:miter lim="400000"/>
            </a:ln>
            <a:effectLst/>
          </p:spPr>
          <p:txBody>
            <a:bodyPr wrap="square" lIns="19050" tIns="19050" rIns="19050" bIns="19050" numCol="1" anchor="ctr">
              <a:noAutofit/>
            </a:bodyPr>
            <a:lstStyle/>
            <a:p>
              <a:pPr marL="0" marR="0" lvl="0" indent="0" algn="ctr" defTabSz="309563" rtl="0" eaLnBrk="1" fontAlgn="auto" latinLnBrk="0" hangingPunct="0">
                <a:lnSpc>
                  <a:spcPct val="120000"/>
                </a:lnSpc>
                <a:spcBef>
                  <a:spcPts val="0"/>
                </a:spcBef>
                <a:spcAft>
                  <a:spcPts val="0"/>
                </a:spcAft>
                <a:buClrTx/>
                <a:buSzTx/>
                <a:buFontTx/>
                <a:buNone/>
                <a:tabLst/>
                <a:defRPr cap="all">
                  <a:solidFill>
                    <a:srgbClr val="FFFFFF"/>
                  </a:solidFill>
                  <a:latin typeface="Proxima Nova Extrabold"/>
                  <a:ea typeface="Proxima Nova Extrabold"/>
                  <a:cs typeface="Proxima Nova Extrabold"/>
                  <a:sym typeface="Proxima Nova Extrabold"/>
                </a:defRPr>
              </a:pPr>
              <a:endParaRPr kumimoji="0" sz="422" b="0" i="0" u="none" strike="noStrike" kern="0" cap="all" spc="0" normalizeH="0" baseline="0" noProof="0">
                <a:ln>
                  <a:noFill/>
                </a:ln>
                <a:solidFill>
                  <a:srgbClr val="FFFFFF"/>
                </a:solidFill>
                <a:effectLst/>
                <a:uLnTx/>
                <a:uFillTx/>
                <a:latin typeface="Proxima Nova Extrabold"/>
                <a:sym typeface="Proxima Nova Extrabold"/>
              </a:endParaRPr>
            </a:p>
          </p:txBody>
        </p:sp>
        <p:sp>
          <p:nvSpPr>
            <p:cNvPr id="288" name="Rectangle"/>
            <p:cNvSpPr/>
            <p:nvPr/>
          </p:nvSpPr>
          <p:spPr>
            <a:xfrm>
              <a:off x="0" y="0"/>
              <a:ext cx="4362489" cy="4610517"/>
            </a:xfrm>
            <a:prstGeom prst="rect">
              <a:avLst/>
            </a:prstGeom>
            <a:solidFill>
              <a:srgbClr val="E7E69F"/>
            </a:solidFill>
            <a:ln w="12700" cap="flat">
              <a:noFill/>
              <a:miter lim="400000"/>
            </a:ln>
            <a:effectLst/>
          </p:spPr>
          <p:txBody>
            <a:bodyPr wrap="square" lIns="19050" tIns="19050" rIns="19050" bIns="19050" numCol="1" anchor="ctr">
              <a:noAutofit/>
            </a:bodyPr>
            <a:lstStyle/>
            <a:p>
              <a:pPr marL="0" marR="0" lvl="0" indent="0" algn="ctr" defTabSz="309563" rtl="0" eaLnBrk="1" fontAlgn="auto" latinLnBrk="0" hangingPunct="0">
                <a:lnSpc>
                  <a:spcPct val="120000"/>
                </a:lnSpc>
                <a:spcBef>
                  <a:spcPts val="0"/>
                </a:spcBef>
                <a:spcAft>
                  <a:spcPts val="0"/>
                </a:spcAft>
                <a:buClrTx/>
                <a:buSzTx/>
                <a:buFontTx/>
                <a:buNone/>
                <a:tabLst/>
                <a:defRPr cap="all">
                  <a:solidFill>
                    <a:srgbClr val="FFFFFF"/>
                  </a:solidFill>
                  <a:latin typeface="Proxima Nova Extrabold"/>
                  <a:ea typeface="Proxima Nova Extrabold"/>
                  <a:cs typeface="Proxima Nova Extrabold"/>
                  <a:sym typeface="Proxima Nova Extrabold"/>
                </a:defRPr>
              </a:pPr>
              <a:endParaRPr kumimoji="0" sz="422" b="0" i="0" u="none" strike="noStrike" kern="0" cap="all" spc="0" normalizeH="0" baseline="0" noProof="0">
                <a:ln>
                  <a:noFill/>
                </a:ln>
                <a:solidFill>
                  <a:srgbClr val="FFFFFF"/>
                </a:solidFill>
                <a:effectLst/>
                <a:uLnTx/>
                <a:uFillTx/>
                <a:latin typeface="Proxima Nova Extrabold"/>
                <a:sym typeface="Proxima Nova Extrabold"/>
              </a:endParaRPr>
            </a:p>
          </p:txBody>
        </p:sp>
      </p:grpSp>
      <p:sp>
        <p:nvSpPr>
          <p:cNvPr id="291" name="60 years experience.…"/>
          <p:cNvSpPr txBox="1"/>
          <p:nvPr/>
        </p:nvSpPr>
        <p:spPr>
          <a:xfrm>
            <a:off x="640542" y="1889650"/>
            <a:ext cx="2692584" cy="233871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19050" tIns="19050" rIns="19050" bIns="19050" anchor="ctr">
            <a:spAutoFit/>
          </a:bodyPr>
          <a:lstStyle/>
          <a:p>
            <a:pPr marL="192881" marR="0" lvl="0" indent="-192881" algn="l" defTabSz="308073" rtl="0" eaLnBrk="1" fontAlgn="auto" latinLnBrk="0" hangingPunct="0">
              <a:lnSpc>
                <a:spcPct val="80000"/>
              </a:lnSpc>
              <a:spcBef>
                <a:spcPts val="225"/>
              </a:spcBef>
              <a:spcAft>
                <a:spcPts val="0"/>
              </a:spcAft>
              <a:buClrTx/>
              <a:buSzPct val="100000"/>
              <a:buFontTx/>
              <a:buAutoNum type="arabicPeriod"/>
              <a:tabLst/>
              <a:defRPr sz="2400">
                <a:solidFill>
                  <a:srgbClr val="0E2440"/>
                </a:solidFill>
              </a:defRPr>
            </a:pPr>
            <a:r>
              <a:rPr lang="en-US" sz="1000" dirty="0">
                <a:solidFill>
                  <a:srgbClr val="0E2440"/>
                </a:solidFill>
              </a:rPr>
              <a:t>We will provide an evaluation of their current role along with the projected outlook.</a:t>
            </a:r>
            <a:endParaRPr kumimoji="0" lang="en-US" sz="1000" b="0" i="0" u="none" strike="noStrike" kern="0" cap="none" spc="0" normalizeH="0" baseline="0" noProof="0" dirty="0">
              <a:ln>
                <a:noFill/>
              </a:ln>
              <a:solidFill>
                <a:srgbClr val="0E2440"/>
              </a:solidFill>
              <a:effectLst/>
              <a:uLnTx/>
              <a:uFillTx/>
              <a:latin typeface="Lora Regular"/>
              <a:sym typeface="Lora Regular"/>
            </a:endParaRPr>
          </a:p>
          <a:p>
            <a:pPr marL="192881" marR="0" lvl="0" indent="-192881" algn="l" defTabSz="308073" rtl="0" eaLnBrk="1" fontAlgn="auto" latinLnBrk="0" hangingPunct="0">
              <a:lnSpc>
                <a:spcPct val="80000"/>
              </a:lnSpc>
              <a:spcBef>
                <a:spcPts val="225"/>
              </a:spcBef>
              <a:spcAft>
                <a:spcPts val="0"/>
              </a:spcAft>
              <a:buClrTx/>
              <a:buSzPct val="100000"/>
              <a:buFontTx/>
              <a:buAutoNum type="arabicPeriod"/>
              <a:tabLst/>
              <a:defRPr sz="2400">
                <a:solidFill>
                  <a:srgbClr val="0E2440"/>
                </a:solidFill>
              </a:defRPr>
            </a:pPr>
            <a:endParaRPr kumimoji="0" lang="en-US" sz="1000" b="0" i="0" u="none" strike="noStrike" kern="0" cap="none" spc="0" normalizeH="0" baseline="0" noProof="0" dirty="0">
              <a:ln>
                <a:noFill/>
              </a:ln>
              <a:solidFill>
                <a:srgbClr val="0E2440"/>
              </a:solidFill>
              <a:effectLst/>
              <a:uLnTx/>
              <a:uFillTx/>
              <a:latin typeface="Lora Regular"/>
              <a:sym typeface="Lora Regular"/>
            </a:endParaRPr>
          </a:p>
          <a:p>
            <a:pPr marL="192881" marR="0" lvl="0" indent="-192881" algn="l" defTabSz="308073" rtl="0" eaLnBrk="1" fontAlgn="auto" latinLnBrk="0" hangingPunct="0">
              <a:lnSpc>
                <a:spcPct val="80000"/>
              </a:lnSpc>
              <a:spcBef>
                <a:spcPts val="225"/>
              </a:spcBef>
              <a:spcAft>
                <a:spcPts val="0"/>
              </a:spcAft>
              <a:buClrTx/>
              <a:buSzPct val="100000"/>
              <a:buFontTx/>
              <a:buAutoNum type="arabicPeriod"/>
              <a:tabLst/>
              <a:defRPr sz="2400">
                <a:solidFill>
                  <a:srgbClr val="0E2440"/>
                </a:solidFill>
              </a:defRPr>
            </a:pPr>
            <a:r>
              <a:rPr kumimoji="0" lang="en-US" sz="1000" b="0" i="0" u="none" strike="noStrike" kern="0" cap="none" spc="0" normalizeH="0" baseline="0" noProof="0" dirty="0">
                <a:ln>
                  <a:noFill/>
                </a:ln>
                <a:solidFill>
                  <a:srgbClr val="0E2440"/>
                </a:solidFill>
                <a:effectLst/>
                <a:uLnTx/>
                <a:uFillTx/>
                <a:latin typeface="Lora Regular"/>
                <a:sym typeface="Lora Regular"/>
              </a:rPr>
              <a:t>We </a:t>
            </a:r>
            <a:r>
              <a:rPr lang="en-US" sz="1000" dirty="0">
                <a:solidFill>
                  <a:srgbClr val="0E2440"/>
                </a:solidFill>
              </a:rPr>
              <a:t>will suggest transferable roles along with evaluations on those matches.  We will also look at the projected outlook/viability for those roles.</a:t>
            </a:r>
            <a:endParaRPr kumimoji="0" lang="en-US" sz="1000" b="0" i="0" u="none" strike="noStrike" kern="0" cap="none" spc="0" normalizeH="0" baseline="0" noProof="0" dirty="0">
              <a:ln>
                <a:noFill/>
              </a:ln>
              <a:solidFill>
                <a:srgbClr val="0E2440"/>
              </a:solidFill>
              <a:effectLst/>
              <a:uLnTx/>
              <a:uFillTx/>
              <a:latin typeface="Lora Regular"/>
              <a:sym typeface="Lora Regular"/>
            </a:endParaRPr>
          </a:p>
          <a:p>
            <a:pPr marL="192881" marR="0" lvl="0" indent="-192881" algn="l" defTabSz="308073" rtl="0" eaLnBrk="1" fontAlgn="auto" latinLnBrk="0" hangingPunct="0">
              <a:lnSpc>
                <a:spcPct val="80000"/>
              </a:lnSpc>
              <a:spcBef>
                <a:spcPts val="225"/>
              </a:spcBef>
              <a:spcAft>
                <a:spcPts val="0"/>
              </a:spcAft>
              <a:buClrTx/>
              <a:buSzPct val="100000"/>
              <a:buFontTx/>
              <a:buAutoNum type="arabicPeriod"/>
              <a:tabLst/>
              <a:defRPr sz="2400">
                <a:solidFill>
                  <a:srgbClr val="0E2440"/>
                </a:solidFill>
              </a:defRPr>
            </a:pPr>
            <a:endParaRPr kumimoji="0" lang="en-US" sz="1000" b="0" i="0" u="none" strike="noStrike" kern="0" cap="none" spc="0" normalizeH="0" baseline="0" noProof="0" dirty="0">
              <a:ln>
                <a:noFill/>
              </a:ln>
              <a:solidFill>
                <a:srgbClr val="0E2440"/>
              </a:solidFill>
              <a:effectLst/>
              <a:uLnTx/>
              <a:uFillTx/>
              <a:latin typeface="Lora Regular"/>
              <a:sym typeface="Lora Regular"/>
            </a:endParaRPr>
          </a:p>
          <a:p>
            <a:pPr marL="192881" marR="0" lvl="0" indent="-192881" algn="l" defTabSz="308073" rtl="0" eaLnBrk="1" fontAlgn="auto" latinLnBrk="0" hangingPunct="0">
              <a:lnSpc>
                <a:spcPct val="80000"/>
              </a:lnSpc>
              <a:spcBef>
                <a:spcPts val="225"/>
              </a:spcBef>
              <a:spcAft>
                <a:spcPts val="0"/>
              </a:spcAft>
              <a:buClrTx/>
              <a:buSzPct val="100000"/>
              <a:buFontTx/>
              <a:buAutoNum type="arabicPeriod"/>
              <a:tabLst/>
              <a:defRPr sz="2400">
                <a:solidFill>
                  <a:srgbClr val="0E2440"/>
                </a:solidFill>
              </a:defRPr>
            </a:pPr>
            <a:r>
              <a:rPr kumimoji="0" lang="en-US" sz="1000" b="0" i="0" u="none" strike="noStrike" kern="0" cap="none" spc="0" normalizeH="0" baseline="0" noProof="0" dirty="0">
                <a:ln>
                  <a:noFill/>
                </a:ln>
                <a:solidFill>
                  <a:srgbClr val="0E2440"/>
                </a:solidFill>
                <a:effectLst/>
                <a:uLnTx/>
                <a:uFillTx/>
                <a:latin typeface="Lora Regular"/>
                <a:sym typeface="Lora Regular"/>
              </a:rPr>
              <a:t>Our coaches will work with each individual to evaluate this information and make a plan of action</a:t>
            </a:r>
          </a:p>
          <a:p>
            <a:pPr marL="192881" marR="0" lvl="0" indent="-192881" algn="l" defTabSz="308073" rtl="0" eaLnBrk="1" fontAlgn="auto" latinLnBrk="0" hangingPunct="0">
              <a:lnSpc>
                <a:spcPct val="80000"/>
              </a:lnSpc>
              <a:spcBef>
                <a:spcPts val="225"/>
              </a:spcBef>
              <a:spcAft>
                <a:spcPts val="0"/>
              </a:spcAft>
              <a:buClrTx/>
              <a:buSzPct val="100000"/>
              <a:buFontTx/>
              <a:buAutoNum type="arabicPeriod"/>
              <a:tabLst/>
              <a:defRPr sz="2400">
                <a:solidFill>
                  <a:srgbClr val="0E2440"/>
                </a:solidFill>
              </a:defRPr>
            </a:pPr>
            <a:endParaRPr kumimoji="0" lang="en-US" sz="1000" b="0" i="0" u="none" strike="noStrike" kern="0" cap="none" spc="0" normalizeH="0" baseline="0" noProof="0" dirty="0">
              <a:ln>
                <a:noFill/>
              </a:ln>
              <a:solidFill>
                <a:srgbClr val="0E2440"/>
              </a:solidFill>
              <a:effectLst/>
              <a:uLnTx/>
              <a:uFillTx/>
              <a:latin typeface="Lora Regular"/>
              <a:sym typeface="Lora Regular"/>
            </a:endParaRPr>
          </a:p>
          <a:p>
            <a:pPr marL="192881" marR="0" lvl="0" indent="-192881" algn="l" defTabSz="308073" rtl="0" eaLnBrk="1" fontAlgn="auto" latinLnBrk="0" hangingPunct="0">
              <a:lnSpc>
                <a:spcPct val="80000"/>
              </a:lnSpc>
              <a:spcBef>
                <a:spcPts val="225"/>
              </a:spcBef>
              <a:spcAft>
                <a:spcPts val="0"/>
              </a:spcAft>
              <a:buClrTx/>
              <a:buSzPct val="100000"/>
              <a:buFontTx/>
              <a:buAutoNum type="arabicPeriod"/>
              <a:tabLst/>
              <a:defRPr sz="2400">
                <a:solidFill>
                  <a:srgbClr val="0E2440"/>
                </a:solidFill>
              </a:defRPr>
            </a:pPr>
            <a:r>
              <a:rPr kumimoji="0" lang="en-US" sz="1000" b="0" i="0" u="none" strike="noStrike" kern="0" cap="none" spc="0" normalizeH="0" baseline="0" noProof="0" dirty="0">
                <a:ln>
                  <a:noFill/>
                </a:ln>
                <a:solidFill>
                  <a:srgbClr val="0E2440"/>
                </a:solidFill>
                <a:effectLst/>
                <a:uLnTx/>
                <a:uFillTx/>
                <a:latin typeface="Lora Regular"/>
                <a:sym typeface="Lora Regular"/>
              </a:rPr>
              <a:t>If a change is needed, we will suggest courses/certifications (if appropriate)</a:t>
            </a:r>
          </a:p>
          <a:p>
            <a:pPr marL="192881" marR="0" lvl="0" indent="-192881" algn="l" defTabSz="308073" rtl="0" eaLnBrk="1" fontAlgn="auto" latinLnBrk="0" hangingPunct="0">
              <a:lnSpc>
                <a:spcPct val="80000"/>
              </a:lnSpc>
              <a:spcBef>
                <a:spcPts val="225"/>
              </a:spcBef>
              <a:spcAft>
                <a:spcPts val="0"/>
              </a:spcAft>
              <a:buClrTx/>
              <a:buSzPct val="100000"/>
              <a:buFontTx/>
              <a:buAutoNum type="arabicPeriod"/>
              <a:tabLst/>
              <a:defRPr sz="2400">
                <a:solidFill>
                  <a:srgbClr val="0E2440"/>
                </a:solidFill>
              </a:defRPr>
            </a:pPr>
            <a:endParaRPr kumimoji="0" lang="en-US" sz="1000" b="0" i="0" u="none" strike="noStrike" kern="0" cap="none" spc="0" normalizeH="0" baseline="0" noProof="0" dirty="0">
              <a:ln>
                <a:noFill/>
              </a:ln>
              <a:solidFill>
                <a:srgbClr val="0E2440"/>
              </a:solidFill>
              <a:effectLst/>
              <a:uLnTx/>
              <a:uFillTx/>
              <a:latin typeface="Lora Regular"/>
              <a:sym typeface="Lora Regular"/>
            </a:endParaRPr>
          </a:p>
          <a:p>
            <a:pPr marL="192881" marR="0" lvl="0" indent="-192881" algn="l" defTabSz="308073" rtl="0" eaLnBrk="1" fontAlgn="auto" latinLnBrk="0" hangingPunct="0">
              <a:lnSpc>
                <a:spcPct val="80000"/>
              </a:lnSpc>
              <a:spcBef>
                <a:spcPts val="225"/>
              </a:spcBef>
              <a:spcAft>
                <a:spcPts val="0"/>
              </a:spcAft>
              <a:buClrTx/>
              <a:buSzPct val="100000"/>
              <a:buFontTx/>
              <a:buAutoNum type="arabicPeriod"/>
              <a:tabLst/>
              <a:defRPr sz="2400">
                <a:solidFill>
                  <a:srgbClr val="0E2440"/>
                </a:solidFill>
              </a:defRPr>
            </a:pPr>
            <a:endParaRPr kumimoji="0" lang="en-US" sz="1000" b="0" i="0" u="none" strike="noStrike" kern="0" cap="none" spc="0" normalizeH="0" baseline="0" noProof="0" dirty="0">
              <a:ln>
                <a:noFill/>
              </a:ln>
              <a:solidFill>
                <a:srgbClr val="0E2440"/>
              </a:solidFill>
              <a:effectLst/>
              <a:uLnTx/>
              <a:uFillTx/>
              <a:latin typeface="Lora Regular"/>
              <a:sym typeface="Lora Regular"/>
            </a:endParaRPr>
          </a:p>
        </p:txBody>
      </p:sp>
      <p:sp>
        <p:nvSpPr>
          <p:cNvPr id="292" name="Why partner…"/>
          <p:cNvSpPr txBox="1"/>
          <p:nvPr/>
        </p:nvSpPr>
        <p:spPr>
          <a:xfrm>
            <a:off x="640542" y="1338368"/>
            <a:ext cx="2590453" cy="36163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19050" tIns="19050" rIns="19050" bIns="19050" anchor="ctr">
            <a:spAutoFit/>
          </a:bodyPr>
          <a:lstStyle/>
          <a:p>
            <a:pPr marL="0" marR="0" lvl="0" indent="0" algn="l" defTabSz="308073" rtl="0" eaLnBrk="1" fontAlgn="auto" latinLnBrk="0" hangingPunct="0">
              <a:lnSpc>
                <a:spcPct val="70000"/>
              </a:lnSpc>
              <a:spcBef>
                <a:spcPts val="0"/>
              </a:spcBef>
              <a:spcAft>
                <a:spcPts val="0"/>
              </a:spcAft>
              <a:buClrTx/>
              <a:buSzTx/>
              <a:buFontTx/>
              <a:buNone/>
              <a:tabLst/>
              <a:defRPr sz="8000" cap="all">
                <a:solidFill>
                  <a:srgbClr val="1A43F5"/>
                </a:solidFill>
                <a:latin typeface="+mj-lt"/>
                <a:ea typeface="+mj-ea"/>
                <a:cs typeface="+mj-cs"/>
                <a:sym typeface="Barlow Condensed Bold"/>
              </a:defRPr>
            </a:pPr>
            <a:r>
              <a:rPr kumimoji="0" lang="en-US" sz="3000" b="0" i="0" u="none" strike="noStrike" kern="0" cap="all" spc="0" normalizeH="0" baseline="0" noProof="0" dirty="0">
                <a:ln>
                  <a:noFill/>
                </a:ln>
                <a:solidFill>
                  <a:srgbClr val="1A43F5"/>
                </a:solidFill>
                <a:effectLst/>
                <a:uLnTx/>
                <a:uFillTx/>
                <a:latin typeface="Barlow Condensed Bold"/>
                <a:sym typeface="Barlow Condensed Bold"/>
              </a:rPr>
              <a:t>How we can Help</a:t>
            </a:r>
            <a:endParaRPr kumimoji="0" sz="3000" b="0" i="0" u="none" strike="noStrike" kern="0" cap="all" spc="0" normalizeH="0" baseline="0" noProof="0" dirty="0">
              <a:ln>
                <a:noFill/>
              </a:ln>
              <a:solidFill>
                <a:srgbClr val="0E2440"/>
              </a:solidFill>
              <a:effectLst/>
              <a:uLnTx/>
              <a:uFillTx/>
              <a:latin typeface="Barlow Condensed Bold"/>
              <a:sym typeface="Barlow Condensed Bold"/>
            </a:endParaRPr>
          </a:p>
        </p:txBody>
      </p:sp>
      <p:pic>
        <p:nvPicPr>
          <p:cNvPr id="2" name="image7.jpeg" descr="image7.jpeg">
            <a:extLst>
              <a:ext uri="{FF2B5EF4-FFF2-40B4-BE49-F238E27FC236}">
                <a16:creationId xmlns:a16="http://schemas.microsoft.com/office/drawing/2014/main" id="{7B824AC2-B162-F6F1-A24E-DB2B6BE1F8A5}"/>
              </a:ext>
            </a:extLst>
          </p:cNvPr>
          <p:cNvPicPr>
            <a:picLocks noChangeAspect="1"/>
          </p:cNvPicPr>
          <p:nvPr/>
        </p:nvPicPr>
        <p:blipFill>
          <a:blip r:embed="rId3" cstate="hqprint">
            <a:extLst>
              <a:ext uri="{28A0092B-C50C-407E-A947-70E740481C1C}">
                <a14:useLocalDpi xmlns:a14="http://schemas.microsoft.com/office/drawing/2010/main"/>
              </a:ext>
            </a:extLst>
          </a:blip>
          <a:srcRect/>
          <a:stretch>
            <a:fillRect/>
          </a:stretch>
        </p:blipFill>
        <p:spPr>
          <a:xfrm>
            <a:off x="5062737" y="1257428"/>
            <a:ext cx="1834755" cy="2412059"/>
          </a:xfrm>
          <a:custGeom>
            <a:avLst/>
            <a:gdLst/>
            <a:ahLst/>
            <a:cxnLst>
              <a:cxn ang="0">
                <a:pos x="wd2" y="hd2"/>
              </a:cxn>
              <a:cxn ang="5400000">
                <a:pos x="wd2" y="hd2"/>
              </a:cxn>
              <a:cxn ang="10800000">
                <a:pos x="wd2" y="hd2"/>
              </a:cxn>
              <a:cxn ang="16200000">
                <a:pos x="wd2" y="hd2"/>
              </a:cxn>
            </a:cxnLst>
            <a:rect l="0" t="0" r="r" b="b"/>
            <a:pathLst>
              <a:path w="21600" h="21600" extrusionOk="0">
                <a:moveTo>
                  <a:pt x="3429" y="0"/>
                </a:moveTo>
                <a:cubicBezTo>
                  <a:pt x="2423" y="0"/>
                  <a:pt x="1819" y="0"/>
                  <a:pt x="1416" y="128"/>
                </a:cubicBezTo>
                <a:cubicBezTo>
                  <a:pt x="836" y="289"/>
                  <a:pt x="379" y="636"/>
                  <a:pt x="168" y="1077"/>
                </a:cubicBezTo>
                <a:cubicBezTo>
                  <a:pt x="0" y="1383"/>
                  <a:pt x="0" y="1843"/>
                  <a:pt x="0" y="2609"/>
                </a:cubicBezTo>
                <a:lnTo>
                  <a:pt x="0" y="18988"/>
                </a:lnTo>
                <a:cubicBezTo>
                  <a:pt x="0" y="19754"/>
                  <a:pt x="0" y="20214"/>
                  <a:pt x="168" y="20520"/>
                </a:cubicBezTo>
                <a:cubicBezTo>
                  <a:pt x="379" y="20961"/>
                  <a:pt x="836" y="21311"/>
                  <a:pt x="1416" y="21472"/>
                </a:cubicBezTo>
                <a:cubicBezTo>
                  <a:pt x="1819" y="21600"/>
                  <a:pt x="2423" y="21600"/>
                  <a:pt x="3429" y="21600"/>
                </a:cubicBezTo>
                <a:lnTo>
                  <a:pt x="18171" y="21600"/>
                </a:lnTo>
                <a:cubicBezTo>
                  <a:pt x="19177" y="21600"/>
                  <a:pt x="19781" y="21600"/>
                  <a:pt x="20184" y="21472"/>
                </a:cubicBezTo>
                <a:cubicBezTo>
                  <a:pt x="20764" y="21311"/>
                  <a:pt x="21221" y="20961"/>
                  <a:pt x="21432" y="20520"/>
                </a:cubicBezTo>
                <a:cubicBezTo>
                  <a:pt x="21600" y="20214"/>
                  <a:pt x="21600" y="19754"/>
                  <a:pt x="21600" y="18988"/>
                </a:cubicBezTo>
                <a:lnTo>
                  <a:pt x="21600" y="2609"/>
                </a:lnTo>
                <a:cubicBezTo>
                  <a:pt x="21600" y="1843"/>
                  <a:pt x="21600" y="1383"/>
                  <a:pt x="21432" y="1077"/>
                </a:cubicBezTo>
                <a:cubicBezTo>
                  <a:pt x="21221" y="636"/>
                  <a:pt x="20764" y="289"/>
                  <a:pt x="20184" y="128"/>
                </a:cubicBezTo>
                <a:cubicBezTo>
                  <a:pt x="19781" y="0"/>
                  <a:pt x="19177" y="0"/>
                  <a:pt x="18171" y="0"/>
                </a:cubicBezTo>
                <a:lnTo>
                  <a:pt x="3429" y="0"/>
                </a:lnTo>
                <a:close/>
              </a:path>
            </a:pathLst>
          </a:custGeom>
          <a:ln w="12700">
            <a:miter lim="400000"/>
          </a:ln>
        </p:spPr>
      </p:pic>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48FDD1-1FA3-5CB0-80D4-CBF92AB5C367}"/>
            </a:ext>
          </a:extLst>
        </p:cNvPr>
        <p:cNvGrpSpPr/>
        <p:nvPr/>
      </p:nvGrpSpPr>
      <p:grpSpPr>
        <a:xfrm>
          <a:off x="0" y="0"/>
          <a:ext cx="0" cy="0"/>
          <a:chOff x="0" y="0"/>
          <a:chExt cx="0" cy="0"/>
        </a:xfrm>
      </p:grpSpPr>
      <p:sp>
        <p:nvSpPr>
          <p:cNvPr id="6" name="Rectangle">
            <a:extLst>
              <a:ext uri="{FF2B5EF4-FFF2-40B4-BE49-F238E27FC236}">
                <a16:creationId xmlns:a16="http://schemas.microsoft.com/office/drawing/2014/main" id="{24E0E384-752E-2CB1-45B8-5BE7F3053D69}"/>
              </a:ext>
            </a:extLst>
          </p:cNvPr>
          <p:cNvSpPr/>
          <p:nvPr/>
        </p:nvSpPr>
        <p:spPr>
          <a:xfrm>
            <a:off x="1" y="0"/>
            <a:ext cx="9144000" cy="5143500"/>
          </a:xfrm>
          <a:prstGeom prst="rect">
            <a:avLst/>
          </a:prstGeom>
          <a:solidFill>
            <a:srgbClr val="0044FF"/>
          </a:solidFill>
          <a:ln w="12700">
            <a:miter lim="400000"/>
          </a:ln>
        </p:spPr>
        <p:txBody>
          <a:bodyPr lIns="19050" tIns="19050" rIns="19050" bIns="19050" anchor="ctr"/>
          <a:lstStyle/>
          <a:p>
            <a:pPr marL="0" marR="0" lvl="0" indent="0" algn="ctr" defTabSz="309563" rtl="0" eaLnBrk="1" fontAlgn="auto" latinLnBrk="0" hangingPunct="0">
              <a:lnSpc>
                <a:spcPct val="120000"/>
              </a:lnSpc>
              <a:spcBef>
                <a:spcPts val="0"/>
              </a:spcBef>
              <a:spcAft>
                <a:spcPts val="0"/>
              </a:spcAft>
              <a:buClrTx/>
              <a:buSzTx/>
              <a:buFontTx/>
              <a:buNone/>
              <a:tabLst/>
              <a:defRPr cap="all">
                <a:solidFill>
                  <a:srgbClr val="FFFFFF"/>
                </a:solidFill>
                <a:latin typeface="Proxima Nova Extrabold"/>
                <a:ea typeface="Proxima Nova Extrabold"/>
                <a:cs typeface="Proxima Nova Extrabold"/>
                <a:sym typeface="Proxima Nova Extrabold"/>
              </a:defRPr>
            </a:pPr>
            <a:endParaRPr kumimoji="0" sz="422" b="0" i="0" u="none" strike="noStrike" kern="0" cap="all" spc="0" normalizeH="0" baseline="0" noProof="0" dirty="0">
              <a:ln>
                <a:noFill/>
              </a:ln>
              <a:solidFill>
                <a:srgbClr val="FFFFFF"/>
              </a:solidFill>
              <a:effectLst/>
              <a:uLnTx/>
              <a:uFillTx/>
              <a:latin typeface="Proxima Nova Extrabold"/>
              <a:sym typeface="Proxima Nova Extrabold"/>
            </a:endParaRPr>
          </a:p>
        </p:txBody>
      </p:sp>
      <p:sp>
        <p:nvSpPr>
          <p:cNvPr id="296" name="Data doesn’t lie">
            <a:extLst>
              <a:ext uri="{FF2B5EF4-FFF2-40B4-BE49-F238E27FC236}">
                <a16:creationId xmlns:a16="http://schemas.microsoft.com/office/drawing/2014/main" id="{ED34276C-625F-C5D1-E211-BE116978B151}"/>
              </a:ext>
            </a:extLst>
          </p:cNvPr>
          <p:cNvSpPr txBox="1"/>
          <p:nvPr/>
        </p:nvSpPr>
        <p:spPr>
          <a:xfrm>
            <a:off x="572214" y="1221261"/>
            <a:ext cx="8150546" cy="500137"/>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19050" tIns="19050" rIns="19050" bIns="19050" anchor="ctr">
            <a:spAutoFit/>
          </a:bodyPr>
          <a:lstStyle/>
          <a:p>
            <a:pPr marL="0" marR="0" lvl="0" indent="0" algn="l" defTabSz="308073" rtl="0" eaLnBrk="1" fontAlgn="auto" latinLnBrk="0" hangingPunct="0">
              <a:lnSpc>
                <a:spcPct val="100000"/>
              </a:lnSpc>
              <a:spcBef>
                <a:spcPts val="0"/>
              </a:spcBef>
              <a:spcAft>
                <a:spcPts val="0"/>
              </a:spcAft>
              <a:buClrTx/>
              <a:buSzTx/>
              <a:buFontTx/>
              <a:buNone/>
              <a:tabLst/>
              <a:defRPr sz="8000" cap="all">
                <a:solidFill>
                  <a:srgbClr val="0E2440"/>
                </a:solidFill>
                <a:latin typeface="+mj-lt"/>
                <a:ea typeface="+mj-ea"/>
                <a:cs typeface="+mj-cs"/>
                <a:sym typeface="Barlow Condensed Bold"/>
              </a:defRPr>
            </a:pPr>
            <a:r>
              <a:rPr kumimoji="0" sz="3000" b="0" i="0" u="none" strike="noStrike" kern="0" cap="all" spc="0" normalizeH="0" baseline="0" noProof="0" dirty="0">
                <a:ln>
                  <a:noFill/>
                </a:ln>
                <a:solidFill>
                  <a:srgbClr val="FFFFFF"/>
                </a:solidFill>
                <a:effectLst/>
                <a:uLnTx/>
                <a:uFillTx/>
                <a:latin typeface="Barlow Condensed Bold"/>
                <a:sym typeface="Barlow Condensed Bold"/>
              </a:rPr>
              <a:t>Data doesn’t lie</a:t>
            </a:r>
            <a:r>
              <a:rPr kumimoji="0" lang="en-US" sz="3000" b="0" i="0" u="none" strike="noStrike" kern="0" cap="all" spc="0" normalizeH="0" baseline="0" noProof="0" dirty="0">
                <a:ln>
                  <a:noFill/>
                </a:ln>
                <a:solidFill>
                  <a:srgbClr val="FFFFFF"/>
                </a:solidFill>
                <a:effectLst/>
                <a:uLnTx/>
                <a:uFillTx/>
                <a:latin typeface="Barlow Condensed Bold"/>
                <a:sym typeface="Barlow Condensed Bold"/>
              </a:rPr>
              <a:t> – We will look at the following:</a:t>
            </a:r>
            <a:endParaRPr kumimoji="0" sz="3000" b="0" i="0" u="none" strike="noStrike" kern="0" cap="all" spc="0" normalizeH="0" baseline="0" noProof="0" dirty="0">
              <a:ln>
                <a:noFill/>
              </a:ln>
              <a:solidFill>
                <a:srgbClr val="FFFFFF"/>
              </a:solidFill>
              <a:effectLst/>
              <a:uLnTx/>
              <a:uFillTx/>
              <a:latin typeface="Barlow Condensed Bold"/>
              <a:sym typeface="Barlow Condensed Bold"/>
            </a:endParaRPr>
          </a:p>
        </p:txBody>
      </p:sp>
      <p:sp>
        <p:nvSpPr>
          <p:cNvPr id="304" name="Better landings">
            <a:extLst>
              <a:ext uri="{FF2B5EF4-FFF2-40B4-BE49-F238E27FC236}">
                <a16:creationId xmlns:a16="http://schemas.microsoft.com/office/drawing/2014/main" id="{E27C31ED-87CA-C93E-60C2-3A2DAA34BAC4}"/>
              </a:ext>
            </a:extLst>
          </p:cNvPr>
          <p:cNvSpPr txBox="1"/>
          <p:nvPr/>
        </p:nvSpPr>
        <p:spPr>
          <a:xfrm>
            <a:off x="3401352" y="2995342"/>
            <a:ext cx="2209275" cy="1485022"/>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19050" tIns="19050" rIns="19050" bIns="19050" anchor="ctr">
            <a:spAutoFit/>
          </a:bodyPr>
          <a:lstStyle>
            <a:lvl1pPr defTabSz="821529">
              <a:spcBef>
                <a:spcPts val="600"/>
              </a:spcBef>
              <a:defRPr sz="3200">
                <a:solidFill>
                  <a:srgbClr val="0E2440"/>
                </a:solidFill>
              </a:defRPr>
            </a:lvl1pPr>
          </a:lstStyle>
          <a:p>
            <a:pPr marL="0" marR="0" lvl="0" indent="0" algn="l" defTabSz="821529" rtl="0" eaLnBrk="1" fontAlgn="auto" latinLnBrk="0" hangingPunct="0">
              <a:lnSpc>
                <a:spcPct val="100000"/>
              </a:lnSpc>
              <a:spcBef>
                <a:spcPts val="600"/>
              </a:spcBef>
              <a:spcAft>
                <a:spcPts val="0"/>
              </a:spcAft>
              <a:buClrTx/>
              <a:buSzTx/>
              <a:buFontTx/>
              <a:buNone/>
              <a:tabLst/>
              <a:defRPr/>
            </a:pPr>
            <a:r>
              <a:rPr kumimoji="0" lang="en-US" sz="1200" b="1" i="0" u="none" strike="noStrike" kern="0" cap="none" spc="0" normalizeH="0" baseline="0" noProof="0" dirty="0">
                <a:ln>
                  <a:noFill/>
                </a:ln>
                <a:solidFill>
                  <a:srgbClr val="FFFFFF"/>
                </a:solidFill>
                <a:effectLst/>
                <a:uLnTx/>
                <a:uFillTx/>
                <a:latin typeface="Lora" pitchFamily="2" charset="77"/>
                <a:sym typeface="Lora Regular"/>
              </a:rPr>
              <a:t>Job Postings</a:t>
            </a:r>
          </a:p>
          <a:p>
            <a:pPr marL="0" marR="0" lvl="0" indent="0" algn="l" defTabSz="821529" rtl="0" eaLnBrk="1" fontAlgn="auto" latinLnBrk="0" hangingPunct="0">
              <a:lnSpc>
                <a:spcPct val="100000"/>
              </a:lnSpc>
              <a:spcBef>
                <a:spcPts val="600"/>
              </a:spcBef>
              <a:spcAft>
                <a:spcPts val="0"/>
              </a:spcAft>
              <a:buClrTx/>
              <a:buSzTx/>
              <a:buFontTx/>
              <a:buNone/>
              <a:tabLst/>
              <a:defRPr/>
            </a:pPr>
            <a:r>
              <a:rPr kumimoji="0" lang="en-US" sz="1200" b="0" i="0" u="none" strike="noStrike" kern="0" cap="none" spc="0" normalizeH="0" baseline="0" noProof="0" dirty="0">
                <a:ln>
                  <a:noFill/>
                </a:ln>
                <a:solidFill>
                  <a:srgbClr val="FFFFFF"/>
                </a:solidFill>
                <a:effectLst/>
                <a:uLnTx/>
                <a:uFillTx/>
                <a:latin typeface="Lora Regular"/>
                <a:sym typeface="Lora Regular"/>
              </a:rPr>
              <a:t>Are job postings for this role going up, down or staying stagnant.  This information can help inform whether a change is needed</a:t>
            </a:r>
          </a:p>
          <a:p>
            <a:pPr marL="0" marR="0" lvl="0" indent="0" algn="l" defTabSz="821529" rtl="0" eaLnBrk="1" fontAlgn="auto" latinLnBrk="0" hangingPunct="0">
              <a:lnSpc>
                <a:spcPct val="100000"/>
              </a:lnSpc>
              <a:spcBef>
                <a:spcPts val="600"/>
              </a:spcBef>
              <a:spcAft>
                <a:spcPts val="0"/>
              </a:spcAft>
              <a:buClrTx/>
              <a:buSzTx/>
              <a:buFontTx/>
              <a:buNone/>
              <a:tabLst/>
              <a:defRPr/>
            </a:pPr>
            <a:endParaRPr kumimoji="0" sz="1200" b="0" i="0" u="none" strike="noStrike" kern="0" cap="none" spc="0" normalizeH="0" baseline="0" noProof="0" dirty="0">
              <a:ln>
                <a:noFill/>
              </a:ln>
              <a:solidFill>
                <a:srgbClr val="FFFFFF"/>
              </a:solidFill>
              <a:effectLst/>
              <a:uLnTx/>
              <a:uFillTx/>
              <a:latin typeface="Lora Regular"/>
              <a:sym typeface="Lora Regular"/>
            </a:endParaRPr>
          </a:p>
        </p:txBody>
      </p:sp>
      <p:sp>
        <p:nvSpPr>
          <p:cNvPr id="305" name="Faster placements">
            <a:extLst>
              <a:ext uri="{FF2B5EF4-FFF2-40B4-BE49-F238E27FC236}">
                <a16:creationId xmlns:a16="http://schemas.microsoft.com/office/drawing/2014/main" id="{BAA11028-6686-D55F-19BC-AE66B31DB890}"/>
              </a:ext>
            </a:extLst>
          </p:cNvPr>
          <p:cNvSpPr txBox="1"/>
          <p:nvPr/>
        </p:nvSpPr>
        <p:spPr>
          <a:xfrm>
            <a:off x="594019" y="3056302"/>
            <a:ext cx="2359931" cy="1115690"/>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19050" tIns="19050" rIns="19050" bIns="19050" anchor="ctr">
            <a:spAutoFit/>
          </a:bodyPr>
          <a:lstStyle>
            <a:lvl1pPr defTabSz="821529">
              <a:spcBef>
                <a:spcPts val="600"/>
              </a:spcBef>
              <a:defRPr sz="3200">
                <a:solidFill>
                  <a:srgbClr val="0E2440"/>
                </a:solidFill>
              </a:defRPr>
            </a:lvl1pPr>
          </a:lstStyle>
          <a:p>
            <a:pPr marL="0" marR="0" lvl="0" indent="0" algn="l" defTabSz="821529" rtl="0" eaLnBrk="1" fontAlgn="auto" latinLnBrk="0" hangingPunct="0">
              <a:lnSpc>
                <a:spcPct val="100000"/>
              </a:lnSpc>
              <a:spcBef>
                <a:spcPts val="600"/>
              </a:spcBef>
              <a:spcAft>
                <a:spcPts val="0"/>
              </a:spcAft>
              <a:buClrTx/>
              <a:buSzTx/>
              <a:buFontTx/>
              <a:buNone/>
              <a:tabLst/>
              <a:defRPr/>
            </a:pPr>
            <a:r>
              <a:rPr kumimoji="0" lang="en-US" sz="1200" b="1" i="0" u="none" strike="noStrike" kern="0" cap="none" spc="0" normalizeH="0" baseline="0" noProof="0" dirty="0">
                <a:ln>
                  <a:noFill/>
                </a:ln>
                <a:solidFill>
                  <a:srgbClr val="FFFFFF"/>
                </a:solidFill>
                <a:effectLst/>
                <a:uLnTx/>
                <a:uFillTx/>
                <a:latin typeface="Lora" pitchFamily="2" charset="77"/>
                <a:sym typeface="Lora Regular"/>
              </a:rPr>
              <a:t>Projected Outlook</a:t>
            </a:r>
          </a:p>
          <a:p>
            <a:pPr marL="0" marR="0" lvl="0" indent="0" algn="l" defTabSz="821529" rtl="0" eaLnBrk="1" fontAlgn="auto" latinLnBrk="0" hangingPunct="0">
              <a:lnSpc>
                <a:spcPct val="100000"/>
              </a:lnSpc>
              <a:spcBef>
                <a:spcPts val="600"/>
              </a:spcBef>
              <a:spcAft>
                <a:spcPts val="0"/>
              </a:spcAft>
              <a:buClrTx/>
              <a:buSzTx/>
              <a:buFontTx/>
              <a:buNone/>
              <a:tabLst/>
              <a:defRPr/>
            </a:pPr>
            <a:r>
              <a:rPr kumimoji="0" lang="en-US" sz="1200" b="0" i="0" u="none" strike="noStrike" kern="0" cap="none" spc="0" normalizeH="0" baseline="0" noProof="0" dirty="0">
                <a:ln>
                  <a:noFill/>
                </a:ln>
                <a:solidFill>
                  <a:srgbClr val="FFFFFF"/>
                </a:solidFill>
                <a:effectLst/>
                <a:uLnTx/>
                <a:uFillTx/>
                <a:latin typeface="Lora Regular"/>
                <a:sym typeface="Lora Regular"/>
              </a:rPr>
              <a:t>We look at the projected outlook for each position to determine the viability	</a:t>
            </a:r>
            <a:endParaRPr kumimoji="0" lang="en-US" sz="1200" b="0" i="0" u="none" strike="noStrike" kern="0" cap="none" spc="0" normalizeH="0" baseline="28800" noProof="0" dirty="0">
              <a:ln>
                <a:noFill/>
              </a:ln>
              <a:solidFill>
                <a:srgbClr val="FFFFFF"/>
              </a:solidFill>
              <a:effectLst/>
              <a:uLnTx/>
              <a:uFillTx/>
              <a:latin typeface="Lora Regular"/>
              <a:sym typeface="Lora Regular"/>
            </a:endParaRPr>
          </a:p>
          <a:p>
            <a:pPr marL="0" marR="0" lvl="0" indent="0" algn="l" defTabSz="821529" rtl="0" eaLnBrk="1" fontAlgn="auto" latinLnBrk="0" hangingPunct="0">
              <a:lnSpc>
                <a:spcPct val="100000"/>
              </a:lnSpc>
              <a:spcBef>
                <a:spcPts val="600"/>
              </a:spcBef>
              <a:spcAft>
                <a:spcPts val="0"/>
              </a:spcAft>
              <a:buClrTx/>
              <a:buSzTx/>
              <a:buFontTx/>
              <a:buNone/>
              <a:tabLst/>
              <a:defRPr/>
            </a:pPr>
            <a:endParaRPr kumimoji="0" sz="1200" b="0" i="0" u="none" strike="noStrike" kern="0" cap="none" spc="0" normalizeH="0" baseline="0" noProof="0" dirty="0">
              <a:ln>
                <a:noFill/>
              </a:ln>
              <a:solidFill>
                <a:srgbClr val="FFFFFF"/>
              </a:solidFill>
              <a:effectLst/>
              <a:uLnTx/>
              <a:uFillTx/>
              <a:latin typeface="Lora Regular"/>
              <a:sym typeface="Lora Regular"/>
            </a:endParaRPr>
          </a:p>
        </p:txBody>
      </p:sp>
      <p:sp>
        <p:nvSpPr>
          <p:cNvPr id="307" name="Increased satisfaction">
            <a:extLst>
              <a:ext uri="{FF2B5EF4-FFF2-40B4-BE49-F238E27FC236}">
                <a16:creationId xmlns:a16="http://schemas.microsoft.com/office/drawing/2014/main" id="{C5019B90-72C7-059D-BF66-8569FCB64570}"/>
              </a:ext>
            </a:extLst>
          </p:cNvPr>
          <p:cNvSpPr txBox="1"/>
          <p:nvPr/>
        </p:nvSpPr>
        <p:spPr>
          <a:xfrm>
            <a:off x="6181836" y="3056302"/>
            <a:ext cx="2209274" cy="1115690"/>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19050" tIns="19050" rIns="19050" bIns="19050" anchor="ctr">
            <a:spAutoFit/>
          </a:bodyPr>
          <a:lstStyle>
            <a:lvl1pPr defTabSz="821529">
              <a:spcBef>
                <a:spcPts val="600"/>
              </a:spcBef>
              <a:defRPr sz="3200">
                <a:solidFill>
                  <a:srgbClr val="0E2440"/>
                </a:solidFill>
              </a:defRPr>
            </a:lvl1pPr>
          </a:lstStyle>
          <a:p>
            <a:pPr marL="0" marR="0" lvl="0" indent="0" algn="l" defTabSz="821529" rtl="0" eaLnBrk="1" fontAlgn="auto" latinLnBrk="0" hangingPunct="0">
              <a:lnSpc>
                <a:spcPct val="100000"/>
              </a:lnSpc>
              <a:spcBef>
                <a:spcPts val="600"/>
              </a:spcBef>
              <a:spcAft>
                <a:spcPts val="0"/>
              </a:spcAft>
              <a:buClrTx/>
              <a:buSzTx/>
              <a:buFontTx/>
              <a:buNone/>
              <a:tabLst/>
              <a:defRPr/>
            </a:pPr>
            <a:r>
              <a:rPr kumimoji="0" lang="en-US" sz="1200" b="1" i="0" u="none" strike="noStrike" kern="0" cap="none" spc="0" normalizeH="0" baseline="0" noProof="0" dirty="0">
                <a:ln>
                  <a:noFill/>
                </a:ln>
                <a:solidFill>
                  <a:srgbClr val="FFFFFF"/>
                </a:solidFill>
                <a:effectLst/>
                <a:uLnTx/>
                <a:uFillTx/>
                <a:latin typeface="Lora" pitchFamily="2" charset="77"/>
                <a:sym typeface="Lora Regular"/>
              </a:rPr>
              <a:t>Salary Trends</a:t>
            </a:r>
          </a:p>
          <a:p>
            <a:pPr marL="0" marR="0" lvl="0" indent="0" algn="l" defTabSz="821529" rtl="0" eaLnBrk="1" fontAlgn="auto" latinLnBrk="0" hangingPunct="0">
              <a:lnSpc>
                <a:spcPct val="100000"/>
              </a:lnSpc>
              <a:spcBef>
                <a:spcPts val="600"/>
              </a:spcBef>
              <a:spcAft>
                <a:spcPts val="0"/>
              </a:spcAft>
              <a:buClrTx/>
              <a:buSzTx/>
              <a:buFontTx/>
              <a:buNone/>
              <a:tabLst/>
              <a:defRPr/>
            </a:pPr>
            <a:r>
              <a:rPr kumimoji="0" lang="en-US" sz="1200" b="0" i="0" u="none" strike="noStrike" kern="0" cap="none" spc="0" normalizeH="0" baseline="0" noProof="0" dirty="0">
                <a:ln>
                  <a:noFill/>
                </a:ln>
                <a:solidFill>
                  <a:srgbClr val="FFFFFF"/>
                </a:solidFill>
                <a:effectLst/>
                <a:uLnTx/>
                <a:uFillTx/>
                <a:latin typeface="Lora Regular"/>
                <a:sym typeface="Lora Regular"/>
              </a:rPr>
              <a:t>Similar to Job Posting data, are salaries for the role increasing or decreasing?</a:t>
            </a:r>
          </a:p>
          <a:p>
            <a:pPr marL="0" marR="0" lvl="0" indent="0" algn="l" defTabSz="821529" rtl="0" eaLnBrk="1" fontAlgn="auto" latinLnBrk="0" hangingPunct="0">
              <a:lnSpc>
                <a:spcPct val="100000"/>
              </a:lnSpc>
              <a:spcBef>
                <a:spcPts val="600"/>
              </a:spcBef>
              <a:spcAft>
                <a:spcPts val="0"/>
              </a:spcAft>
              <a:buClrTx/>
              <a:buSzTx/>
              <a:buFontTx/>
              <a:buNone/>
              <a:tabLst/>
              <a:defRPr/>
            </a:pPr>
            <a:endParaRPr kumimoji="0" sz="1200" b="0" i="0" u="none" strike="noStrike" kern="0" cap="none" spc="0" normalizeH="0" baseline="0" noProof="0" dirty="0">
              <a:ln>
                <a:noFill/>
              </a:ln>
              <a:solidFill>
                <a:srgbClr val="FFFFFF"/>
              </a:solidFill>
              <a:effectLst/>
              <a:uLnTx/>
              <a:uFillTx/>
              <a:latin typeface="Lora Regular"/>
              <a:sym typeface="Lora Regular"/>
            </a:endParaRPr>
          </a:p>
        </p:txBody>
      </p:sp>
      <p:pic>
        <p:nvPicPr>
          <p:cNvPr id="9" name="CGC logo white.png" descr="CGC logo white.png">
            <a:extLst>
              <a:ext uri="{FF2B5EF4-FFF2-40B4-BE49-F238E27FC236}">
                <a16:creationId xmlns:a16="http://schemas.microsoft.com/office/drawing/2014/main" id="{E341F47A-1C8E-E7D8-2636-3AF5B842E232}"/>
              </a:ext>
            </a:extLst>
          </p:cNvPr>
          <p:cNvPicPr>
            <a:picLocks noChangeAspect="1"/>
          </p:cNvPicPr>
          <p:nvPr/>
        </p:nvPicPr>
        <p:blipFill>
          <a:blip r:embed="rId3" cstate="hqprint">
            <a:extLst>
              <a:ext uri="{28A0092B-C50C-407E-A947-70E740481C1C}">
                <a14:useLocalDpi xmlns:a14="http://schemas.microsoft.com/office/drawing/2010/main"/>
              </a:ext>
            </a:extLst>
          </a:blip>
          <a:stretch>
            <a:fillRect/>
          </a:stretch>
        </p:blipFill>
        <p:spPr>
          <a:xfrm>
            <a:off x="285750" y="285750"/>
            <a:ext cx="1152091" cy="199818"/>
          </a:xfrm>
          <a:prstGeom prst="rect">
            <a:avLst/>
          </a:prstGeom>
          <a:ln w="12700">
            <a:miter lim="400000"/>
          </a:ln>
        </p:spPr>
      </p:pic>
    </p:spTree>
    <p:extLst>
      <p:ext uri="{BB962C8B-B14F-4D97-AF65-F5344CB8AC3E}">
        <p14:creationId xmlns:p14="http://schemas.microsoft.com/office/powerpoint/2010/main" val="252300670"/>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5"/>
        </a:solidFill>
        <a:effectLst/>
      </p:bgPr>
    </p:bg>
    <p:spTree>
      <p:nvGrpSpPr>
        <p:cNvPr id="1" name="">
          <a:extLst>
            <a:ext uri="{FF2B5EF4-FFF2-40B4-BE49-F238E27FC236}">
              <a16:creationId xmlns:a16="http://schemas.microsoft.com/office/drawing/2014/main" id="{BF82849F-CB14-8F71-D304-785C81E542A3}"/>
            </a:ext>
          </a:extLst>
        </p:cNvPr>
        <p:cNvGrpSpPr/>
        <p:nvPr/>
      </p:nvGrpSpPr>
      <p:grpSpPr>
        <a:xfrm>
          <a:off x="0" y="0"/>
          <a:ext cx="0" cy="0"/>
          <a:chOff x="0" y="0"/>
          <a:chExt cx="0" cy="0"/>
        </a:xfrm>
      </p:grpSpPr>
      <p:sp>
        <p:nvSpPr>
          <p:cNvPr id="681" name="Client matching with experienced coach">
            <a:extLst>
              <a:ext uri="{FF2B5EF4-FFF2-40B4-BE49-F238E27FC236}">
                <a16:creationId xmlns:a16="http://schemas.microsoft.com/office/drawing/2014/main" id="{B34301A2-CA9D-974D-33B2-D6DC5DE7AF92}"/>
              </a:ext>
            </a:extLst>
          </p:cNvPr>
          <p:cNvSpPr txBox="1"/>
          <p:nvPr/>
        </p:nvSpPr>
        <p:spPr>
          <a:xfrm>
            <a:off x="1850156" y="3505004"/>
            <a:ext cx="1510252" cy="52322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9050" tIns="19050" rIns="19050" bIns="19050">
            <a:spAutoFit/>
          </a:bodyPr>
          <a:lstStyle>
            <a:lvl1pPr defTabSz="821529">
              <a:spcBef>
                <a:spcPts val="600"/>
              </a:spcBef>
              <a:defRPr sz="2000">
                <a:solidFill>
                  <a:srgbClr val="FCFAF1"/>
                </a:solidFill>
              </a:defRPr>
            </a:lvl1pPr>
          </a:lstStyle>
          <a:p>
            <a:pPr marL="0" marR="0" lvl="0" indent="0" algn="l" defTabSz="821529" rtl="0" eaLnBrk="1" fontAlgn="auto" latinLnBrk="0" hangingPunct="0">
              <a:lnSpc>
                <a:spcPct val="100000"/>
              </a:lnSpc>
              <a:spcBef>
                <a:spcPts val="600"/>
              </a:spcBef>
              <a:spcAft>
                <a:spcPts val="0"/>
              </a:spcAft>
              <a:buClrTx/>
              <a:buSzTx/>
              <a:buFontTx/>
              <a:buNone/>
              <a:tabLst/>
              <a:defRPr/>
            </a:pPr>
            <a:r>
              <a:rPr kumimoji="0" lang="en-US" sz="1050" b="0" i="0" u="none" strike="noStrike" kern="0" cap="none" spc="0" normalizeH="0" baseline="0" noProof="0" dirty="0">
                <a:ln>
                  <a:noFill/>
                </a:ln>
                <a:solidFill>
                  <a:srgbClr val="FCFAF1"/>
                </a:solidFill>
                <a:effectLst/>
                <a:uLnTx/>
                <a:uFillTx/>
                <a:latin typeface="Lora Regular"/>
                <a:sym typeface="Lora Regular"/>
              </a:rPr>
              <a:t>We look at their current career and its projected outlook</a:t>
            </a:r>
          </a:p>
        </p:txBody>
      </p:sp>
      <p:sp>
        <p:nvSpPr>
          <p:cNvPr id="684" name="Initial Contact">
            <a:extLst>
              <a:ext uri="{FF2B5EF4-FFF2-40B4-BE49-F238E27FC236}">
                <a16:creationId xmlns:a16="http://schemas.microsoft.com/office/drawing/2014/main" id="{EFFE1F84-68B9-81D1-9B73-A6423481FAE4}"/>
              </a:ext>
            </a:extLst>
          </p:cNvPr>
          <p:cNvSpPr txBox="1"/>
          <p:nvPr/>
        </p:nvSpPr>
        <p:spPr>
          <a:xfrm>
            <a:off x="318714" y="2055980"/>
            <a:ext cx="1452367" cy="22313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9050" tIns="19050" rIns="19050" bIns="19050">
            <a:spAutoFit/>
          </a:bodyPr>
          <a:lstStyle>
            <a:lvl1pPr defTabSz="821529">
              <a:spcBef>
                <a:spcPts val="600"/>
              </a:spcBef>
              <a:defRPr sz="2400" cap="all">
                <a:solidFill>
                  <a:srgbClr val="FCFAF1"/>
                </a:solidFill>
                <a:latin typeface="+mj-lt"/>
                <a:ea typeface="+mj-ea"/>
                <a:cs typeface="+mj-cs"/>
                <a:sym typeface="Barlow Condensed Bold"/>
              </a:defRPr>
            </a:lvl1pPr>
          </a:lstStyle>
          <a:p>
            <a:pPr marL="0" marR="0" lvl="0" indent="0" algn="l" defTabSz="821529" rtl="0" eaLnBrk="1" fontAlgn="auto" latinLnBrk="0" hangingPunct="0">
              <a:lnSpc>
                <a:spcPct val="100000"/>
              </a:lnSpc>
              <a:spcBef>
                <a:spcPts val="600"/>
              </a:spcBef>
              <a:spcAft>
                <a:spcPts val="0"/>
              </a:spcAft>
              <a:buClrTx/>
              <a:buSzTx/>
              <a:buFontTx/>
              <a:buNone/>
              <a:tabLst/>
              <a:defRPr/>
            </a:pPr>
            <a:r>
              <a:rPr kumimoji="0" lang="en-US" sz="1200" b="0" i="0" u="none" strike="noStrike" kern="0" cap="all" spc="0" normalizeH="0" baseline="0" noProof="0" dirty="0">
                <a:ln>
                  <a:noFill/>
                </a:ln>
                <a:solidFill>
                  <a:srgbClr val="FCFAF1"/>
                </a:solidFill>
                <a:effectLst/>
                <a:uLnTx/>
                <a:uFillTx/>
                <a:latin typeface="Barlow Condensed Bold"/>
                <a:sym typeface="Barlow Condensed Bold"/>
              </a:rPr>
              <a:t>1. Questionnaire</a:t>
            </a:r>
            <a:endParaRPr kumimoji="0" sz="1200" b="0" i="0" u="none" strike="noStrike" kern="0" cap="all" spc="0" normalizeH="0" baseline="0" noProof="0" dirty="0">
              <a:ln>
                <a:noFill/>
              </a:ln>
              <a:solidFill>
                <a:srgbClr val="FCFAF1"/>
              </a:solidFill>
              <a:effectLst/>
              <a:uLnTx/>
              <a:uFillTx/>
              <a:latin typeface="Barlow Condensed Bold"/>
              <a:sym typeface="Barlow Condensed Bold"/>
            </a:endParaRPr>
          </a:p>
        </p:txBody>
      </p:sp>
      <p:sp>
        <p:nvSpPr>
          <p:cNvPr id="685" name="Assigned a personal coach">
            <a:extLst>
              <a:ext uri="{FF2B5EF4-FFF2-40B4-BE49-F238E27FC236}">
                <a16:creationId xmlns:a16="http://schemas.microsoft.com/office/drawing/2014/main" id="{BFAFDCF0-F606-B22B-AE18-0F41D83590D2}"/>
              </a:ext>
            </a:extLst>
          </p:cNvPr>
          <p:cNvSpPr txBox="1"/>
          <p:nvPr/>
        </p:nvSpPr>
        <p:spPr>
          <a:xfrm>
            <a:off x="1850156" y="3183442"/>
            <a:ext cx="1454279" cy="22313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9050" tIns="19050" rIns="19050" bIns="19050">
            <a:spAutoFit/>
          </a:bodyPr>
          <a:lstStyle>
            <a:lvl1pPr defTabSz="821529">
              <a:spcBef>
                <a:spcPts val="600"/>
              </a:spcBef>
              <a:defRPr sz="2400" cap="all">
                <a:solidFill>
                  <a:srgbClr val="FCFAF1"/>
                </a:solidFill>
                <a:latin typeface="+mj-lt"/>
                <a:ea typeface="+mj-ea"/>
                <a:cs typeface="+mj-cs"/>
                <a:sym typeface="Barlow Condensed Bold"/>
              </a:defRPr>
            </a:lvl1pPr>
          </a:lstStyle>
          <a:p>
            <a:pPr marL="0" marR="0" lvl="0" indent="0" algn="l" defTabSz="821529" rtl="0" eaLnBrk="1" fontAlgn="auto" latinLnBrk="0" hangingPunct="0">
              <a:lnSpc>
                <a:spcPct val="100000"/>
              </a:lnSpc>
              <a:spcBef>
                <a:spcPts val="600"/>
              </a:spcBef>
              <a:spcAft>
                <a:spcPts val="0"/>
              </a:spcAft>
              <a:buClrTx/>
              <a:buSzTx/>
              <a:buFontTx/>
              <a:buNone/>
              <a:tabLst/>
              <a:defRPr/>
            </a:pPr>
            <a:r>
              <a:rPr kumimoji="0" lang="en-US" sz="1200" b="0" i="0" u="none" strike="noStrike" kern="0" cap="all" spc="0" normalizeH="0" baseline="0" noProof="0" dirty="0">
                <a:ln>
                  <a:noFill/>
                </a:ln>
                <a:solidFill>
                  <a:srgbClr val="FCFAF1"/>
                </a:solidFill>
                <a:effectLst/>
                <a:uLnTx/>
                <a:uFillTx/>
                <a:latin typeface="Barlow Condensed Bold"/>
                <a:sym typeface="Barlow Condensed Bold"/>
              </a:rPr>
              <a:t>2. Job Analysis</a:t>
            </a:r>
            <a:endParaRPr kumimoji="0" sz="1200" b="0" i="0" u="none" strike="noStrike" kern="0" cap="all" spc="0" normalizeH="0" baseline="0" noProof="0" dirty="0">
              <a:ln>
                <a:noFill/>
              </a:ln>
              <a:solidFill>
                <a:srgbClr val="FCFAF1"/>
              </a:solidFill>
              <a:effectLst/>
              <a:uLnTx/>
              <a:uFillTx/>
              <a:latin typeface="Barlow Condensed Bold"/>
              <a:sym typeface="Barlow Condensed Bold"/>
            </a:endParaRPr>
          </a:p>
        </p:txBody>
      </p:sp>
      <p:sp>
        <p:nvSpPr>
          <p:cNvPr id="686" name="Delivered through 1:1 sessions">
            <a:extLst>
              <a:ext uri="{FF2B5EF4-FFF2-40B4-BE49-F238E27FC236}">
                <a16:creationId xmlns:a16="http://schemas.microsoft.com/office/drawing/2014/main" id="{70D1B5E8-18DE-E142-0DD1-7CC7FD02EEEE}"/>
              </a:ext>
            </a:extLst>
          </p:cNvPr>
          <p:cNvSpPr txBox="1"/>
          <p:nvPr/>
        </p:nvSpPr>
        <p:spPr>
          <a:xfrm>
            <a:off x="3176918" y="2282840"/>
            <a:ext cx="1323640" cy="52322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9050" tIns="19050" rIns="19050" bIns="19050">
            <a:spAutoFit/>
          </a:bodyPr>
          <a:lstStyle>
            <a:lvl1pPr defTabSz="821529">
              <a:spcBef>
                <a:spcPts val="600"/>
              </a:spcBef>
              <a:defRPr sz="2000">
                <a:solidFill>
                  <a:srgbClr val="FCFAF1"/>
                </a:solidFill>
              </a:defRPr>
            </a:lvl1pPr>
          </a:lstStyle>
          <a:p>
            <a:pPr marL="0" marR="0" lvl="0" indent="0" algn="l" defTabSz="821529" rtl="0" eaLnBrk="1" fontAlgn="auto" latinLnBrk="0" hangingPunct="0">
              <a:lnSpc>
                <a:spcPct val="100000"/>
              </a:lnSpc>
              <a:spcBef>
                <a:spcPts val="600"/>
              </a:spcBef>
              <a:spcAft>
                <a:spcPts val="0"/>
              </a:spcAft>
              <a:buClrTx/>
              <a:buSzTx/>
              <a:buFontTx/>
              <a:buNone/>
              <a:tabLst/>
              <a:defRPr/>
            </a:pPr>
            <a:r>
              <a:rPr kumimoji="0" lang="en-US" sz="1050" b="0" i="0" u="none" strike="noStrike" kern="0" cap="none" spc="0" normalizeH="0" baseline="0" noProof="0" dirty="0">
                <a:ln>
                  <a:noFill/>
                </a:ln>
                <a:solidFill>
                  <a:srgbClr val="FCFAF1"/>
                </a:solidFill>
                <a:effectLst/>
                <a:uLnTx/>
                <a:uFillTx/>
                <a:latin typeface="Lora Regular"/>
                <a:sym typeface="Lora Regular"/>
              </a:rPr>
              <a:t>We map to 5 to 10 other positions or careers to consider</a:t>
            </a:r>
          </a:p>
        </p:txBody>
      </p:sp>
      <p:sp>
        <p:nvSpPr>
          <p:cNvPr id="687" name="EMPATHETIC &amp; PROFESSIONAL SUPPORT">
            <a:extLst>
              <a:ext uri="{FF2B5EF4-FFF2-40B4-BE49-F238E27FC236}">
                <a16:creationId xmlns:a16="http://schemas.microsoft.com/office/drawing/2014/main" id="{7D199D27-F58D-ECDA-72DB-FA48458D41F4}"/>
              </a:ext>
            </a:extLst>
          </p:cNvPr>
          <p:cNvSpPr txBox="1"/>
          <p:nvPr/>
        </p:nvSpPr>
        <p:spPr>
          <a:xfrm>
            <a:off x="3176918" y="2013030"/>
            <a:ext cx="1433108" cy="22313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9050" tIns="19050" rIns="19050" bIns="19050">
            <a:spAutoFit/>
          </a:bodyPr>
          <a:lstStyle>
            <a:lvl1pPr defTabSz="821529">
              <a:spcBef>
                <a:spcPts val="600"/>
              </a:spcBef>
              <a:defRPr sz="2400" cap="all">
                <a:solidFill>
                  <a:srgbClr val="FCFAF1"/>
                </a:solidFill>
                <a:latin typeface="+mj-lt"/>
                <a:ea typeface="+mj-ea"/>
                <a:cs typeface="+mj-cs"/>
                <a:sym typeface="Barlow Condensed Bold"/>
              </a:defRPr>
            </a:lvl1pPr>
          </a:lstStyle>
          <a:p>
            <a:pPr marL="0" marR="0" lvl="0" indent="0" algn="l" defTabSz="821529" rtl="0" eaLnBrk="1" fontAlgn="auto" latinLnBrk="0" hangingPunct="0">
              <a:lnSpc>
                <a:spcPct val="100000"/>
              </a:lnSpc>
              <a:spcBef>
                <a:spcPts val="600"/>
              </a:spcBef>
              <a:spcAft>
                <a:spcPts val="0"/>
              </a:spcAft>
              <a:buClrTx/>
              <a:buSzTx/>
              <a:buFontTx/>
              <a:buNone/>
              <a:tabLst/>
              <a:defRPr/>
            </a:pPr>
            <a:r>
              <a:rPr kumimoji="0" lang="en-US" sz="1200" b="0" i="0" u="none" strike="noStrike" kern="0" cap="all" spc="0" normalizeH="0" baseline="0" noProof="0" dirty="0">
                <a:ln>
                  <a:noFill/>
                </a:ln>
                <a:solidFill>
                  <a:srgbClr val="FCFAF1"/>
                </a:solidFill>
                <a:effectLst/>
                <a:uLnTx/>
                <a:uFillTx/>
                <a:latin typeface="Barlow Condensed Bold"/>
                <a:sym typeface="Barlow Condensed Bold"/>
              </a:rPr>
              <a:t>3. Skills mapping</a:t>
            </a:r>
            <a:endParaRPr kumimoji="0" sz="1200" b="0" i="0" u="none" strike="noStrike" kern="0" cap="all" spc="0" normalizeH="0" baseline="0" noProof="0" dirty="0">
              <a:ln>
                <a:noFill/>
              </a:ln>
              <a:solidFill>
                <a:srgbClr val="FCFAF1"/>
              </a:solidFill>
              <a:effectLst/>
              <a:uLnTx/>
              <a:uFillTx/>
              <a:latin typeface="Barlow Condensed Bold"/>
              <a:sym typeface="Barlow Condensed Bold"/>
            </a:endParaRPr>
          </a:p>
        </p:txBody>
      </p:sp>
      <p:sp>
        <p:nvSpPr>
          <p:cNvPr id="688" name="Line">
            <a:extLst>
              <a:ext uri="{FF2B5EF4-FFF2-40B4-BE49-F238E27FC236}">
                <a16:creationId xmlns:a16="http://schemas.microsoft.com/office/drawing/2014/main" id="{D4DCE1BD-A1E9-B91A-306F-505D0CE0B0B9}"/>
              </a:ext>
            </a:extLst>
          </p:cNvPr>
          <p:cNvSpPr/>
          <p:nvPr/>
        </p:nvSpPr>
        <p:spPr>
          <a:xfrm>
            <a:off x="730438" y="2967046"/>
            <a:ext cx="7240317" cy="30849"/>
          </a:xfrm>
          <a:prstGeom prst="line">
            <a:avLst/>
          </a:prstGeom>
          <a:ln w="12700">
            <a:solidFill>
              <a:srgbClr val="E7E696"/>
            </a:solidFill>
            <a:miter lim="400000"/>
          </a:ln>
        </p:spPr>
        <p:txBody>
          <a:bodyPr lIns="19050" tIns="19050" rIns="19050" bIns="19050" anchor="ctr"/>
          <a:lstStyle/>
          <a:p>
            <a:pPr marL="0" marR="0" lvl="0" indent="0" algn="l" defTabSz="219075" rtl="0" eaLnBrk="1" fontAlgn="auto" latinLnBrk="0" hangingPunct="0">
              <a:lnSpc>
                <a:spcPct val="100000"/>
              </a:lnSpc>
              <a:spcBef>
                <a:spcPts val="900"/>
              </a:spcBef>
              <a:spcAft>
                <a:spcPts val="0"/>
              </a:spcAft>
              <a:buClrTx/>
              <a:buSzTx/>
              <a:buFontTx/>
              <a:buNone/>
              <a:tabLst/>
              <a:defRPr/>
            </a:pPr>
            <a:endParaRPr kumimoji="0" sz="422" b="0" i="0" u="none" strike="noStrike" kern="0" cap="none" spc="0" normalizeH="0" baseline="0" noProof="0">
              <a:ln>
                <a:noFill/>
              </a:ln>
              <a:solidFill>
                <a:srgbClr val="53585F"/>
              </a:solidFill>
              <a:effectLst/>
              <a:uLnTx/>
              <a:uFillTx/>
              <a:latin typeface="Lora Regular"/>
              <a:sym typeface="Lora Regular"/>
            </a:endParaRPr>
          </a:p>
        </p:txBody>
      </p:sp>
      <p:sp>
        <p:nvSpPr>
          <p:cNvPr id="689" name="Circle">
            <a:extLst>
              <a:ext uri="{FF2B5EF4-FFF2-40B4-BE49-F238E27FC236}">
                <a16:creationId xmlns:a16="http://schemas.microsoft.com/office/drawing/2014/main" id="{FF5A70DF-743E-B781-0585-90AF969AF1CC}"/>
              </a:ext>
            </a:extLst>
          </p:cNvPr>
          <p:cNvSpPr/>
          <p:nvPr/>
        </p:nvSpPr>
        <p:spPr>
          <a:xfrm>
            <a:off x="684476" y="2922200"/>
            <a:ext cx="86469" cy="86469"/>
          </a:xfrm>
          <a:prstGeom prst="ellipse">
            <a:avLst/>
          </a:prstGeom>
          <a:solidFill>
            <a:srgbClr val="E7E696"/>
          </a:solidFill>
          <a:ln w="12700">
            <a:miter lim="400000"/>
          </a:ln>
        </p:spPr>
        <p:txBody>
          <a:bodyPr lIns="19050" tIns="19050" rIns="19050" bIns="19050" anchor="ctr"/>
          <a:lstStyle/>
          <a:p>
            <a:pPr marL="0" marR="0" lvl="0" indent="0" algn="ctr" defTabSz="309563" rtl="0" eaLnBrk="1" fontAlgn="auto" latinLnBrk="0" hangingPunct="0">
              <a:lnSpc>
                <a:spcPct val="120000"/>
              </a:lnSpc>
              <a:spcBef>
                <a:spcPts val="0"/>
              </a:spcBef>
              <a:spcAft>
                <a:spcPts val="0"/>
              </a:spcAft>
              <a:buClrTx/>
              <a:buSzTx/>
              <a:buFontTx/>
              <a:buNone/>
              <a:tabLst/>
              <a:defRPr cap="all">
                <a:solidFill>
                  <a:srgbClr val="FFFFFF"/>
                </a:solidFill>
                <a:latin typeface="Proxima Nova Extrabold"/>
                <a:ea typeface="Proxima Nova Extrabold"/>
                <a:cs typeface="Proxima Nova Extrabold"/>
                <a:sym typeface="Proxima Nova Extrabold"/>
              </a:defRPr>
            </a:pPr>
            <a:endParaRPr kumimoji="0" sz="422" b="0" i="0" u="none" strike="noStrike" kern="0" cap="all" spc="0" normalizeH="0" baseline="0" noProof="0">
              <a:ln>
                <a:noFill/>
              </a:ln>
              <a:solidFill>
                <a:srgbClr val="FFFFFF"/>
              </a:solidFill>
              <a:effectLst/>
              <a:uLnTx/>
              <a:uFillTx/>
              <a:latin typeface="Proxima Nova Extrabold"/>
              <a:sym typeface="Proxima Nova Extrabold"/>
            </a:endParaRPr>
          </a:p>
        </p:txBody>
      </p:sp>
      <p:sp>
        <p:nvSpPr>
          <p:cNvPr id="690" name="Circle">
            <a:extLst>
              <a:ext uri="{FF2B5EF4-FFF2-40B4-BE49-F238E27FC236}">
                <a16:creationId xmlns:a16="http://schemas.microsoft.com/office/drawing/2014/main" id="{52177117-8062-422E-560B-38BEBC9A11FF}"/>
              </a:ext>
            </a:extLst>
          </p:cNvPr>
          <p:cNvSpPr/>
          <p:nvPr/>
        </p:nvSpPr>
        <p:spPr>
          <a:xfrm>
            <a:off x="2134472" y="2931436"/>
            <a:ext cx="86469" cy="86469"/>
          </a:xfrm>
          <a:prstGeom prst="ellipse">
            <a:avLst/>
          </a:prstGeom>
          <a:solidFill>
            <a:srgbClr val="E7E696"/>
          </a:solidFill>
          <a:ln w="12700">
            <a:miter lim="400000"/>
          </a:ln>
        </p:spPr>
        <p:txBody>
          <a:bodyPr lIns="19050" tIns="19050" rIns="19050" bIns="19050" anchor="ctr"/>
          <a:lstStyle/>
          <a:p>
            <a:pPr marL="0" marR="0" lvl="0" indent="0" algn="ctr" defTabSz="309563" rtl="0" eaLnBrk="1" fontAlgn="auto" latinLnBrk="0" hangingPunct="0">
              <a:lnSpc>
                <a:spcPct val="120000"/>
              </a:lnSpc>
              <a:spcBef>
                <a:spcPts val="0"/>
              </a:spcBef>
              <a:spcAft>
                <a:spcPts val="0"/>
              </a:spcAft>
              <a:buClrTx/>
              <a:buSzTx/>
              <a:buFontTx/>
              <a:buNone/>
              <a:tabLst/>
              <a:defRPr cap="all">
                <a:solidFill>
                  <a:srgbClr val="FFFFFF"/>
                </a:solidFill>
                <a:latin typeface="Proxima Nova Extrabold"/>
                <a:ea typeface="Proxima Nova Extrabold"/>
                <a:cs typeface="Proxima Nova Extrabold"/>
                <a:sym typeface="Proxima Nova Extrabold"/>
              </a:defRPr>
            </a:pPr>
            <a:endParaRPr kumimoji="0" sz="422" b="0" i="0" u="none" strike="noStrike" kern="0" cap="all" spc="0" normalizeH="0" baseline="0" noProof="0">
              <a:ln>
                <a:noFill/>
              </a:ln>
              <a:solidFill>
                <a:srgbClr val="FFFFFF"/>
              </a:solidFill>
              <a:effectLst/>
              <a:uLnTx/>
              <a:uFillTx/>
              <a:latin typeface="Proxima Nova Extrabold"/>
              <a:sym typeface="Proxima Nova Extrabold"/>
            </a:endParaRPr>
          </a:p>
        </p:txBody>
      </p:sp>
      <p:sp>
        <p:nvSpPr>
          <p:cNvPr id="691" name="Circle">
            <a:extLst>
              <a:ext uri="{FF2B5EF4-FFF2-40B4-BE49-F238E27FC236}">
                <a16:creationId xmlns:a16="http://schemas.microsoft.com/office/drawing/2014/main" id="{BCA49563-EEDD-F27F-DE90-C97C9FCF4FCE}"/>
              </a:ext>
            </a:extLst>
          </p:cNvPr>
          <p:cNvSpPr/>
          <p:nvPr/>
        </p:nvSpPr>
        <p:spPr>
          <a:xfrm>
            <a:off x="3572595" y="2938322"/>
            <a:ext cx="86469" cy="86469"/>
          </a:xfrm>
          <a:prstGeom prst="ellipse">
            <a:avLst/>
          </a:prstGeom>
          <a:solidFill>
            <a:srgbClr val="E7E696"/>
          </a:solidFill>
          <a:ln w="12700">
            <a:miter lim="400000"/>
          </a:ln>
        </p:spPr>
        <p:txBody>
          <a:bodyPr lIns="19050" tIns="19050" rIns="19050" bIns="19050" anchor="ctr"/>
          <a:lstStyle/>
          <a:p>
            <a:pPr marL="0" marR="0" lvl="0" indent="0" algn="ctr" defTabSz="309563" rtl="0" eaLnBrk="1" fontAlgn="auto" latinLnBrk="0" hangingPunct="0">
              <a:lnSpc>
                <a:spcPct val="120000"/>
              </a:lnSpc>
              <a:spcBef>
                <a:spcPts val="0"/>
              </a:spcBef>
              <a:spcAft>
                <a:spcPts val="0"/>
              </a:spcAft>
              <a:buClrTx/>
              <a:buSzTx/>
              <a:buFontTx/>
              <a:buNone/>
              <a:tabLst/>
              <a:defRPr cap="all">
                <a:solidFill>
                  <a:srgbClr val="FFFFFF"/>
                </a:solidFill>
                <a:latin typeface="Proxima Nova Extrabold"/>
                <a:ea typeface="Proxima Nova Extrabold"/>
                <a:cs typeface="Proxima Nova Extrabold"/>
                <a:sym typeface="Proxima Nova Extrabold"/>
              </a:defRPr>
            </a:pPr>
            <a:endParaRPr kumimoji="0" sz="422" b="0" i="0" u="none" strike="noStrike" kern="0" cap="all" spc="0" normalizeH="0" baseline="0" noProof="0">
              <a:ln>
                <a:noFill/>
              </a:ln>
              <a:solidFill>
                <a:srgbClr val="FFFFFF"/>
              </a:solidFill>
              <a:effectLst/>
              <a:uLnTx/>
              <a:uFillTx/>
              <a:latin typeface="Proxima Nova Extrabold"/>
              <a:sym typeface="Proxima Nova Extrabold"/>
            </a:endParaRPr>
          </a:p>
        </p:txBody>
      </p:sp>
      <p:sp>
        <p:nvSpPr>
          <p:cNvPr id="693" name="Whatever the next step is, we help plan it">
            <a:extLst>
              <a:ext uri="{FF2B5EF4-FFF2-40B4-BE49-F238E27FC236}">
                <a16:creationId xmlns:a16="http://schemas.microsoft.com/office/drawing/2014/main" id="{875D9F80-7456-3030-5EF6-2C39176506B3}"/>
              </a:ext>
            </a:extLst>
          </p:cNvPr>
          <p:cNvSpPr txBox="1"/>
          <p:nvPr/>
        </p:nvSpPr>
        <p:spPr>
          <a:xfrm>
            <a:off x="4671794" y="3505004"/>
            <a:ext cx="1612021" cy="84638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9050" tIns="19050" rIns="19050" bIns="19050">
            <a:spAutoFit/>
          </a:bodyPr>
          <a:lstStyle>
            <a:lvl1pPr defTabSz="821529">
              <a:spcBef>
                <a:spcPts val="600"/>
              </a:spcBef>
              <a:defRPr sz="2000">
                <a:solidFill>
                  <a:srgbClr val="FCFAF1"/>
                </a:solidFill>
              </a:defRPr>
            </a:lvl1pPr>
          </a:lstStyle>
          <a:p>
            <a:pPr marL="0" marR="0" lvl="0" indent="0" algn="l" defTabSz="821529" rtl="0" eaLnBrk="1" fontAlgn="auto" latinLnBrk="0" hangingPunct="0">
              <a:lnSpc>
                <a:spcPct val="100000"/>
              </a:lnSpc>
              <a:spcBef>
                <a:spcPts val="600"/>
              </a:spcBef>
              <a:spcAft>
                <a:spcPts val="0"/>
              </a:spcAft>
              <a:buClrTx/>
              <a:buSzTx/>
              <a:buFontTx/>
              <a:buNone/>
              <a:tabLst/>
              <a:defRPr/>
            </a:pPr>
            <a:r>
              <a:rPr kumimoji="0" lang="en-US" sz="1050" b="0" i="0" u="none" strike="noStrike" kern="0" cap="none" spc="0" normalizeH="0" baseline="0" noProof="0" dirty="0">
                <a:ln>
                  <a:noFill/>
                </a:ln>
                <a:solidFill>
                  <a:srgbClr val="FCFAF1"/>
                </a:solidFill>
                <a:effectLst/>
                <a:uLnTx/>
                <a:uFillTx/>
                <a:latin typeface="Lora Regular"/>
                <a:sym typeface="Lora Regular"/>
              </a:rPr>
              <a:t>We look at the projected outlook for each, if there are any skills gap and what is needed to bridge that gap</a:t>
            </a:r>
          </a:p>
        </p:txBody>
      </p:sp>
      <p:sp>
        <p:nvSpPr>
          <p:cNvPr id="694" name="EXPLORE OPTIONS">
            <a:extLst>
              <a:ext uri="{FF2B5EF4-FFF2-40B4-BE49-F238E27FC236}">
                <a16:creationId xmlns:a16="http://schemas.microsoft.com/office/drawing/2014/main" id="{87305890-B27B-32AF-780D-F0AB878C802C}"/>
              </a:ext>
            </a:extLst>
          </p:cNvPr>
          <p:cNvSpPr txBox="1"/>
          <p:nvPr/>
        </p:nvSpPr>
        <p:spPr>
          <a:xfrm>
            <a:off x="4671794" y="3179361"/>
            <a:ext cx="1454279" cy="22313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9050" tIns="19050" rIns="19050" bIns="19050">
            <a:spAutoFit/>
          </a:bodyPr>
          <a:lstStyle>
            <a:lvl1pPr defTabSz="821529">
              <a:spcBef>
                <a:spcPts val="600"/>
              </a:spcBef>
              <a:defRPr sz="2400" cap="all">
                <a:solidFill>
                  <a:srgbClr val="FCFAF1"/>
                </a:solidFill>
                <a:latin typeface="+mj-lt"/>
                <a:ea typeface="+mj-ea"/>
                <a:cs typeface="+mj-cs"/>
                <a:sym typeface="Barlow Condensed Bold"/>
              </a:defRPr>
            </a:lvl1pPr>
          </a:lstStyle>
          <a:p>
            <a:pPr marL="0" marR="0" lvl="0" indent="0" algn="l" defTabSz="821529" rtl="0" eaLnBrk="1" fontAlgn="auto" latinLnBrk="0" hangingPunct="0">
              <a:lnSpc>
                <a:spcPct val="100000"/>
              </a:lnSpc>
              <a:spcBef>
                <a:spcPts val="600"/>
              </a:spcBef>
              <a:spcAft>
                <a:spcPts val="0"/>
              </a:spcAft>
              <a:buClrTx/>
              <a:buSzTx/>
              <a:buFontTx/>
              <a:buNone/>
              <a:tabLst/>
              <a:defRPr/>
            </a:pPr>
            <a:r>
              <a:rPr kumimoji="0" lang="en-US" sz="1200" b="0" i="0" u="none" strike="noStrike" kern="0" cap="all" spc="0" normalizeH="0" baseline="0" noProof="0" dirty="0">
                <a:ln>
                  <a:noFill/>
                </a:ln>
                <a:solidFill>
                  <a:srgbClr val="FCFAF1"/>
                </a:solidFill>
                <a:effectLst/>
                <a:uLnTx/>
                <a:uFillTx/>
                <a:latin typeface="Barlow Condensed Bold"/>
                <a:sym typeface="Barlow Condensed Bold"/>
              </a:rPr>
              <a:t>4. Jobs Viability</a:t>
            </a:r>
            <a:endParaRPr kumimoji="0" sz="1200" b="0" i="0" u="none" strike="noStrike" kern="0" cap="all" spc="0" normalizeH="0" baseline="0" noProof="0" dirty="0">
              <a:ln>
                <a:noFill/>
              </a:ln>
              <a:solidFill>
                <a:srgbClr val="FCFAF1"/>
              </a:solidFill>
              <a:effectLst/>
              <a:uLnTx/>
              <a:uFillTx/>
              <a:latin typeface="Barlow Condensed Bold"/>
              <a:sym typeface="Barlow Condensed Bold"/>
            </a:endParaRPr>
          </a:p>
        </p:txBody>
      </p:sp>
      <p:sp>
        <p:nvSpPr>
          <p:cNvPr id="695" name="Circle">
            <a:extLst>
              <a:ext uri="{FF2B5EF4-FFF2-40B4-BE49-F238E27FC236}">
                <a16:creationId xmlns:a16="http://schemas.microsoft.com/office/drawing/2014/main" id="{56F8F89F-C704-ABBA-5EE7-63146E5BAA88}"/>
              </a:ext>
            </a:extLst>
          </p:cNvPr>
          <p:cNvSpPr/>
          <p:nvPr/>
        </p:nvSpPr>
        <p:spPr>
          <a:xfrm>
            <a:off x="5105884" y="2947558"/>
            <a:ext cx="86469" cy="86469"/>
          </a:xfrm>
          <a:prstGeom prst="ellipse">
            <a:avLst/>
          </a:prstGeom>
          <a:solidFill>
            <a:srgbClr val="E7E696"/>
          </a:solidFill>
          <a:ln w="12700">
            <a:miter lim="400000"/>
          </a:ln>
        </p:spPr>
        <p:txBody>
          <a:bodyPr lIns="19050" tIns="19050" rIns="19050" bIns="19050" anchor="ctr"/>
          <a:lstStyle/>
          <a:p>
            <a:pPr marL="0" marR="0" lvl="0" indent="0" algn="ctr" defTabSz="309563" rtl="0" eaLnBrk="1" fontAlgn="auto" latinLnBrk="0" hangingPunct="0">
              <a:lnSpc>
                <a:spcPct val="120000"/>
              </a:lnSpc>
              <a:spcBef>
                <a:spcPts val="0"/>
              </a:spcBef>
              <a:spcAft>
                <a:spcPts val="0"/>
              </a:spcAft>
              <a:buClrTx/>
              <a:buSzTx/>
              <a:buFontTx/>
              <a:buNone/>
              <a:tabLst/>
              <a:defRPr cap="all">
                <a:solidFill>
                  <a:srgbClr val="FFFFFF"/>
                </a:solidFill>
                <a:latin typeface="Proxima Nova Extrabold"/>
                <a:ea typeface="Proxima Nova Extrabold"/>
                <a:cs typeface="Proxima Nova Extrabold"/>
                <a:sym typeface="Proxima Nova Extrabold"/>
              </a:defRPr>
            </a:pPr>
            <a:endParaRPr kumimoji="0" sz="422" b="0" i="0" u="none" strike="noStrike" kern="0" cap="all" spc="0" normalizeH="0" baseline="0" noProof="0">
              <a:ln>
                <a:noFill/>
              </a:ln>
              <a:solidFill>
                <a:srgbClr val="FFFFFF"/>
              </a:solidFill>
              <a:effectLst/>
              <a:uLnTx/>
              <a:uFillTx/>
              <a:latin typeface="Proxima Nova Extrabold"/>
              <a:sym typeface="Proxima Nova Extrabold"/>
            </a:endParaRPr>
          </a:p>
        </p:txBody>
      </p:sp>
      <p:sp>
        <p:nvSpPr>
          <p:cNvPr id="2" name="From Outreach to outcomes: Client journey">
            <a:extLst>
              <a:ext uri="{FF2B5EF4-FFF2-40B4-BE49-F238E27FC236}">
                <a16:creationId xmlns:a16="http://schemas.microsoft.com/office/drawing/2014/main" id="{C0E0C70B-1E20-3048-BB6A-B68196DA8C18}"/>
              </a:ext>
            </a:extLst>
          </p:cNvPr>
          <p:cNvSpPr txBox="1"/>
          <p:nvPr/>
        </p:nvSpPr>
        <p:spPr>
          <a:xfrm>
            <a:off x="318715" y="1051771"/>
            <a:ext cx="4882549" cy="26930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9050" tIns="19050" rIns="19050" bIns="19050" anchor="b">
            <a:spAutoFit/>
          </a:bodyPr>
          <a:lstStyle>
            <a:lvl1pPr defTabSz="821529">
              <a:lnSpc>
                <a:spcPct val="80000"/>
              </a:lnSpc>
              <a:spcBef>
                <a:spcPts val="0"/>
              </a:spcBef>
              <a:defRPr sz="5000" cap="all">
                <a:solidFill>
                  <a:srgbClr val="FCFAF1"/>
                </a:solidFill>
                <a:latin typeface="Barlow Condensed Bold"/>
                <a:ea typeface="Barlow Condensed Bold"/>
                <a:cs typeface="Barlow Condensed Bold"/>
                <a:sym typeface="Barlow Condensed Bold"/>
              </a:defRPr>
            </a:lvl1pPr>
          </a:lstStyle>
          <a:p>
            <a:pPr marL="0" marR="0" lvl="0" indent="0" algn="l" defTabSz="821529" rtl="0" eaLnBrk="1" fontAlgn="auto" latinLnBrk="0" hangingPunct="0">
              <a:lnSpc>
                <a:spcPct val="80000"/>
              </a:lnSpc>
              <a:spcBef>
                <a:spcPts val="0"/>
              </a:spcBef>
              <a:spcAft>
                <a:spcPts val="0"/>
              </a:spcAft>
              <a:buClrTx/>
              <a:buSzTx/>
              <a:buFontTx/>
              <a:buNone/>
              <a:tabLst/>
              <a:defRPr/>
            </a:pPr>
            <a:r>
              <a:rPr kumimoji="0" lang="en-US" sz="1875" b="0" i="0" u="none" strike="noStrike" kern="0" cap="all" spc="0" normalizeH="0" baseline="0" noProof="0" dirty="0">
                <a:ln>
                  <a:noFill/>
                </a:ln>
                <a:solidFill>
                  <a:srgbClr val="FCFAF1"/>
                </a:solidFill>
                <a:effectLst/>
                <a:uLnTx/>
                <a:uFillTx/>
                <a:latin typeface="Barlow Condensed Bold"/>
                <a:sym typeface="Barlow Condensed Bold"/>
              </a:rPr>
              <a:t>Career Shift Journey</a:t>
            </a:r>
            <a:endParaRPr kumimoji="0" sz="1875" b="0" i="0" u="none" strike="noStrike" kern="0" cap="all" spc="0" normalizeH="0" baseline="0" noProof="0" dirty="0">
              <a:ln>
                <a:noFill/>
              </a:ln>
              <a:solidFill>
                <a:srgbClr val="FCFAF1"/>
              </a:solidFill>
              <a:effectLst/>
              <a:uLnTx/>
              <a:uFillTx/>
              <a:latin typeface="Barlow Condensed Bold"/>
              <a:sym typeface="Barlow Condensed Bold"/>
            </a:endParaRPr>
          </a:p>
        </p:txBody>
      </p:sp>
      <p:sp>
        <p:nvSpPr>
          <p:cNvPr id="3" name="We help clients land their next job faster through a proven, personalized coaching process">
            <a:extLst>
              <a:ext uri="{FF2B5EF4-FFF2-40B4-BE49-F238E27FC236}">
                <a16:creationId xmlns:a16="http://schemas.microsoft.com/office/drawing/2014/main" id="{A8D67C97-D072-AFF6-B533-E995CC0D779A}"/>
              </a:ext>
            </a:extLst>
          </p:cNvPr>
          <p:cNvSpPr txBox="1"/>
          <p:nvPr/>
        </p:nvSpPr>
        <p:spPr>
          <a:xfrm>
            <a:off x="318716" y="1391692"/>
            <a:ext cx="6914149" cy="18466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defTabSz="821529">
              <a:lnSpc>
                <a:spcPct val="100000"/>
              </a:lnSpc>
              <a:spcBef>
                <a:spcPts val="0"/>
              </a:spcBef>
              <a:defRPr sz="3200">
                <a:solidFill>
                  <a:srgbClr val="FCFAF1"/>
                </a:solidFill>
                <a:latin typeface="Lora Regular Regular"/>
                <a:ea typeface="Lora Regular Regular"/>
                <a:cs typeface="Lora Regular Regular"/>
                <a:sym typeface="Lora Regular Regular"/>
              </a:defRPr>
            </a:lvl1pPr>
          </a:lstStyle>
          <a:p>
            <a:pPr marL="0" marR="0" lvl="0" indent="0" algn="l" defTabSz="821529" rtl="0" eaLnBrk="1" fontAlgn="auto" latinLnBrk="0" hangingPunct="0">
              <a:lnSpc>
                <a:spcPct val="100000"/>
              </a:lnSpc>
              <a:spcBef>
                <a:spcPts val="0"/>
              </a:spcBef>
              <a:spcAft>
                <a:spcPts val="0"/>
              </a:spcAft>
              <a:buClrTx/>
              <a:buSzTx/>
              <a:buFontTx/>
              <a:buNone/>
              <a:tabLst/>
              <a:defRPr/>
            </a:pPr>
            <a:endParaRPr kumimoji="0" sz="1200" b="0" i="0" u="none" strike="noStrike" kern="0" cap="none" spc="0" normalizeH="0" baseline="0" noProof="0" dirty="0">
              <a:ln>
                <a:noFill/>
              </a:ln>
              <a:solidFill>
                <a:srgbClr val="FCFAF1"/>
              </a:solidFill>
              <a:effectLst/>
              <a:uLnTx/>
              <a:uFillTx/>
              <a:latin typeface="Lora Regular Regular"/>
              <a:sym typeface="Lora Regular Regular"/>
            </a:endParaRPr>
          </a:p>
        </p:txBody>
      </p:sp>
      <p:sp>
        <p:nvSpPr>
          <p:cNvPr id="4" name="Delivered through 1:1 sessions">
            <a:extLst>
              <a:ext uri="{FF2B5EF4-FFF2-40B4-BE49-F238E27FC236}">
                <a16:creationId xmlns:a16="http://schemas.microsoft.com/office/drawing/2014/main" id="{9ED0ABDE-F6A3-CB61-5530-DBB59F1FC859}"/>
              </a:ext>
            </a:extLst>
          </p:cNvPr>
          <p:cNvSpPr txBox="1"/>
          <p:nvPr/>
        </p:nvSpPr>
        <p:spPr>
          <a:xfrm>
            <a:off x="6126073" y="2264286"/>
            <a:ext cx="1612020" cy="52322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9050" tIns="19050" rIns="19050" bIns="19050">
            <a:spAutoFit/>
          </a:bodyPr>
          <a:lstStyle>
            <a:lvl1pPr defTabSz="821529">
              <a:spcBef>
                <a:spcPts val="600"/>
              </a:spcBef>
              <a:defRPr sz="2000">
                <a:solidFill>
                  <a:srgbClr val="FCFAF1"/>
                </a:solidFill>
              </a:defRPr>
            </a:lvl1pPr>
          </a:lstStyle>
          <a:p>
            <a:pPr marL="0" marR="0" lvl="0" indent="0" algn="l" defTabSz="821529" rtl="0" eaLnBrk="1" fontAlgn="auto" latinLnBrk="0" hangingPunct="0">
              <a:lnSpc>
                <a:spcPct val="100000"/>
              </a:lnSpc>
              <a:spcBef>
                <a:spcPts val="600"/>
              </a:spcBef>
              <a:spcAft>
                <a:spcPts val="0"/>
              </a:spcAft>
              <a:buClrTx/>
              <a:buSzTx/>
              <a:buFontTx/>
              <a:buNone/>
              <a:tabLst/>
              <a:defRPr/>
            </a:pPr>
            <a:r>
              <a:rPr kumimoji="0" lang="en-US" sz="1050" b="0" i="0" u="none" strike="noStrike" kern="0" cap="none" spc="0" normalizeH="0" baseline="0" noProof="0" dirty="0">
                <a:ln>
                  <a:noFill/>
                </a:ln>
                <a:solidFill>
                  <a:srgbClr val="FCFAF1"/>
                </a:solidFill>
                <a:effectLst/>
                <a:uLnTx/>
                <a:uFillTx/>
                <a:latin typeface="Lora Regular"/>
                <a:sym typeface="Lora Regular"/>
              </a:rPr>
              <a:t>Each client receives a market analysis of each option as a starting point</a:t>
            </a:r>
          </a:p>
        </p:txBody>
      </p:sp>
      <p:sp>
        <p:nvSpPr>
          <p:cNvPr id="5" name="EMPATHETIC &amp; PROFESSIONAL SUPPORT">
            <a:extLst>
              <a:ext uri="{FF2B5EF4-FFF2-40B4-BE49-F238E27FC236}">
                <a16:creationId xmlns:a16="http://schemas.microsoft.com/office/drawing/2014/main" id="{9769B206-27A0-B15C-ECE8-37E77D0BB26D}"/>
              </a:ext>
            </a:extLst>
          </p:cNvPr>
          <p:cNvSpPr txBox="1"/>
          <p:nvPr/>
        </p:nvSpPr>
        <p:spPr>
          <a:xfrm>
            <a:off x="6126073" y="2013030"/>
            <a:ext cx="1279429" cy="22313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9050" tIns="19050" rIns="19050" bIns="19050">
            <a:spAutoFit/>
          </a:bodyPr>
          <a:lstStyle>
            <a:lvl1pPr defTabSz="821529">
              <a:spcBef>
                <a:spcPts val="600"/>
              </a:spcBef>
              <a:defRPr sz="2400" cap="all">
                <a:solidFill>
                  <a:srgbClr val="FCFAF1"/>
                </a:solidFill>
                <a:latin typeface="+mj-lt"/>
                <a:ea typeface="+mj-ea"/>
                <a:cs typeface="+mj-cs"/>
                <a:sym typeface="Barlow Condensed Bold"/>
              </a:defRPr>
            </a:lvl1pPr>
          </a:lstStyle>
          <a:p>
            <a:pPr marL="0" marR="0" lvl="0" indent="0" algn="l" defTabSz="821529" rtl="0" eaLnBrk="1" fontAlgn="auto" latinLnBrk="0" hangingPunct="0">
              <a:lnSpc>
                <a:spcPct val="100000"/>
              </a:lnSpc>
              <a:spcBef>
                <a:spcPts val="600"/>
              </a:spcBef>
              <a:spcAft>
                <a:spcPts val="0"/>
              </a:spcAft>
              <a:buClrTx/>
              <a:buSzTx/>
              <a:buFontTx/>
              <a:buNone/>
              <a:tabLst/>
              <a:defRPr/>
            </a:pPr>
            <a:r>
              <a:rPr kumimoji="0" lang="en-US" sz="1200" b="0" i="0" u="none" strike="noStrike" kern="0" cap="all" spc="0" normalizeH="0" baseline="0" noProof="0" dirty="0">
                <a:ln>
                  <a:noFill/>
                </a:ln>
                <a:solidFill>
                  <a:srgbClr val="FCFAF1"/>
                </a:solidFill>
                <a:effectLst/>
                <a:uLnTx/>
                <a:uFillTx/>
                <a:latin typeface="Barlow Condensed Bold"/>
                <a:sym typeface="Barlow Condensed Bold"/>
              </a:rPr>
              <a:t>5. Market Analysis</a:t>
            </a:r>
            <a:endParaRPr kumimoji="0" sz="1200" b="0" i="0" u="none" strike="noStrike" kern="0" cap="all" spc="0" normalizeH="0" baseline="0" noProof="0" dirty="0">
              <a:ln>
                <a:noFill/>
              </a:ln>
              <a:solidFill>
                <a:srgbClr val="FCFAF1"/>
              </a:solidFill>
              <a:effectLst/>
              <a:uLnTx/>
              <a:uFillTx/>
              <a:latin typeface="Barlow Condensed Bold"/>
              <a:sym typeface="Barlow Condensed Bold"/>
            </a:endParaRPr>
          </a:p>
        </p:txBody>
      </p:sp>
      <p:sp>
        <p:nvSpPr>
          <p:cNvPr id="6" name="Circle">
            <a:extLst>
              <a:ext uri="{FF2B5EF4-FFF2-40B4-BE49-F238E27FC236}">
                <a16:creationId xmlns:a16="http://schemas.microsoft.com/office/drawing/2014/main" id="{A0B2FA20-155C-A0E4-6BA8-E09ADF26F38C}"/>
              </a:ext>
            </a:extLst>
          </p:cNvPr>
          <p:cNvSpPr/>
          <p:nvPr/>
        </p:nvSpPr>
        <p:spPr>
          <a:xfrm>
            <a:off x="6519526" y="2953720"/>
            <a:ext cx="86469" cy="86469"/>
          </a:xfrm>
          <a:prstGeom prst="ellipse">
            <a:avLst/>
          </a:prstGeom>
          <a:solidFill>
            <a:srgbClr val="E7E696"/>
          </a:solidFill>
          <a:ln w="12700">
            <a:miter lim="400000"/>
          </a:ln>
        </p:spPr>
        <p:txBody>
          <a:bodyPr lIns="19050" tIns="19050" rIns="19050" bIns="19050" anchor="ctr"/>
          <a:lstStyle/>
          <a:p>
            <a:pPr marL="0" marR="0" lvl="0" indent="0" algn="ctr" defTabSz="309563" rtl="0" eaLnBrk="1" fontAlgn="auto" latinLnBrk="0" hangingPunct="0">
              <a:lnSpc>
                <a:spcPct val="120000"/>
              </a:lnSpc>
              <a:spcBef>
                <a:spcPts val="0"/>
              </a:spcBef>
              <a:spcAft>
                <a:spcPts val="0"/>
              </a:spcAft>
              <a:buClrTx/>
              <a:buSzTx/>
              <a:buFontTx/>
              <a:buNone/>
              <a:tabLst/>
              <a:defRPr cap="all">
                <a:solidFill>
                  <a:srgbClr val="FFFFFF"/>
                </a:solidFill>
                <a:latin typeface="Proxima Nova Extrabold"/>
                <a:ea typeface="Proxima Nova Extrabold"/>
                <a:cs typeface="Proxima Nova Extrabold"/>
                <a:sym typeface="Proxima Nova Extrabold"/>
              </a:defRPr>
            </a:pPr>
            <a:endParaRPr kumimoji="0" sz="422" b="0" i="0" u="none" strike="noStrike" kern="0" cap="all" spc="0" normalizeH="0" baseline="0" noProof="0">
              <a:ln>
                <a:noFill/>
              </a:ln>
              <a:solidFill>
                <a:srgbClr val="FFFFFF"/>
              </a:solidFill>
              <a:effectLst/>
              <a:uLnTx/>
              <a:uFillTx/>
              <a:latin typeface="Proxima Nova Extrabold"/>
              <a:sym typeface="Proxima Nova Extrabold"/>
            </a:endParaRPr>
          </a:p>
        </p:txBody>
      </p:sp>
      <p:sp>
        <p:nvSpPr>
          <p:cNvPr id="7" name="Whatever the next step is, we help plan it">
            <a:extLst>
              <a:ext uri="{FF2B5EF4-FFF2-40B4-BE49-F238E27FC236}">
                <a16:creationId xmlns:a16="http://schemas.microsoft.com/office/drawing/2014/main" id="{AF798DC9-E1C5-FEE8-2D61-5CA73D90179D}"/>
              </a:ext>
            </a:extLst>
          </p:cNvPr>
          <p:cNvSpPr txBox="1"/>
          <p:nvPr/>
        </p:nvSpPr>
        <p:spPr>
          <a:xfrm>
            <a:off x="7595201" y="3642802"/>
            <a:ext cx="1257499" cy="68480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9050" tIns="19050" rIns="19050" bIns="19050">
            <a:spAutoFit/>
          </a:bodyPr>
          <a:lstStyle>
            <a:lvl1pPr defTabSz="821529">
              <a:spcBef>
                <a:spcPts val="600"/>
              </a:spcBef>
              <a:defRPr sz="2000">
                <a:solidFill>
                  <a:srgbClr val="FCFAF1"/>
                </a:solidFill>
              </a:defRPr>
            </a:lvl1pPr>
          </a:lstStyle>
          <a:p>
            <a:pPr marL="0" marR="0" lvl="0" indent="0" algn="l" defTabSz="821529" rtl="0" eaLnBrk="1" fontAlgn="auto" latinLnBrk="0" hangingPunct="0">
              <a:lnSpc>
                <a:spcPct val="100000"/>
              </a:lnSpc>
              <a:spcBef>
                <a:spcPts val="600"/>
              </a:spcBef>
              <a:spcAft>
                <a:spcPts val="0"/>
              </a:spcAft>
              <a:buClrTx/>
              <a:buSzTx/>
              <a:buFontTx/>
              <a:buNone/>
              <a:tabLst/>
              <a:defRPr/>
            </a:pPr>
            <a:r>
              <a:rPr kumimoji="0" lang="en-US" sz="1050" b="0" i="0" u="none" strike="noStrike" kern="0" cap="none" spc="0" normalizeH="0" baseline="0" noProof="0" dirty="0">
                <a:ln>
                  <a:noFill/>
                </a:ln>
                <a:solidFill>
                  <a:srgbClr val="FCFAF1"/>
                </a:solidFill>
                <a:effectLst/>
                <a:uLnTx/>
                <a:uFillTx/>
                <a:latin typeface="Lora Regular"/>
                <a:sym typeface="Lora Regular"/>
              </a:rPr>
              <a:t>A career change specialist walks them through the options</a:t>
            </a:r>
          </a:p>
        </p:txBody>
      </p:sp>
      <p:sp>
        <p:nvSpPr>
          <p:cNvPr id="8" name="EXPLORE OPTIONS">
            <a:extLst>
              <a:ext uri="{FF2B5EF4-FFF2-40B4-BE49-F238E27FC236}">
                <a16:creationId xmlns:a16="http://schemas.microsoft.com/office/drawing/2014/main" id="{F2498F8D-AE81-52E8-3787-B4880EC76EA6}"/>
              </a:ext>
            </a:extLst>
          </p:cNvPr>
          <p:cNvSpPr txBox="1"/>
          <p:nvPr/>
        </p:nvSpPr>
        <p:spPr>
          <a:xfrm>
            <a:off x="7607997" y="3189614"/>
            <a:ext cx="1030731" cy="40780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9050" tIns="19050" rIns="19050" bIns="19050">
            <a:spAutoFit/>
          </a:bodyPr>
          <a:lstStyle>
            <a:lvl1pPr defTabSz="821529">
              <a:spcBef>
                <a:spcPts val="600"/>
              </a:spcBef>
              <a:defRPr sz="2400" cap="all">
                <a:solidFill>
                  <a:srgbClr val="FCFAF1"/>
                </a:solidFill>
                <a:latin typeface="+mj-lt"/>
                <a:ea typeface="+mj-ea"/>
                <a:cs typeface="+mj-cs"/>
                <a:sym typeface="Barlow Condensed Bold"/>
              </a:defRPr>
            </a:lvl1pPr>
          </a:lstStyle>
          <a:p>
            <a:pPr marL="0" marR="0" lvl="0" indent="0" algn="l" defTabSz="821529" rtl="0" eaLnBrk="1" fontAlgn="auto" latinLnBrk="0" hangingPunct="0">
              <a:lnSpc>
                <a:spcPct val="100000"/>
              </a:lnSpc>
              <a:spcBef>
                <a:spcPts val="600"/>
              </a:spcBef>
              <a:spcAft>
                <a:spcPts val="0"/>
              </a:spcAft>
              <a:buClrTx/>
              <a:buSzTx/>
              <a:buFontTx/>
              <a:buNone/>
              <a:tabLst/>
              <a:defRPr/>
            </a:pPr>
            <a:r>
              <a:rPr kumimoji="0" lang="en-US" sz="1200" b="0" i="0" u="none" strike="noStrike" kern="0" cap="all" spc="0" normalizeH="0" baseline="0" noProof="0" dirty="0">
                <a:ln>
                  <a:noFill/>
                </a:ln>
                <a:solidFill>
                  <a:srgbClr val="FCFAF1"/>
                </a:solidFill>
                <a:effectLst/>
                <a:uLnTx/>
                <a:uFillTx/>
                <a:latin typeface="Barlow Condensed Bold"/>
                <a:sym typeface="Barlow Condensed Bold"/>
              </a:rPr>
              <a:t>6. Expert coaching</a:t>
            </a:r>
            <a:endParaRPr kumimoji="0" sz="1200" b="0" i="0" u="none" strike="noStrike" kern="0" cap="all" spc="0" normalizeH="0" baseline="0" noProof="0" dirty="0">
              <a:ln>
                <a:noFill/>
              </a:ln>
              <a:solidFill>
                <a:srgbClr val="FCFAF1"/>
              </a:solidFill>
              <a:effectLst/>
              <a:uLnTx/>
              <a:uFillTx/>
              <a:latin typeface="Barlow Condensed Bold"/>
              <a:sym typeface="Barlow Condensed Bold"/>
            </a:endParaRPr>
          </a:p>
        </p:txBody>
      </p:sp>
      <p:sp>
        <p:nvSpPr>
          <p:cNvPr id="9" name="Circle">
            <a:extLst>
              <a:ext uri="{FF2B5EF4-FFF2-40B4-BE49-F238E27FC236}">
                <a16:creationId xmlns:a16="http://schemas.microsoft.com/office/drawing/2014/main" id="{C744A341-85CD-58B1-4462-5DC70A80D450}"/>
              </a:ext>
            </a:extLst>
          </p:cNvPr>
          <p:cNvSpPr/>
          <p:nvPr/>
        </p:nvSpPr>
        <p:spPr>
          <a:xfrm>
            <a:off x="7933168" y="2957811"/>
            <a:ext cx="86469" cy="86469"/>
          </a:xfrm>
          <a:prstGeom prst="ellipse">
            <a:avLst/>
          </a:prstGeom>
          <a:solidFill>
            <a:srgbClr val="E7E696"/>
          </a:solidFill>
          <a:ln w="12700">
            <a:miter lim="400000"/>
          </a:ln>
        </p:spPr>
        <p:txBody>
          <a:bodyPr lIns="19050" tIns="19050" rIns="19050" bIns="19050" anchor="ctr"/>
          <a:lstStyle/>
          <a:p>
            <a:pPr marL="0" marR="0" lvl="0" indent="0" algn="ctr" defTabSz="309563" rtl="0" eaLnBrk="1" fontAlgn="auto" latinLnBrk="0" hangingPunct="0">
              <a:lnSpc>
                <a:spcPct val="120000"/>
              </a:lnSpc>
              <a:spcBef>
                <a:spcPts val="0"/>
              </a:spcBef>
              <a:spcAft>
                <a:spcPts val="0"/>
              </a:spcAft>
              <a:buClrTx/>
              <a:buSzTx/>
              <a:buFontTx/>
              <a:buNone/>
              <a:tabLst/>
              <a:defRPr cap="all">
                <a:solidFill>
                  <a:srgbClr val="FFFFFF"/>
                </a:solidFill>
                <a:latin typeface="Proxima Nova Extrabold"/>
                <a:ea typeface="Proxima Nova Extrabold"/>
                <a:cs typeface="Proxima Nova Extrabold"/>
                <a:sym typeface="Proxima Nova Extrabold"/>
              </a:defRPr>
            </a:pPr>
            <a:endParaRPr kumimoji="0" sz="422" b="0" i="0" u="none" strike="noStrike" kern="0" cap="all" spc="0" normalizeH="0" baseline="0" noProof="0">
              <a:ln>
                <a:noFill/>
              </a:ln>
              <a:solidFill>
                <a:srgbClr val="FFFFFF"/>
              </a:solidFill>
              <a:effectLst/>
              <a:uLnTx/>
              <a:uFillTx/>
              <a:latin typeface="Proxima Nova Extrabold"/>
              <a:sym typeface="Proxima Nova Extrabold"/>
            </a:endParaRPr>
          </a:p>
        </p:txBody>
      </p:sp>
      <p:sp>
        <p:nvSpPr>
          <p:cNvPr id="10" name="Client matching with experienced coach">
            <a:extLst>
              <a:ext uri="{FF2B5EF4-FFF2-40B4-BE49-F238E27FC236}">
                <a16:creationId xmlns:a16="http://schemas.microsoft.com/office/drawing/2014/main" id="{18073003-4ADF-8F14-7419-ADCCC9D59652}"/>
              </a:ext>
            </a:extLst>
          </p:cNvPr>
          <p:cNvSpPr txBox="1"/>
          <p:nvPr/>
        </p:nvSpPr>
        <p:spPr>
          <a:xfrm>
            <a:off x="318715" y="2321692"/>
            <a:ext cx="1279429" cy="52322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9050" tIns="19050" rIns="19050" bIns="19050">
            <a:spAutoFit/>
          </a:bodyPr>
          <a:lstStyle>
            <a:lvl1pPr defTabSz="821529">
              <a:spcBef>
                <a:spcPts val="600"/>
              </a:spcBef>
              <a:defRPr sz="2000">
                <a:solidFill>
                  <a:srgbClr val="FCFAF1"/>
                </a:solidFill>
              </a:defRPr>
            </a:lvl1pPr>
          </a:lstStyle>
          <a:p>
            <a:pPr marL="0" marR="0" lvl="0" indent="0" algn="l" defTabSz="821529" rtl="0" eaLnBrk="1" fontAlgn="auto" latinLnBrk="0" hangingPunct="0">
              <a:lnSpc>
                <a:spcPct val="100000"/>
              </a:lnSpc>
              <a:spcBef>
                <a:spcPts val="600"/>
              </a:spcBef>
              <a:spcAft>
                <a:spcPts val="0"/>
              </a:spcAft>
              <a:buClrTx/>
              <a:buSzTx/>
              <a:buFontTx/>
              <a:buNone/>
              <a:tabLst/>
              <a:defRPr/>
            </a:pPr>
            <a:r>
              <a:rPr lang="en-US" sz="1050" dirty="0"/>
              <a:t>We discover who they are and what their skills are</a:t>
            </a:r>
            <a:endParaRPr kumimoji="0" lang="en-US" sz="1050" b="0" i="0" u="none" strike="noStrike" kern="0" cap="none" spc="0" normalizeH="0" baseline="0" noProof="0" dirty="0">
              <a:ln>
                <a:noFill/>
              </a:ln>
              <a:solidFill>
                <a:srgbClr val="FCFAF1"/>
              </a:solidFill>
              <a:effectLst/>
              <a:uLnTx/>
              <a:uFillTx/>
              <a:latin typeface="Lora Regular"/>
              <a:sym typeface="Lora Regular"/>
            </a:endParaRPr>
          </a:p>
        </p:txBody>
      </p:sp>
    </p:spTree>
    <p:extLst>
      <p:ext uri="{BB962C8B-B14F-4D97-AF65-F5344CB8AC3E}">
        <p14:creationId xmlns:p14="http://schemas.microsoft.com/office/powerpoint/2010/main" val="237219754"/>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B99E23-C44F-38E8-6143-590EEBE31856}"/>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EE0B2251-9ED6-2331-E525-B75D867A2F80}"/>
              </a:ext>
            </a:extLst>
          </p:cNvPr>
          <p:cNvSpPr>
            <a:spLocks noGrp="1"/>
          </p:cNvSpPr>
          <p:nvPr>
            <p:ph type="body" sz="quarter" idx="11"/>
          </p:nvPr>
        </p:nvSpPr>
        <p:spPr>
          <a:xfrm>
            <a:off x="547998" y="1156943"/>
            <a:ext cx="4976502" cy="342900"/>
          </a:xfrm>
        </p:spPr>
        <p:txBody>
          <a:bodyPr>
            <a:normAutofit/>
          </a:bodyPr>
          <a:lstStyle/>
          <a:p>
            <a:r>
              <a:rPr lang="en-US" dirty="0"/>
              <a:t>What does the process look like?</a:t>
            </a:r>
          </a:p>
        </p:txBody>
      </p:sp>
      <p:sp>
        <p:nvSpPr>
          <p:cNvPr id="3" name="Text Placeholder 2">
            <a:extLst>
              <a:ext uri="{FF2B5EF4-FFF2-40B4-BE49-F238E27FC236}">
                <a16:creationId xmlns:a16="http://schemas.microsoft.com/office/drawing/2014/main" id="{CC3B3A11-623A-3782-AB3E-811846FC7DBE}"/>
              </a:ext>
            </a:extLst>
          </p:cNvPr>
          <p:cNvSpPr>
            <a:spLocks noGrp="1"/>
          </p:cNvSpPr>
          <p:nvPr>
            <p:ph type="body" sz="quarter" idx="16"/>
          </p:nvPr>
        </p:nvSpPr>
        <p:spPr>
          <a:xfrm>
            <a:off x="550040" y="2285631"/>
            <a:ext cx="2486209" cy="238125"/>
          </a:xfrm>
        </p:spPr>
        <p:txBody>
          <a:bodyPr>
            <a:normAutofit/>
          </a:bodyPr>
          <a:lstStyle/>
          <a:p>
            <a:r>
              <a:rPr lang="en-US" dirty="0"/>
              <a:t>Employees take a questionnaire:</a:t>
            </a:r>
          </a:p>
        </p:txBody>
      </p:sp>
      <p:sp>
        <p:nvSpPr>
          <p:cNvPr id="6" name="Text Placeholder 5">
            <a:extLst>
              <a:ext uri="{FF2B5EF4-FFF2-40B4-BE49-F238E27FC236}">
                <a16:creationId xmlns:a16="http://schemas.microsoft.com/office/drawing/2014/main" id="{BA703976-6E3B-9F6A-5806-B2DA0EED386B}"/>
              </a:ext>
            </a:extLst>
          </p:cNvPr>
          <p:cNvSpPr>
            <a:spLocks noGrp="1"/>
          </p:cNvSpPr>
          <p:nvPr>
            <p:ph type="body" sz="quarter" idx="13"/>
          </p:nvPr>
        </p:nvSpPr>
        <p:spPr>
          <a:xfrm>
            <a:off x="545195" y="2523756"/>
            <a:ext cx="3585984" cy="1787525"/>
          </a:xfrm>
        </p:spPr>
        <p:txBody>
          <a:bodyPr/>
          <a:lstStyle/>
          <a:p>
            <a:pPr marL="171450" indent="-171450">
              <a:buClr>
                <a:schemeClr val="accent5"/>
              </a:buClr>
              <a:buSzPct val="100000"/>
              <a:buFont typeface="Arial" panose="020B0604020202020204" pitchFamily="34" charset="0"/>
              <a:buChar char="•"/>
            </a:pPr>
            <a:r>
              <a:rPr lang="en-US" sz="1000" dirty="0"/>
              <a:t>We gather information on who they are, including their work history and their goals</a:t>
            </a:r>
          </a:p>
          <a:p>
            <a:pPr marL="171450" indent="-171450">
              <a:buClr>
                <a:schemeClr val="accent5"/>
              </a:buClr>
              <a:buSzPct val="100000"/>
              <a:buFont typeface="Arial" panose="020B0604020202020204" pitchFamily="34" charset="0"/>
              <a:buChar char="•"/>
            </a:pPr>
            <a:r>
              <a:rPr lang="en-US" sz="1000" dirty="0"/>
              <a:t>We ask if they are interested in exploring other careers (note, we can provide the Career Shift program information even if they don’t select this, but this allows us to gage their interest.</a:t>
            </a:r>
          </a:p>
          <a:p>
            <a:pPr marL="171450" indent="-171450">
              <a:buClr>
                <a:schemeClr val="accent5"/>
              </a:buClr>
              <a:buSzPct val="100000"/>
              <a:buFont typeface="Arial" panose="020B0604020202020204" pitchFamily="34" charset="0"/>
              <a:buChar char="•"/>
            </a:pPr>
            <a:r>
              <a:rPr lang="en-US" sz="1000" dirty="0"/>
              <a:t>We confirm we can help them with this, and ask if there is anything in particular they want to explore, while also reassuring them that we can help them with that part if they are unsure!</a:t>
            </a:r>
          </a:p>
        </p:txBody>
      </p:sp>
      <p:sp>
        <p:nvSpPr>
          <p:cNvPr id="10" name="Text Placeholder 5">
            <a:extLst>
              <a:ext uri="{FF2B5EF4-FFF2-40B4-BE49-F238E27FC236}">
                <a16:creationId xmlns:a16="http://schemas.microsoft.com/office/drawing/2014/main" id="{5B9D2CEF-B441-9E1A-83B2-21D81C7CF2F7}"/>
              </a:ext>
            </a:extLst>
          </p:cNvPr>
          <p:cNvSpPr txBox="1">
            <a:spLocks/>
          </p:cNvSpPr>
          <p:nvPr/>
        </p:nvSpPr>
        <p:spPr>
          <a:xfrm>
            <a:off x="545195" y="1557920"/>
            <a:ext cx="7870469" cy="376208"/>
          </a:xfrm>
          <a:prstGeom prst="rect">
            <a:avLst/>
          </a:prstGeom>
        </p:spPr>
        <p:txBody>
          <a:bodyPr vert="horz" lIns="0" tIns="0" rIns="0" bIns="0" rtlCol="0">
            <a:noAutofit/>
          </a:bodyPr>
          <a:lstStyle>
            <a:lvl1pPr marL="0" marR="0" indent="0" algn="l" defTabSz="219075" rtl="0" latinLnBrk="0">
              <a:lnSpc>
                <a:spcPct val="120000"/>
              </a:lnSpc>
              <a:spcBef>
                <a:spcPts val="0"/>
              </a:spcBef>
              <a:spcAft>
                <a:spcPts val="600"/>
              </a:spcAft>
              <a:buClr>
                <a:srgbClr val="57BEF0"/>
              </a:buClr>
              <a:buSzPct val="250000"/>
              <a:buFontTx/>
              <a:buNone/>
              <a:tabLst/>
              <a:defRPr lang="en-GB" sz="900" b="0" i="0" u="none" strike="noStrike" cap="none" spc="0" baseline="0">
                <a:solidFill>
                  <a:schemeClr val="tx1"/>
                </a:solidFill>
                <a:uFillTx/>
                <a:latin typeface="Lora Regular"/>
                <a:ea typeface="Lora Regular"/>
                <a:cs typeface="Lora Regular"/>
                <a:sym typeface="Lora Regular"/>
              </a:defRPr>
            </a:lvl1pPr>
            <a:lvl2pPr marL="440871" marR="0" indent="-183696" algn="l" defTabSz="219075" rtl="0" latinLnBrk="0">
              <a:lnSpc>
                <a:spcPct val="100000"/>
              </a:lnSpc>
              <a:spcBef>
                <a:spcPts val="900"/>
              </a:spcBef>
              <a:spcAft>
                <a:spcPts val="0"/>
              </a:spcAft>
              <a:buClr>
                <a:srgbClr val="57BEF0"/>
              </a:buClr>
              <a:buSzPct val="250000"/>
              <a:buFontTx/>
              <a:buChar char="-"/>
              <a:tabLst/>
              <a:defRPr sz="1125" b="0" i="0" u="none" strike="noStrike" cap="none" spc="0" baseline="0">
                <a:solidFill>
                  <a:srgbClr val="53585F"/>
                </a:solidFill>
                <a:uFillTx/>
                <a:latin typeface="Lora Regular"/>
                <a:ea typeface="Lora Regular"/>
                <a:cs typeface="Lora Regular"/>
                <a:sym typeface="Lora Regular"/>
              </a:defRPr>
            </a:lvl2pPr>
            <a:lvl3pPr marL="698046" marR="0" indent="-183696" algn="l" defTabSz="219075" rtl="0" latinLnBrk="0">
              <a:lnSpc>
                <a:spcPct val="100000"/>
              </a:lnSpc>
              <a:spcBef>
                <a:spcPts val="900"/>
              </a:spcBef>
              <a:spcAft>
                <a:spcPts val="0"/>
              </a:spcAft>
              <a:buClr>
                <a:srgbClr val="57BEF0"/>
              </a:buClr>
              <a:buSzPct val="250000"/>
              <a:buFontTx/>
              <a:buChar char="-"/>
              <a:tabLst/>
              <a:defRPr sz="1125" b="0" i="0" u="none" strike="noStrike" cap="none" spc="0" baseline="0">
                <a:solidFill>
                  <a:srgbClr val="53585F"/>
                </a:solidFill>
                <a:uFillTx/>
                <a:latin typeface="Lora Regular"/>
                <a:ea typeface="Lora Regular"/>
                <a:cs typeface="Lora Regular"/>
                <a:sym typeface="Lora Regular"/>
              </a:defRPr>
            </a:lvl3pPr>
            <a:lvl4pPr marL="955221" marR="0" indent="-183696" algn="l" defTabSz="219075" rtl="0" latinLnBrk="0">
              <a:lnSpc>
                <a:spcPct val="100000"/>
              </a:lnSpc>
              <a:spcBef>
                <a:spcPts val="900"/>
              </a:spcBef>
              <a:spcAft>
                <a:spcPts val="0"/>
              </a:spcAft>
              <a:buClr>
                <a:srgbClr val="57BEF0"/>
              </a:buClr>
              <a:buSzPct val="250000"/>
              <a:buFontTx/>
              <a:buChar char="-"/>
              <a:tabLst/>
              <a:defRPr sz="1125" b="0" i="0" u="none" strike="noStrike" cap="none" spc="0" baseline="0">
                <a:solidFill>
                  <a:srgbClr val="53585F"/>
                </a:solidFill>
                <a:uFillTx/>
                <a:latin typeface="Lora Regular"/>
                <a:ea typeface="Lora Regular"/>
                <a:cs typeface="Lora Regular"/>
                <a:sym typeface="Lora Regular"/>
              </a:defRPr>
            </a:lvl4pPr>
            <a:lvl5pPr marL="1212396" marR="0" indent="-183696" algn="l" defTabSz="219075" rtl="0" latinLnBrk="0">
              <a:lnSpc>
                <a:spcPct val="100000"/>
              </a:lnSpc>
              <a:spcBef>
                <a:spcPts val="900"/>
              </a:spcBef>
              <a:spcAft>
                <a:spcPts val="0"/>
              </a:spcAft>
              <a:buClr>
                <a:srgbClr val="57BEF0"/>
              </a:buClr>
              <a:buSzPct val="250000"/>
              <a:buFontTx/>
              <a:buChar char="-"/>
              <a:tabLst/>
              <a:defRPr sz="1125" b="0" i="0" u="none" strike="noStrike" cap="none" spc="0" baseline="0">
                <a:solidFill>
                  <a:srgbClr val="53585F"/>
                </a:solidFill>
                <a:uFillTx/>
                <a:latin typeface="Lora Regular"/>
                <a:ea typeface="Lora Regular"/>
                <a:cs typeface="Lora Regular"/>
                <a:sym typeface="Lora Regular"/>
              </a:defRPr>
            </a:lvl5pPr>
            <a:lvl6pPr marL="1469571" marR="0" indent="-183696" algn="l" defTabSz="219075" rtl="0" latinLnBrk="0">
              <a:lnSpc>
                <a:spcPct val="100000"/>
              </a:lnSpc>
              <a:spcBef>
                <a:spcPts val="900"/>
              </a:spcBef>
              <a:spcAft>
                <a:spcPts val="0"/>
              </a:spcAft>
              <a:buClr>
                <a:srgbClr val="57BEF0"/>
              </a:buClr>
              <a:buSzPct val="250000"/>
              <a:buFontTx/>
              <a:buChar char="-"/>
              <a:tabLst/>
              <a:defRPr sz="1125" b="0" i="0" u="none" strike="noStrike" cap="none" spc="0" baseline="0">
                <a:solidFill>
                  <a:srgbClr val="53585F"/>
                </a:solidFill>
                <a:uFillTx/>
                <a:latin typeface="Lora Regular"/>
                <a:ea typeface="Lora Regular"/>
                <a:cs typeface="Lora Regular"/>
                <a:sym typeface="Lora Regular"/>
              </a:defRPr>
            </a:lvl6pPr>
            <a:lvl7pPr marL="1726746" marR="0" indent="-183696" algn="l" defTabSz="219075" rtl="0" latinLnBrk="0">
              <a:lnSpc>
                <a:spcPct val="100000"/>
              </a:lnSpc>
              <a:spcBef>
                <a:spcPts val="900"/>
              </a:spcBef>
              <a:spcAft>
                <a:spcPts val="0"/>
              </a:spcAft>
              <a:buClr>
                <a:srgbClr val="57BEF0"/>
              </a:buClr>
              <a:buSzPct val="250000"/>
              <a:buFontTx/>
              <a:buChar char="-"/>
              <a:tabLst/>
              <a:defRPr sz="1125" b="0" i="0" u="none" strike="noStrike" cap="none" spc="0" baseline="0">
                <a:solidFill>
                  <a:srgbClr val="53585F"/>
                </a:solidFill>
                <a:uFillTx/>
                <a:latin typeface="Lora Regular"/>
                <a:ea typeface="Lora Regular"/>
                <a:cs typeface="Lora Regular"/>
                <a:sym typeface="Lora Regular"/>
              </a:defRPr>
            </a:lvl7pPr>
            <a:lvl8pPr marL="1983921" marR="0" indent="-183696" algn="l" defTabSz="219075" rtl="0" latinLnBrk="0">
              <a:lnSpc>
                <a:spcPct val="100000"/>
              </a:lnSpc>
              <a:spcBef>
                <a:spcPts val="900"/>
              </a:spcBef>
              <a:spcAft>
                <a:spcPts val="0"/>
              </a:spcAft>
              <a:buClr>
                <a:srgbClr val="57BEF0"/>
              </a:buClr>
              <a:buSzPct val="250000"/>
              <a:buFontTx/>
              <a:buChar char="-"/>
              <a:tabLst/>
              <a:defRPr sz="1125" b="0" i="0" u="none" strike="noStrike" cap="none" spc="0" baseline="0">
                <a:solidFill>
                  <a:srgbClr val="53585F"/>
                </a:solidFill>
                <a:uFillTx/>
                <a:latin typeface="Lora Regular"/>
                <a:ea typeface="Lora Regular"/>
                <a:cs typeface="Lora Regular"/>
                <a:sym typeface="Lora Regular"/>
              </a:defRPr>
            </a:lvl8pPr>
            <a:lvl9pPr marL="2241096" marR="0" indent="-183696" algn="l" defTabSz="219075" rtl="0" latinLnBrk="0">
              <a:lnSpc>
                <a:spcPct val="100000"/>
              </a:lnSpc>
              <a:spcBef>
                <a:spcPts val="900"/>
              </a:spcBef>
              <a:spcAft>
                <a:spcPts val="0"/>
              </a:spcAft>
              <a:buClr>
                <a:srgbClr val="57BEF0"/>
              </a:buClr>
              <a:buSzPct val="250000"/>
              <a:buFontTx/>
              <a:buChar char="-"/>
              <a:tabLst/>
              <a:defRPr sz="1125" b="0" i="0" u="none" strike="noStrike" cap="none" spc="0" baseline="0">
                <a:solidFill>
                  <a:srgbClr val="53585F"/>
                </a:solidFill>
                <a:uFillTx/>
                <a:latin typeface="Lora Regular"/>
                <a:ea typeface="Lora Regular"/>
                <a:cs typeface="Lora Regular"/>
                <a:sym typeface="Lora Regular"/>
              </a:defRPr>
            </a:lvl9pPr>
          </a:lstStyle>
          <a:p>
            <a:pPr marL="0" marR="0" lvl="0" indent="0" algn="l" defTabSz="219075" rtl="0" eaLnBrk="1" fontAlgn="auto" latinLnBrk="0" hangingPunct="1">
              <a:lnSpc>
                <a:spcPct val="120000"/>
              </a:lnSpc>
              <a:spcBef>
                <a:spcPts val="0"/>
              </a:spcBef>
              <a:spcAft>
                <a:spcPts val="600"/>
              </a:spcAft>
              <a:buClr>
                <a:srgbClr val="57BEF0"/>
              </a:buClr>
              <a:buSzPct val="250000"/>
              <a:buFontTx/>
              <a:buNone/>
              <a:tabLst/>
              <a:defRPr/>
            </a:pPr>
            <a:r>
              <a:rPr kumimoji="0" lang="en-US" sz="1200" b="0" i="0" u="none" strike="noStrike" kern="0" cap="none" spc="0" normalizeH="0" baseline="0" noProof="0" dirty="0">
                <a:ln>
                  <a:noFill/>
                </a:ln>
                <a:solidFill>
                  <a:srgbClr val="0E2440"/>
                </a:solidFill>
                <a:effectLst/>
                <a:uLnTx/>
                <a:uFillTx/>
                <a:latin typeface="Lora Regular"/>
                <a:sym typeface="Lora Regular"/>
              </a:rPr>
              <a:t>Career transitions are one of the most stressful times in a person’s life. Offering this extra </a:t>
            </a:r>
            <a:r>
              <a:rPr lang="en-US" sz="1200">
                <a:solidFill>
                  <a:srgbClr val="0E2440"/>
                </a:solidFill>
              </a:rPr>
              <a:t>assistance </a:t>
            </a:r>
            <a:r>
              <a:rPr kumimoji="0" lang="en-US" sz="1200" b="0" i="0" u="none" strike="noStrike" kern="0" cap="none" spc="0" normalizeH="0" baseline="0" noProof="0">
                <a:ln>
                  <a:noFill/>
                </a:ln>
                <a:solidFill>
                  <a:srgbClr val="0E2440"/>
                </a:solidFill>
                <a:effectLst/>
                <a:uLnTx/>
                <a:uFillTx/>
                <a:latin typeface="Lora Regular"/>
                <a:sym typeface="Lora Regular"/>
              </a:rPr>
              <a:t>shows </a:t>
            </a:r>
            <a:r>
              <a:rPr kumimoji="0" lang="en-US" sz="1200" b="0" i="0" u="none" strike="noStrike" kern="0" cap="none" spc="0" normalizeH="0" baseline="0" noProof="0" dirty="0">
                <a:ln>
                  <a:noFill/>
                </a:ln>
                <a:solidFill>
                  <a:srgbClr val="0E2440"/>
                </a:solidFill>
                <a:effectLst/>
                <a:uLnTx/>
                <a:uFillTx/>
                <a:latin typeface="Lora Regular"/>
                <a:sym typeface="Lora Regular"/>
              </a:rPr>
              <a:t>your values in action and makes your company all the better for it. </a:t>
            </a:r>
          </a:p>
        </p:txBody>
      </p:sp>
    </p:spTree>
    <p:extLst>
      <p:ext uri="{BB962C8B-B14F-4D97-AF65-F5344CB8AC3E}">
        <p14:creationId xmlns:p14="http://schemas.microsoft.com/office/powerpoint/2010/main" val="3041305665"/>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0" end="0"/>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6" grpId="0" uiExpand="1"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DB3DEE-D4F2-FCAB-A448-6D255AA01C65}"/>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12769898-ED0A-A320-DEBC-E11E5BF94114}"/>
              </a:ext>
            </a:extLst>
          </p:cNvPr>
          <p:cNvSpPr>
            <a:spLocks noGrp="1"/>
          </p:cNvSpPr>
          <p:nvPr>
            <p:ph type="body" sz="quarter" idx="11"/>
          </p:nvPr>
        </p:nvSpPr>
        <p:spPr>
          <a:xfrm>
            <a:off x="547998" y="1156943"/>
            <a:ext cx="4976502" cy="342900"/>
          </a:xfrm>
        </p:spPr>
        <p:txBody>
          <a:bodyPr>
            <a:normAutofit/>
          </a:bodyPr>
          <a:lstStyle/>
          <a:p>
            <a:r>
              <a:rPr lang="en-US" dirty="0"/>
              <a:t>What does the process look like?</a:t>
            </a:r>
          </a:p>
        </p:txBody>
      </p:sp>
      <p:sp>
        <p:nvSpPr>
          <p:cNvPr id="3" name="Text Placeholder 2">
            <a:extLst>
              <a:ext uri="{FF2B5EF4-FFF2-40B4-BE49-F238E27FC236}">
                <a16:creationId xmlns:a16="http://schemas.microsoft.com/office/drawing/2014/main" id="{AF52567A-2656-45EE-DDD3-D87D8AEFF7C7}"/>
              </a:ext>
            </a:extLst>
          </p:cNvPr>
          <p:cNvSpPr>
            <a:spLocks noGrp="1"/>
          </p:cNvSpPr>
          <p:nvPr>
            <p:ph type="body" sz="quarter" idx="16"/>
          </p:nvPr>
        </p:nvSpPr>
        <p:spPr>
          <a:xfrm>
            <a:off x="550040" y="1654612"/>
            <a:ext cx="2486209" cy="238125"/>
          </a:xfrm>
        </p:spPr>
        <p:txBody>
          <a:bodyPr>
            <a:normAutofit/>
          </a:bodyPr>
          <a:lstStyle/>
          <a:p>
            <a:r>
              <a:rPr lang="en-US" dirty="0"/>
              <a:t>After the questionnaire is submitted:</a:t>
            </a:r>
          </a:p>
        </p:txBody>
      </p:sp>
      <p:sp>
        <p:nvSpPr>
          <p:cNvPr id="6" name="Text Placeholder 5">
            <a:extLst>
              <a:ext uri="{FF2B5EF4-FFF2-40B4-BE49-F238E27FC236}">
                <a16:creationId xmlns:a16="http://schemas.microsoft.com/office/drawing/2014/main" id="{C18FE5B5-2663-CC0E-4C13-1D1B464F0988}"/>
              </a:ext>
            </a:extLst>
          </p:cNvPr>
          <p:cNvSpPr>
            <a:spLocks noGrp="1"/>
          </p:cNvSpPr>
          <p:nvPr>
            <p:ph type="body" sz="quarter" idx="13"/>
          </p:nvPr>
        </p:nvSpPr>
        <p:spPr>
          <a:xfrm>
            <a:off x="547998" y="1996218"/>
            <a:ext cx="3585984" cy="1787525"/>
          </a:xfrm>
        </p:spPr>
        <p:txBody>
          <a:bodyPr/>
          <a:lstStyle/>
          <a:p>
            <a:pPr marL="171450" indent="-171450">
              <a:buClr>
                <a:schemeClr val="accent5"/>
              </a:buClr>
              <a:buSzPct val="100000"/>
              <a:buFont typeface="Arial" panose="020B0604020202020204" pitchFamily="34" charset="0"/>
              <a:buChar char="•"/>
            </a:pPr>
            <a:r>
              <a:rPr lang="en-US" sz="1000" dirty="0"/>
              <a:t>As part of the diagnostic stage, we draft an initial assessment along with some potential career mapping. </a:t>
            </a:r>
          </a:p>
          <a:p>
            <a:pPr marL="171450" indent="-171450">
              <a:buClr>
                <a:schemeClr val="accent5"/>
              </a:buClr>
              <a:buSzPct val="100000"/>
              <a:buFont typeface="Arial" panose="020B0604020202020204" pitchFamily="34" charset="0"/>
              <a:buChar char="•"/>
            </a:pPr>
            <a:r>
              <a:rPr lang="en-US" sz="1000" dirty="0"/>
              <a:t>This will be given to the coach to review with the client, with the possibility that we make a user-friendly format for the client as well.</a:t>
            </a:r>
          </a:p>
          <a:p>
            <a:pPr marL="171450" indent="-171450">
              <a:buClr>
                <a:schemeClr val="accent5"/>
              </a:buClr>
              <a:buSzPct val="100000"/>
              <a:buFont typeface="Arial" panose="020B0604020202020204" pitchFamily="34" charset="0"/>
              <a:buChar char="•"/>
            </a:pPr>
            <a:r>
              <a:rPr lang="en-US" sz="1000" dirty="0"/>
              <a:t>The assessment will include an analysis of their current role, along with the projected outlook of the role.  See the next slides for an example of the data we will provide for the current role</a:t>
            </a:r>
          </a:p>
        </p:txBody>
      </p:sp>
    </p:spTree>
    <p:extLst>
      <p:ext uri="{BB962C8B-B14F-4D97-AF65-F5344CB8AC3E}">
        <p14:creationId xmlns:p14="http://schemas.microsoft.com/office/powerpoint/2010/main" val="222548221"/>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6" grpId="0" uiExpand="1"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descr="A graph with a line and numbers&#10;&#10;AI-generated content may be incorrect.">
            <a:extLst>
              <a:ext uri="{FF2B5EF4-FFF2-40B4-BE49-F238E27FC236}">
                <a16:creationId xmlns:a16="http://schemas.microsoft.com/office/drawing/2014/main" id="{0720DC04-C851-0D4A-62AB-BEE626576D64}"/>
              </a:ext>
            </a:extLst>
          </p:cNvPr>
          <p:cNvPicPr>
            <a:picLocks noChangeAspect="1"/>
          </p:cNvPicPr>
          <p:nvPr/>
        </p:nvPicPr>
        <p:blipFill>
          <a:blip r:embed="rId2"/>
          <a:stretch>
            <a:fillRect/>
          </a:stretch>
        </p:blipFill>
        <p:spPr>
          <a:xfrm>
            <a:off x="77319" y="115556"/>
            <a:ext cx="4994708" cy="3047952"/>
          </a:xfrm>
          <a:prstGeom prst="rect">
            <a:avLst/>
          </a:prstGeom>
          <a:effectLst>
            <a:outerShdw blurRad="50800" dist="38100" dir="2700000" algn="tl" rotWithShape="0">
              <a:prstClr val="black">
                <a:alpha val="40000"/>
              </a:prstClr>
            </a:outerShdw>
          </a:effectLst>
        </p:spPr>
      </p:pic>
      <p:pic>
        <p:nvPicPr>
          <p:cNvPr id="14" name="Picture 13" descr="A graph showing a line&#10;&#10;AI-generated content may be incorrect.">
            <a:extLst>
              <a:ext uri="{FF2B5EF4-FFF2-40B4-BE49-F238E27FC236}">
                <a16:creationId xmlns:a16="http://schemas.microsoft.com/office/drawing/2014/main" id="{FC6E6859-65AA-E3F1-47ED-C56C8A64C230}"/>
              </a:ext>
            </a:extLst>
          </p:cNvPr>
          <p:cNvPicPr>
            <a:picLocks noChangeAspect="1"/>
          </p:cNvPicPr>
          <p:nvPr/>
        </p:nvPicPr>
        <p:blipFill>
          <a:blip r:embed="rId3"/>
          <a:stretch>
            <a:fillRect/>
          </a:stretch>
        </p:blipFill>
        <p:spPr>
          <a:xfrm>
            <a:off x="4511815" y="1855826"/>
            <a:ext cx="4476435" cy="3071635"/>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861735318"/>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08F4CA-117A-0667-32CA-2C14E51B414C}"/>
            </a:ext>
          </a:extLst>
        </p:cNvPr>
        <p:cNvGrpSpPr/>
        <p:nvPr/>
      </p:nvGrpSpPr>
      <p:grpSpPr>
        <a:xfrm>
          <a:off x="0" y="0"/>
          <a:ext cx="0" cy="0"/>
          <a:chOff x="0" y="0"/>
          <a:chExt cx="0" cy="0"/>
        </a:xfrm>
      </p:grpSpPr>
      <p:pic>
        <p:nvPicPr>
          <p:cNvPr id="3" name="Picture 2" descr="A screenshot of a white and blue website&#10;&#10;AI-generated content may be incorrect.">
            <a:extLst>
              <a:ext uri="{FF2B5EF4-FFF2-40B4-BE49-F238E27FC236}">
                <a16:creationId xmlns:a16="http://schemas.microsoft.com/office/drawing/2014/main" id="{EEC83D11-4315-BCD4-2DA2-9512D2B9E9C4}"/>
              </a:ext>
            </a:extLst>
          </p:cNvPr>
          <p:cNvPicPr>
            <a:picLocks noChangeAspect="1"/>
          </p:cNvPicPr>
          <p:nvPr/>
        </p:nvPicPr>
        <p:blipFill>
          <a:blip r:embed="rId2"/>
          <a:stretch>
            <a:fillRect/>
          </a:stretch>
        </p:blipFill>
        <p:spPr>
          <a:xfrm>
            <a:off x="1632117" y="50800"/>
            <a:ext cx="5879767" cy="5041900"/>
          </a:xfrm>
          <a:prstGeom prst="rect">
            <a:avLst/>
          </a:prstGeom>
          <a:noFill/>
        </p:spPr>
      </p:pic>
      <p:pic>
        <p:nvPicPr>
          <p:cNvPr id="5" name="Picture 4">
            <a:extLst>
              <a:ext uri="{FF2B5EF4-FFF2-40B4-BE49-F238E27FC236}">
                <a16:creationId xmlns:a16="http://schemas.microsoft.com/office/drawing/2014/main" id="{768482D9-7515-E248-6F48-733F2A007F10}"/>
              </a:ext>
            </a:extLst>
          </p:cNvPr>
          <p:cNvPicPr>
            <a:picLocks noChangeAspect="1"/>
          </p:cNvPicPr>
          <p:nvPr/>
        </p:nvPicPr>
        <p:blipFill>
          <a:blip r:embed="rId2"/>
          <a:stretch>
            <a:fillRect/>
          </a:stretch>
        </p:blipFill>
        <p:spPr>
          <a:xfrm>
            <a:off x="1569664" y="0"/>
            <a:ext cx="6004671" cy="5143500"/>
          </a:xfrm>
          <a:prstGeom prst="rect">
            <a:avLst/>
          </a:prstGeom>
        </p:spPr>
      </p:pic>
    </p:spTree>
    <p:extLst>
      <p:ext uri="{BB962C8B-B14F-4D97-AF65-F5344CB8AC3E}">
        <p14:creationId xmlns:p14="http://schemas.microsoft.com/office/powerpoint/2010/main" val="3268498432"/>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CE72ED-6E2A-A608-7E5D-EC112D56F167}"/>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487B8ED2-B6DC-56AD-B386-75F58A285D09}"/>
              </a:ext>
            </a:extLst>
          </p:cNvPr>
          <p:cNvSpPr>
            <a:spLocks noGrp="1"/>
          </p:cNvSpPr>
          <p:nvPr>
            <p:ph type="body" sz="quarter" idx="11"/>
          </p:nvPr>
        </p:nvSpPr>
        <p:spPr>
          <a:xfrm>
            <a:off x="547998" y="1156943"/>
            <a:ext cx="4976502" cy="342900"/>
          </a:xfrm>
        </p:spPr>
        <p:txBody>
          <a:bodyPr>
            <a:normAutofit/>
          </a:bodyPr>
          <a:lstStyle/>
          <a:p>
            <a:r>
              <a:rPr lang="en-US" dirty="0"/>
              <a:t>Career Shift Analysis</a:t>
            </a:r>
          </a:p>
        </p:txBody>
      </p:sp>
      <p:sp>
        <p:nvSpPr>
          <p:cNvPr id="3" name="Text Placeholder 2">
            <a:extLst>
              <a:ext uri="{FF2B5EF4-FFF2-40B4-BE49-F238E27FC236}">
                <a16:creationId xmlns:a16="http://schemas.microsoft.com/office/drawing/2014/main" id="{197A7D7E-1EC9-6388-8ABA-5A57E7CAFDBC}"/>
              </a:ext>
            </a:extLst>
          </p:cNvPr>
          <p:cNvSpPr>
            <a:spLocks noGrp="1"/>
          </p:cNvSpPr>
          <p:nvPr>
            <p:ph type="body" sz="quarter" idx="16"/>
          </p:nvPr>
        </p:nvSpPr>
        <p:spPr>
          <a:xfrm>
            <a:off x="550040" y="1654612"/>
            <a:ext cx="2486209" cy="238125"/>
          </a:xfrm>
        </p:spPr>
        <p:txBody>
          <a:bodyPr>
            <a:normAutofit/>
          </a:bodyPr>
          <a:lstStyle/>
          <a:p>
            <a:r>
              <a:rPr lang="en-US" dirty="0"/>
              <a:t>After the questionnaire is submitted:</a:t>
            </a:r>
          </a:p>
        </p:txBody>
      </p:sp>
      <p:sp>
        <p:nvSpPr>
          <p:cNvPr id="6" name="Text Placeholder 5">
            <a:extLst>
              <a:ext uri="{FF2B5EF4-FFF2-40B4-BE49-F238E27FC236}">
                <a16:creationId xmlns:a16="http://schemas.microsoft.com/office/drawing/2014/main" id="{2F8B4227-94DC-917F-6351-77694AD44122}"/>
              </a:ext>
            </a:extLst>
          </p:cNvPr>
          <p:cNvSpPr>
            <a:spLocks noGrp="1"/>
          </p:cNvSpPr>
          <p:nvPr>
            <p:ph type="body" sz="quarter" idx="13"/>
          </p:nvPr>
        </p:nvSpPr>
        <p:spPr>
          <a:xfrm>
            <a:off x="547998" y="1996218"/>
            <a:ext cx="3585984" cy="1787525"/>
          </a:xfrm>
        </p:spPr>
        <p:txBody>
          <a:bodyPr/>
          <a:lstStyle/>
          <a:p>
            <a:pPr marL="171450" indent="-171450">
              <a:buClr>
                <a:schemeClr val="accent5"/>
              </a:buClr>
              <a:buSzPct val="100000"/>
              <a:buFont typeface="Arial" panose="020B0604020202020204" pitchFamily="34" charset="0"/>
              <a:buChar char="•"/>
            </a:pPr>
            <a:r>
              <a:rPr lang="en-US" sz="1000" dirty="0"/>
              <a:t>We will also provide possibilities for 5 to 10 other potential career matches based on their hard and soft skills and other background skills or education.</a:t>
            </a:r>
          </a:p>
          <a:p>
            <a:pPr marL="171450" indent="-171450">
              <a:buClr>
                <a:schemeClr val="accent5"/>
              </a:buClr>
              <a:buSzPct val="100000"/>
              <a:buFont typeface="Arial" panose="020B0604020202020204" pitchFamily="34" charset="0"/>
              <a:buChar char="•"/>
            </a:pPr>
            <a:r>
              <a:rPr lang="en-US" sz="1000" dirty="0"/>
              <a:t>For each we will provide the growth rate of the role, salary ranges, training length required, and why it is a match.</a:t>
            </a:r>
          </a:p>
          <a:p>
            <a:pPr marL="171450" indent="-171450">
              <a:buClr>
                <a:schemeClr val="accent5"/>
              </a:buClr>
              <a:buSzPct val="100000"/>
              <a:buFont typeface="Arial" panose="020B0604020202020204" pitchFamily="34" charset="0"/>
              <a:buChar char="•"/>
            </a:pPr>
            <a:endParaRPr lang="en-US" sz="1000" dirty="0"/>
          </a:p>
          <a:p>
            <a:pPr marL="171450" indent="-171450">
              <a:buClr>
                <a:schemeClr val="accent5"/>
              </a:buClr>
              <a:buSzPct val="100000"/>
              <a:buFont typeface="Arial" panose="020B0604020202020204" pitchFamily="34" charset="0"/>
              <a:buChar char="•"/>
            </a:pPr>
            <a:endParaRPr lang="en-US" sz="1000" dirty="0"/>
          </a:p>
        </p:txBody>
      </p:sp>
    </p:spTree>
    <p:extLst>
      <p:ext uri="{BB962C8B-B14F-4D97-AF65-F5344CB8AC3E}">
        <p14:creationId xmlns:p14="http://schemas.microsoft.com/office/powerpoint/2010/main" val="640148741"/>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6" grpId="0" uiExpand="1"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6CBFD06-F032-712A-4ECD-F7E4DE205FA2}"/>
              </a:ext>
            </a:extLst>
          </p:cNvPr>
          <p:cNvSpPr txBox="1"/>
          <p:nvPr/>
        </p:nvSpPr>
        <p:spPr>
          <a:xfrm>
            <a:off x="853776" y="1290049"/>
            <a:ext cx="8335690" cy="313932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0" marR="0" algn="just">
              <a:spcBef>
                <a:spcPts val="0"/>
              </a:spcBef>
              <a:buNone/>
            </a:pPr>
            <a:r>
              <a:rPr lang="en-US" sz="1100" b="1" kern="100" dirty="0">
                <a:effectLst/>
                <a:latin typeface="Segoe UI Emoji" panose="020B0502040204020203" pitchFamily="34" charset="0"/>
                <a:ea typeface="Aptos" panose="020B0004020202020204" pitchFamily="34" charset="0"/>
                <a:cs typeface="Segoe UI Emoji" panose="020B0502040204020203" pitchFamily="34" charset="0"/>
              </a:rPr>
              <a:t>⭐</a:t>
            </a:r>
            <a:r>
              <a:rPr lang="en-US" sz="1100" b="1" kern="100" dirty="0">
                <a:effectLst/>
                <a:latin typeface="Lora" pitchFamily="2" charset="0"/>
                <a:ea typeface="Aptos" panose="020B0004020202020204" pitchFamily="34" charset="0"/>
                <a:cs typeface="Times New Roman" panose="02020603050405020304" pitchFamily="18" charset="0"/>
              </a:rPr>
              <a:t> Top 10 Future-Ready Roles</a:t>
            </a:r>
            <a:endParaRPr lang="en-US" sz="11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algn="just">
              <a:spcBef>
                <a:spcPts val="0"/>
              </a:spcBef>
              <a:buNone/>
            </a:pPr>
            <a:r>
              <a:rPr lang="en-US" sz="1100" i="1" kern="100" dirty="0">
                <a:effectLst/>
                <a:latin typeface="Lora" pitchFamily="2" charset="0"/>
                <a:ea typeface="Aptos" panose="020B0004020202020204" pitchFamily="34" charset="0"/>
                <a:cs typeface="Times New Roman" panose="02020603050405020304" pitchFamily="18" charset="0"/>
              </a:rPr>
              <a:t>(Each role below includes:</a:t>
            </a:r>
            <a:r>
              <a:rPr lang="en-US" sz="1100" i="1" kern="100" dirty="0">
                <a:latin typeface="Lora" pitchFamily="2" charset="0"/>
                <a:ea typeface="Aptos" panose="020B0004020202020204" pitchFamily="34" charset="0"/>
                <a:cs typeface="Times New Roman" panose="02020603050405020304" pitchFamily="18" charset="0"/>
              </a:rPr>
              <a:t> </a:t>
            </a:r>
            <a:r>
              <a:rPr lang="en-US" sz="1100" i="1" kern="100" dirty="0">
                <a:effectLst/>
                <a:latin typeface="Lora" pitchFamily="2" charset="0"/>
                <a:ea typeface="Aptos" panose="020B0004020202020204" pitchFamily="34" charset="0"/>
                <a:cs typeface="Times New Roman" panose="02020603050405020304" pitchFamily="18" charset="0"/>
              </a:rPr>
              <a:t>job growth forecast, salary insights, and required certifications or degrees)</a:t>
            </a:r>
            <a:endParaRPr lang="en-US" sz="11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algn="just">
              <a:spcBef>
                <a:spcPts val="0"/>
              </a:spcBef>
              <a:buNone/>
            </a:pPr>
            <a:r>
              <a:rPr lang="en-US" sz="1100" b="1" kern="100" dirty="0">
                <a:effectLst/>
                <a:latin typeface="Lora" pitchFamily="2" charset="0"/>
                <a:ea typeface="Aptos" panose="020B0004020202020204" pitchFamily="34" charset="0"/>
                <a:cs typeface="Times New Roman" panose="02020603050405020304" pitchFamily="18" charset="0"/>
              </a:rPr>
              <a:t>Digital Banking Support Specialist</a:t>
            </a:r>
            <a:endParaRPr lang="en-US" sz="11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algn="just">
              <a:spcBef>
                <a:spcPts val="0"/>
              </a:spcBef>
              <a:buNone/>
            </a:pPr>
            <a:r>
              <a:rPr lang="en-US" sz="1100" b="1" kern="100" dirty="0">
                <a:effectLst/>
                <a:latin typeface="Lora" pitchFamily="2" charset="0"/>
                <a:ea typeface="Aptos" panose="020B0004020202020204" pitchFamily="34" charset="0"/>
                <a:cs typeface="Times New Roman" panose="02020603050405020304" pitchFamily="18" charset="0"/>
              </a:rPr>
              <a:t>Why This Role Matches:</a:t>
            </a:r>
            <a:endParaRPr lang="en-US" sz="11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marR="0" lvl="0" indent="-342900" algn="just">
              <a:spcBef>
                <a:spcPts val="0"/>
              </a:spcBef>
              <a:buSzPts val="1000"/>
              <a:buFont typeface="Symbol" panose="05050102010706020507" pitchFamily="18" charset="2"/>
              <a:buChar char=""/>
              <a:tabLst>
                <a:tab pos="457200" algn="l"/>
              </a:tabLst>
            </a:pPr>
            <a:r>
              <a:rPr lang="en-US" sz="1100" kern="100" dirty="0">
                <a:effectLst/>
                <a:latin typeface="Lora" pitchFamily="2" charset="0"/>
                <a:ea typeface="Aptos" panose="020B0004020202020204" pitchFamily="34" charset="0"/>
                <a:cs typeface="Times New Roman" panose="02020603050405020304" pitchFamily="18" charset="0"/>
              </a:rPr>
              <a:t>Customer service strengths translate directly</a:t>
            </a:r>
            <a:endParaRPr lang="en-US" sz="11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marR="0" lvl="0" indent="-342900" algn="just">
              <a:spcBef>
                <a:spcPts val="0"/>
              </a:spcBef>
              <a:buSzPts val="1000"/>
              <a:buFont typeface="Symbol" panose="05050102010706020507" pitchFamily="18" charset="2"/>
              <a:buChar char=""/>
              <a:tabLst>
                <a:tab pos="457200" algn="l"/>
              </a:tabLst>
            </a:pPr>
            <a:r>
              <a:rPr lang="en-US" sz="1100" kern="100" dirty="0">
                <a:effectLst/>
                <a:latin typeface="Lora" pitchFamily="2" charset="0"/>
                <a:ea typeface="Aptos" panose="020B0004020202020204" pitchFamily="34" charset="0"/>
                <a:cs typeface="Times New Roman" panose="02020603050405020304" pitchFamily="18" charset="0"/>
              </a:rPr>
              <a:t>Banking knowledge is highly transferable</a:t>
            </a:r>
            <a:endParaRPr lang="en-US" sz="11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marR="0" lvl="0" indent="-342900" algn="just">
              <a:spcBef>
                <a:spcPts val="0"/>
              </a:spcBef>
              <a:buSzPts val="1000"/>
              <a:buFont typeface="Symbol" panose="05050102010706020507" pitchFamily="18" charset="2"/>
              <a:buChar char=""/>
              <a:tabLst>
                <a:tab pos="457200" algn="l"/>
              </a:tabLst>
            </a:pPr>
            <a:r>
              <a:rPr lang="en-US" sz="1100" kern="100" dirty="0">
                <a:effectLst/>
                <a:latin typeface="Lora" pitchFamily="2" charset="0"/>
                <a:ea typeface="Aptos" panose="020B0004020202020204" pitchFamily="34" charset="0"/>
                <a:cs typeface="Times New Roman" panose="02020603050405020304" pitchFamily="18" charset="0"/>
              </a:rPr>
              <a:t>Requires digital skills that can be acquired quickly with training</a:t>
            </a:r>
            <a:endParaRPr lang="en-US" sz="11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algn="just">
              <a:spcBef>
                <a:spcPts val="0"/>
              </a:spcBef>
              <a:buNone/>
            </a:pPr>
            <a:r>
              <a:rPr lang="en-US" sz="1100" b="1" kern="100" dirty="0">
                <a:effectLst/>
                <a:latin typeface="Segoe UI Emoji" panose="020B0502040204020203" pitchFamily="34" charset="0"/>
                <a:ea typeface="Aptos" panose="020B0004020202020204" pitchFamily="34" charset="0"/>
                <a:cs typeface="Segoe UI Emoji" panose="020B0502040204020203" pitchFamily="34" charset="0"/>
              </a:rPr>
              <a:t>📈</a:t>
            </a:r>
            <a:r>
              <a:rPr lang="en-US" sz="1100" b="1" kern="100" dirty="0">
                <a:effectLst/>
                <a:latin typeface="Lora" pitchFamily="2" charset="0"/>
                <a:ea typeface="Aptos" panose="020B0004020202020204" pitchFamily="34" charset="0"/>
                <a:cs typeface="Times New Roman" panose="02020603050405020304" pitchFamily="18" charset="0"/>
              </a:rPr>
              <a:t> Job Growth Forecast:</a:t>
            </a:r>
            <a:endParaRPr lang="en-US" sz="11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marR="0" lvl="0" indent="-342900" algn="just">
              <a:spcBef>
                <a:spcPts val="0"/>
              </a:spcBef>
              <a:buSzPts val="1000"/>
              <a:buFont typeface="Symbol" panose="05050102010706020507" pitchFamily="18" charset="2"/>
              <a:buChar char=""/>
              <a:tabLst>
                <a:tab pos="457200" algn="l"/>
              </a:tabLst>
            </a:pPr>
            <a:r>
              <a:rPr lang="en-US" sz="1100" b="1" kern="100" dirty="0">
                <a:effectLst/>
                <a:latin typeface="Lora" pitchFamily="2" charset="0"/>
                <a:ea typeface="Aptos" panose="020B0004020202020204" pitchFamily="34" charset="0"/>
                <a:cs typeface="Times New Roman" panose="02020603050405020304" pitchFamily="18" charset="0"/>
              </a:rPr>
              <a:t>14–17% growth</a:t>
            </a:r>
            <a:r>
              <a:rPr lang="en-US" sz="1100" kern="100" dirty="0">
                <a:effectLst/>
                <a:latin typeface="Lora" pitchFamily="2" charset="0"/>
                <a:ea typeface="Aptos" panose="020B0004020202020204" pitchFamily="34" charset="0"/>
                <a:cs typeface="Times New Roman" panose="02020603050405020304" pitchFamily="18" charset="0"/>
              </a:rPr>
              <a:t> over the next decade</a:t>
            </a:r>
            <a:endParaRPr lang="en-US" sz="11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marR="0" lvl="0" indent="-342900" algn="just">
              <a:spcBef>
                <a:spcPts val="0"/>
              </a:spcBef>
              <a:buSzPts val="1000"/>
              <a:buFont typeface="Symbol" panose="05050102010706020507" pitchFamily="18" charset="2"/>
              <a:buChar char=""/>
              <a:tabLst>
                <a:tab pos="457200" algn="l"/>
              </a:tabLst>
            </a:pPr>
            <a:r>
              <a:rPr lang="en-US" sz="1100" kern="100" dirty="0">
                <a:effectLst/>
                <a:latin typeface="Lora" pitchFamily="2" charset="0"/>
                <a:ea typeface="Aptos" panose="020B0004020202020204" pitchFamily="34" charset="0"/>
                <a:cs typeface="Times New Roman" panose="02020603050405020304" pitchFamily="18" charset="0"/>
              </a:rPr>
              <a:t>Driven by expansion of online banking, chat-based support, and AI-assisted customer service teams</a:t>
            </a:r>
            <a:endParaRPr lang="en-US" sz="11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algn="just">
              <a:spcBef>
                <a:spcPts val="0"/>
              </a:spcBef>
              <a:buNone/>
            </a:pPr>
            <a:r>
              <a:rPr lang="en-US" sz="1100" b="1" kern="100" dirty="0">
                <a:effectLst/>
                <a:latin typeface="Segoe UI Emoji" panose="020B0502040204020203" pitchFamily="34" charset="0"/>
                <a:ea typeface="Aptos" panose="020B0004020202020204" pitchFamily="34" charset="0"/>
                <a:cs typeface="Segoe UI Emoji" panose="020B0502040204020203" pitchFamily="34" charset="0"/>
              </a:rPr>
              <a:t>💵</a:t>
            </a:r>
            <a:r>
              <a:rPr lang="en-US" sz="1100" b="1" kern="100" dirty="0">
                <a:effectLst/>
                <a:latin typeface="Lora" pitchFamily="2" charset="0"/>
                <a:ea typeface="Aptos" panose="020B0004020202020204" pitchFamily="34" charset="0"/>
                <a:cs typeface="Times New Roman" panose="02020603050405020304" pitchFamily="18" charset="0"/>
              </a:rPr>
              <a:t> Median Salary Range:</a:t>
            </a:r>
            <a:endParaRPr lang="en-US" sz="11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marR="0" lvl="0" indent="-342900" algn="just">
              <a:spcBef>
                <a:spcPts val="0"/>
              </a:spcBef>
              <a:buSzPts val="1000"/>
              <a:buFont typeface="Symbol" panose="05050102010706020507" pitchFamily="18" charset="2"/>
              <a:buChar char=""/>
              <a:tabLst>
                <a:tab pos="457200" algn="l"/>
              </a:tabLst>
            </a:pPr>
            <a:r>
              <a:rPr lang="en-US" sz="1100" b="1" kern="100" dirty="0">
                <a:effectLst/>
                <a:latin typeface="Lora" pitchFamily="2" charset="0"/>
                <a:ea typeface="Aptos" panose="020B0004020202020204" pitchFamily="34" charset="0"/>
                <a:cs typeface="Times New Roman" panose="02020603050405020304" pitchFamily="18" charset="0"/>
              </a:rPr>
              <a:t>$48,000–$62,000/year</a:t>
            </a:r>
            <a:r>
              <a:rPr lang="en-US" sz="1100" kern="100" dirty="0">
                <a:effectLst/>
                <a:latin typeface="Lora" pitchFamily="2" charset="0"/>
                <a:ea typeface="Aptos" panose="020B0004020202020204" pitchFamily="34" charset="0"/>
                <a:cs typeface="Times New Roman" panose="02020603050405020304" pitchFamily="18" charset="0"/>
              </a:rPr>
              <a:t> (U.S. national average)</a:t>
            </a:r>
            <a:endParaRPr lang="en-US" sz="11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marR="0" lvl="0" indent="-342900" algn="just">
              <a:spcBef>
                <a:spcPts val="0"/>
              </a:spcBef>
              <a:buSzPts val="1000"/>
              <a:buFont typeface="Symbol" panose="05050102010706020507" pitchFamily="18" charset="2"/>
              <a:buChar char=""/>
              <a:tabLst>
                <a:tab pos="457200" algn="l"/>
              </a:tabLst>
            </a:pPr>
            <a:r>
              <a:rPr lang="en-US" sz="1100" kern="100" dirty="0">
                <a:effectLst/>
                <a:latin typeface="Lora" pitchFamily="2" charset="0"/>
                <a:ea typeface="Aptos" panose="020B0004020202020204" pitchFamily="34" charset="0"/>
                <a:cs typeface="Times New Roman" panose="02020603050405020304" pitchFamily="18" charset="0"/>
              </a:rPr>
              <a:t>Higher in major metro areas or fintech companies: </a:t>
            </a:r>
            <a:r>
              <a:rPr lang="en-US" sz="1100" b="1" kern="100" dirty="0">
                <a:effectLst/>
                <a:latin typeface="Lora" pitchFamily="2" charset="0"/>
                <a:ea typeface="Aptos" panose="020B0004020202020204" pitchFamily="34" charset="0"/>
                <a:cs typeface="Times New Roman" panose="02020603050405020304" pitchFamily="18" charset="0"/>
              </a:rPr>
              <a:t>$60,000–$72,000+</a:t>
            </a:r>
            <a:endParaRPr lang="en-US" sz="11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algn="just">
              <a:spcBef>
                <a:spcPts val="0"/>
              </a:spcBef>
              <a:buNone/>
            </a:pPr>
            <a:r>
              <a:rPr lang="en-US" sz="1100" b="1" kern="100" dirty="0">
                <a:effectLst/>
                <a:latin typeface="Segoe UI Emoji" panose="020B0502040204020203" pitchFamily="34" charset="0"/>
                <a:ea typeface="Aptos" panose="020B0004020202020204" pitchFamily="34" charset="0"/>
                <a:cs typeface="Segoe UI Emoji" panose="020B0502040204020203" pitchFamily="34" charset="0"/>
              </a:rPr>
              <a:t>🎓</a:t>
            </a:r>
            <a:r>
              <a:rPr lang="en-US" sz="1100" b="1" kern="100" dirty="0">
                <a:effectLst/>
                <a:latin typeface="Lora" pitchFamily="2" charset="0"/>
                <a:ea typeface="Aptos" panose="020B0004020202020204" pitchFamily="34" charset="0"/>
                <a:cs typeface="Times New Roman" panose="02020603050405020304" pitchFamily="18" charset="0"/>
              </a:rPr>
              <a:t> Recommended Certifications:</a:t>
            </a:r>
            <a:endParaRPr lang="en-US" sz="11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marR="0" lvl="0" indent="-342900" algn="just">
              <a:spcBef>
                <a:spcPts val="0"/>
              </a:spcBef>
              <a:buSzPts val="1000"/>
              <a:buFont typeface="Symbol" panose="05050102010706020507" pitchFamily="18" charset="2"/>
              <a:buChar char=""/>
              <a:tabLst>
                <a:tab pos="457200" algn="l"/>
              </a:tabLst>
            </a:pPr>
            <a:r>
              <a:rPr lang="en-US" sz="1100" b="1" kern="100" dirty="0">
                <a:effectLst/>
                <a:latin typeface="Lora" pitchFamily="2" charset="0"/>
                <a:ea typeface="Aptos" panose="020B0004020202020204" pitchFamily="34" charset="0"/>
                <a:cs typeface="Times New Roman" panose="02020603050405020304" pitchFamily="18" charset="0"/>
              </a:rPr>
              <a:t>Customer Service Specialist (CSS)</a:t>
            </a:r>
            <a:r>
              <a:rPr lang="en-US" sz="1100" kern="100" dirty="0">
                <a:effectLst/>
                <a:latin typeface="Lora" pitchFamily="2" charset="0"/>
                <a:ea typeface="Aptos" panose="020B0004020202020204" pitchFamily="34" charset="0"/>
                <a:cs typeface="Times New Roman" panose="02020603050405020304" pitchFamily="18" charset="0"/>
              </a:rPr>
              <a:t> — ICSA</a:t>
            </a:r>
            <a:endParaRPr lang="en-US" sz="11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marR="0" lvl="0" indent="-342900" algn="just">
              <a:spcBef>
                <a:spcPts val="0"/>
              </a:spcBef>
              <a:buSzPts val="1000"/>
              <a:buFont typeface="Symbol" panose="05050102010706020507" pitchFamily="18" charset="2"/>
              <a:buChar char=""/>
              <a:tabLst>
                <a:tab pos="457200" algn="l"/>
              </a:tabLst>
            </a:pPr>
            <a:r>
              <a:rPr lang="en-US" sz="1100" b="1" kern="100" dirty="0">
                <a:effectLst/>
                <a:latin typeface="Lora" pitchFamily="2" charset="0"/>
                <a:ea typeface="Aptos" panose="020B0004020202020204" pitchFamily="34" charset="0"/>
                <a:cs typeface="Times New Roman" panose="02020603050405020304" pitchFamily="18" charset="0"/>
              </a:rPr>
              <a:t>Salesforce CRM Administrator (Entry Level)</a:t>
            </a:r>
            <a:endParaRPr lang="en-US" sz="11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marR="0" lvl="0" indent="-342900" algn="just">
              <a:spcBef>
                <a:spcPts val="0"/>
              </a:spcBef>
              <a:buSzPts val="1000"/>
              <a:buFont typeface="Symbol" panose="05050102010706020507" pitchFamily="18" charset="2"/>
              <a:buChar char=""/>
              <a:tabLst>
                <a:tab pos="457200" algn="l"/>
              </a:tabLst>
            </a:pPr>
            <a:r>
              <a:rPr lang="en-US" sz="1100" b="1" kern="100" dirty="0">
                <a:effectLst/>
                <a:latin typeface="Lora" pitchFamily="2" charset="0"/>
                <a:ea typeface="Aptos" panose="020B0004020202020204" pitchFamily="34" charset="0"/>
                <a:cs typeface="Times New Roman" panose="02020603050405020304" pitchFamily="18" charset="0"/>
              </a:rPr>
              <a:t>Digital Banking Certificate</a:t>
            </a:r>
            <a:r>
              <a:rPr lang="en-US" sz="1100" kern="100" dirty="0">
                <a:effectLst/>
                <a:latin typeface="Lora" pitchFamily="2" charset="0"/>
                <a:ea typeface="Aptos" panose="020B0004020202020204" pitchFamily="34" charset="0"/>
                <a:cs typeface="Times New Roman" panose="02020603050405020304" pitchFamily="18" charset="0"/>
              </a:rPr>
              <a:t> — ABA (American Bankers Association)</a:t>
            </a:r>
            <a:endParaRPr lang="en-US" sz="11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marR="0" lvl="0" indent="-342900" algn="just">
              <a:spcBef>
                <a:spcPts val="0"/>
              </a:spcBef>
              <a:buSzPts val="1000"/>
              <a:buFont typeface="Symbol" panose="05050102010706020507" pitchFamily="18" charset="2"/>
              <a:buChar char=""/>
              <a:tabLst>
                <a:tab pos="457200" algn="l"/>
              </a:tabLst>
            </a:pPr>
            <a:r>
              <a:rPr lang="en-US" sz="1100" b="1" kern="100" dirty="0">
                <a:effectLst/>
                <a:latin typeface="Lora" pitchFamily="2" charset="0"/>
                <a:ea typeface="Aptos" panose="020B0004020202020204" pitchFamily="34" charset="0"/>
                <a:cs typeface="Times New Roman" panose="02020603050405020304" pitchFamily="18" charset="0"/>
              </a:rPr>
              <a:t>Google IT Support or Digital Support Certificate</a:t>
            </a:r>
            <a:r>
              <a:rPr lang="en-US" sz="1100" kern="100" dirty="0">
                <a:effectLst/>
                <a:latin typeface="Lora" pitchFamily="2" charset="0"/>
                <a:ea typeface="Aptos" panose="020B0004020202020204" pitchFamily="34" charset="0"/>
                <a:cs typeface="Times New Roman" panose="02020603050405020304" pitchFamily="18" charset="0"/>
              </a:rPr>
              <a:t> (optional but helpful)</a:t>
            </a:r>
            <a:endParaRPr lang="en-US" sz="11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5" name="Text Placeholder 1">
            <a:extLst>
              <a:ext uri="{FF2B5EF4-FFF2-40B4-BE49-F238E27FC236}">
                <a16:creationId xmlns:a16="http://schemas.microsoft.com/office/drawing/2014/main" id="{89F3AD9E-3B6B-5F30-3AB5-BBA6F9927D66}"/>
              </a:ext>
            </a:extLst>
          </p:cNvPr>
          <p:cNvSpPr txBox="1">
            <a:spLocks/>
          </p:cNvSpPr>
          <p:nvPr/>
        </p:nvSpPr>
        <p:spPr>
          <a:xfrm>
            <a:off x="487375" y="808360"/>
            <a:ext cx="4976502" cy="342900"/>
          </a:xfrm>
          <a:prstGeom prst="rect">
            <a:avLst/>
          </a:prstGeom>
        </p:spPr>
        <p:txBody>
          <a:bodyPr>
            <a:normAutofit/>
          </a:bodyPr>
          <a:lstStyle>
            <a:lvl1pPr marL="183696" marR="0" indent="-183696" algn="l" defTabSz="219075" rtl="0" latinLnBrk="0">
              <a:lnSpc>
                <a:spcPct val="100000"/>
              </a:lnSpc>
              <a:spcBef>
                <a:spcPts val="900"/>
              </a:spcBef>
              <a:spcAft>
                <a:spcPts val="0"/>
              </a:spcAft>
              <a:buClr>
                <a:srgbClr val="57BEF0"/>
              </a:buClr>
              <a:buSzPct val="250000"/>
              <a:buFontTx/>
              <a:buChar char="-"/>
              <a:tabLst/>
              <a:defRPr lang="en-GB" sz="1100" b="0" i="0" u="none" strike="noStrike" cap="none" spc="0" baseline="0" smtClean="0">
                <a:solidFill>
                  <a:schemeClr val="tx1"/>
                </a:solidFill>
                <a:uFillTx/>
                <a:latin typeface="Lora Regular"/>
                <a:ea typeface="Lora Regular"/>
                <a:cs typeface="Lora Regular"/>
                <a:sym typeface="Lora Regular"/>
              </a:defRPr>
            </a:lvl1pPr>
            <a:lvl2pPr marL="440871" marR="0" indent="-183696" algn="l" defTabSz="219075" rtl="0" latinLnBrk="0">
              <a:lnSpc>
                <a:spcPct val="100000"/>
              </a:lnSpc>
              <a:spcBef>
                <a:spcPts val="900"/>
              </a:spcBef>
              <a:spcAft>
                <a:spcPts val="0"/>
              </a:spcAft>
              <a:buClr>
                <a:srgbClr val="57BEF0"/>
              </a:buClr>
              <a:buSzPct val="250000"/>
              <a:buFontTx/>
              <a:buChar char="-"/>
              <a:tabLst/>
              <a:defRPr sz="1125" b="0" i="0" u="none" strike="noStrike" cap="none" spc="0" baseline="0">
                <a:solidFill>
                  <a:srgbClr val="53585F"/>
                </a:solidFill>
                <a:uFillTx/>
                <a:latin typeface="Lora Regular"/>
                <a:ea typeface="Lora Regular"/>
                <a:cs typeface="Lora Regular"/>
                <a:sym typeface="Lora Regular"/>
              </a:defRPr>
            </a:lvl2pPr>
            <a:lvl3pPr marL="698046" marR="0" indent="-183696" algn="l" defTabSz="219075" rtl="0" latinLnBrk="0">
              <a:lnSpc>
                <a:spcPct val="100000"/>
              </a:lnSpc>
              <a:spcBef>
                <a:spcPts val="900"/>
              </a:spcBef>
              <a:spcAft>
                <a:spcPts val="0"/>
              </a:spcAft>
              <a:buClr>
                <a:srgbClr val="57BEF0"/>
              </a:buClr>
              <a:buSzPct val="250000"/>
              <a:buFontTx/>
              <a:buChar char="-"/>
              <a:tabLst/>
              <a:defRPr sz="1125" b="0" i="0" u="none" strike="noStrike" cap="none" spc="0" baseline="0">
                <a:solidFill>
                  <a:srgbClr val="53585F"/>
                </a:solidFill>
                <a:uFillTx/>
                <a:latin typeface="Lora Regular"/>
                <a:ea typeface="Lora Regular"/>
                <a:cs typeface="Lora Regular"/>
                <a:sym typeface="Lora Regular"/>
              </a:defRPr>
            </a:lvl3pPr>
            <a:lvl4pPr marL="955221" marR="0" indent="-183696" algn="l" defTabSz="219075" rtl="0" latinLnBrk="0">
              <a:lnSpc>
                <a:spcPct val="100000"/>
              </a:lnSpc>
              <a:spcBef>
                <a:spcPts val="900"/>
              </a:spcBef>
              <a:spcAft>
                <a:spcPts val="0"/>
              </a:spcAft>
              <a:buClr>
                <a:srgbClr val="57BEF0"/>
              </a:buClr>
              <a:buSzPct val="250000"/>
              <a:buFontTx/>
              <a:buChar char="-"/>
              <a:tabLst/>
              <a:defRPr sz="1125" b="0" i="0" u="none" strike="noStrike" cap="none" spc="0" baseline="0">
                <a:solidFill>
                  <a:srgbClr val="53585F"/>
                </a:solidFill>
                <a:uFillTx/>
                <a:latin typeface="Lora Regular"/>
                <a:ea typeface="Lora Regular"/>
                <a:cs typeface="Lora Regular"/>
                <a:sym typeface="Lora Regular"/>
              </a:defRPr>
            </a:lvl4pPr>
            <a:lvl5pPr marL="1212396" marR="0" indent="-183696" algn="l" defTabSz="219075" rtl="0" latinLnBrk="0">
              <a:lnSpc>
                <a:spcPct val="100000"/>
              </a:lnSpc>
              <a:spcBef>
                <a:spcPts val="900"/>
              </a:spcBef>
              <a:spcAft>
                <a:spcPts val="0"/>
              </a:spcAft>
              <a:buClr>
                <a:srgbClr val="57BEF0"/>
              </a:buClr>
              <a:buSzPct val="250000"/>
              <a:buFontTx/>
              <a:buChar char="-"/>
              <a:tabLst/>
              <a:defRPr sz="1125" b="0" i="0" u="none" strike="noStrike" cap="none" spc="0" baseline="0">
                <a:solidFill>
                  <a:srgbClr val="53585F"/>
                </a:solidFill>
                <a:uFillTx/>
                <a:latin typeface="Lora Regular"/>
                <a:ea typeface="Lora Regular"/>
                <a:cs typeface="Lora Regular"/>
                <a:sym typeface="Lora Regular"/>
              </a:defRPr>
            </a:lvl5pPr>
            <a:lvl6pPr marL="1469571" marR="0" indent="-183696" algn="l" defTabSz="219075" rtl="0" latinLnBrk="0">
              <a:lnSpc>
                <a:spcPct val="100000"/>
              </a:lnSpc>
              <a:spcBef>
                <a:spcPts val="900"/>
              </a:spcBef>
              <a:spcAft>
                <a:spcPts val="0"/>
              </a:spcAft>
              <a:buClr>
                <a:srgbClr val="57BEF0"/>
              </a:buClr>
              <a:buSzPct val="250000"/>
              <a:buFontTx/>
              <a:buChar char="-"/>
              <a:tabLst/>
              <a:defRPr sz="1125" b="0" i="0" u="none" strike="noStrike" cap="none" spc="0" baseline="0">
                <a:solidFill>
                  <a:srgbClr val="53585F"/>
                </a:solidFill>
                <a:uFillTx/>
                <a:latin typeface="Lora Regular"/>
                <a:ea typeface="Lora Regular"/>
                <a:cs typeface="Lora Regular"/>
                <a:sym typeface="Lora Regular"/>
              </a:defRPr>
            </a:lvl6pPr>
            <a:lvl7pPr marL="1726746" marR="0" indent="-183696" algn="l" defTabSz="219075" rtl="0" latinLnBrk="0">
              <a:lnSpc>
                <a:spcPct val="100000"/>
              </a:lnSpc>
              <a:spcBef>
                <a:spcPts val="900"/>
              </a:spcBef>
              <a:spcAft>
                <a:spcPts val="0"/>
              </a:spcAft>
              <a:buClr>
                <a:srgbClr val="57BEF0"/>
              </a:buClr>
              <a:buSzPct val="250000"/>
              <a:buFontTx/>
              <a:buChar char="-"/>
              <a:tabLst/>
              <a:defRPr sz="1125" b="0" i="0" u="none" strike="noStrike" cap="none" spc="0" baseline="0">
                <a:solidFill>
                  <a:srgbClr val="53585F"/>
                </a:solidFill>
                <a:uFillTx/>
                <a:latin typeface="Lora Regular"/>
                <a:ea typeface="Lora Regular"/>
                <a:cs typeface="Lora Regular"/>
                <a:sym typeface="Lora Regular"/>
              </a:defRPr>
            </a:lvl7pPr>
            <a:lvl8pPr marL="1983921" marR="0" indent="-183696" algn="l" defTabSz="219075" rtl="0" latinLnBrk="0">
              <a:lnSpc>
                <a:spcPct val="100000"/>
              </a:lnSpc>
              <a:spcBef>
                <a:spcPts val="900"/>
              </a:spcBef>
              <a:spcAft>
                <a:spcPts val="0"/>
              </a:spcAft>
              <a:buClr>
                <a:srgbClr val="57BEF0"/>
              </a:buClr>
              <a:buSzPct val="250000"/>
              <a:buFontTx/>
              <a:buChar char="-"/>
              <a:tabLst/>
              <a:defRPr sz="1125" b="0" i="0" u="none" strike="noStrike" cap="none" spc="0" baseline="0">
                <a:solidFill>
                  <a:srgbClr val="53585F"/>
                </a:solidFill>
                <a:uFillTx/>
                <a:latin typeface="Lora Regular"/>
                <a:ea typeface="Lora Regular"/>
                <a:cs typeface="Lora Regular"/>
                <a:sym typeface="Lora Regular"/>
              </a:defRPr>
            </a:lvl8pPr>
            <a:lvl9pPr marL="2241096" marR="0" indent="-183696" algn="l" defTabSz="219075" rtl="0" latinLnBrk="0">
              <a:lnSpc>
                <a:spcPct val="100000"/>
              </a:lnSpc>
              <a:spcBef>
                <a:spcPts val="900"/>
              </a:spcBef>
              <a:spcAft>
                <a:spcPts val="0"/>
              </a:spcAft>
              <a:buClr>
                <a:srgbClr val="57BEF0"/>
              </a:buClr>
              <a:buSzPct val="250000"/>
              <a:buFontTx/>
              <a:buChar char="-"/>
              <a:tabLst/>
              <a:defRPr sz="1125" b="0" i="0" u="none" strike="noStrike" cap="none" spc="0" baseline="0">
                <a:solidFill>
                  <a:srgbClr val="53585F"/>
                </a:solidFill>
                <a:uFillTx/>
                <a:latin typeface="Lora Regular"/>
                <a:ea typeface="Lora Regular"/>
                <a:cs typeface="Lora Regular"/>
                <a:sym typeface="Lora Regular"/>
              </a:defRPr>
            </a:lvl9pPr>
          </a:lstStyle>
          <a:p>
            <a:pPr hangingPunct="1"/>
            <a:r>
              <a:rPr lang="en-US" dirty="0"/>
              <a:t>Example:</a:t>
            </a:r>
          </a:p>
        </p:txBody>
      </p:sp>
    </p:spTree>
    <p:extLst>
      <p:ext uri="{BB962C8B-B14F-4D97-AF65-F5344CB8AC3E}">
        <p14:creationId xmlns:p14="http://schemas.microsoft.com/office/powerpoint/2010/main" val="2070086646"/>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F4539C-B413-FA21-6064-F695E92B3C16}"/>
            </a:ext>
          </a:extLst>
        </p:cNvPr>
        <p:cNvGrpSpPr/>
        <p:nvPr/>
      </p:nvGrpSpPr>
      <p:grpSpPr>
        <a:xfrm>
          <a:off x="0" y="0"/>
          <a:ext cx="0" cy="0"/>
          <a:chOff x="0" y="0"/>
          <a:chExt cx="0" cy="0"/>
        </a:xfrm>
      </p:grpSpPr>
      <p:sp>
        <p:nvSpPr>
          <p:cNvPr id="13" name="Text Placeholder 12">
            <a:extLst>
              <a:ext uri="{FF2B5EF4-FFF2-40B4-BE49-F238E27FC236}">
                <a16:creationId xmlns:a16="http://schemas.microsoft.com/office/drawing/2014/main" id="{BB2D1D3D-3ED6-2647-89BE-F2BB8C647DFF}"/>
              </a:ext>
            </a:extLst>
          </p:cNvPr>
          <p:cNvSpPr>
            <a:spLocks noGrp="1"/>
          </p:cNvSpPr>
          <p:nvPr>
            <p:ph type="body" sz="quarter" idx="11"/>
          </p:nvPr>
        </p:nvSpPr>
        <p:spPr>
          <a:xfrm>
            <a:off x="626424" y="1075402"/>
            <a:ext cx="3945575" cy="342900"/>
          </a:xfrm>
        </p:spPr>
        <p:txBody>
          <a:bodyPr/>
          <a:lstStyle/>
          <a:p>
            <a:r>
              <a:rPr lang="en-US" dirty="0">
                <a:solidFill>
                  <a:srgbClr val="0E2440"/>
                </a:solidFill>
              </a:rPr>
              <a:t>Additional </a:t>
            </a:r>
            <a:r>
              <a:rPr lang="en-US" dirty="0" err="1">
                <a:solidFill>
                  <a:srgbClr val="0E2440"/>
                </a:solidFill>
              </a:rPr>
              <a:t>CareerSuite</a:t>
            </a:r>
            <a:r>
              <a:rPr lang="en-US" dirty="0">
                <a:solidFill>
                  <a:srgbClr val="0E2440"/>
                </a:solidFill>
              </a:rPr>
              <a:t> Tools	</a:t>
            </a:r>
            <a:endParaRPr lang="en-US" dirty="0"/>
          </a:p>
        </p:txBody>
      </p:sp>
      <p:sp>
        <p:nvSpPr>
          <p:cNvPr id="4" name="Text Placeholder 3">
            <a:extLst>
              <a:ext uri="{FF2B5EF4-FFF2-40B4-BE49-F238E27FC236}">
                <a16:creationId xmlns:a16="http://schemas.microsoft.com/office/drawing/2014/main" id="{60301315-EFA8-4C85-BC0A-D4AA5C9FBCDC}"/>
              </a:ext>
            </a:extLst>
          </p:cNvPr>
          <p:cNvSpPr>
            <a:spLocks noGrp="1"/>
          </p:cNvSpPr>
          <p:nvPr>
            <p:ph type="body" sz="quarter" idx="20"/>
          </p:nvPr>
        </p:nvSpPr>
        <p:spPr>
          <a:xfrm>
            <a:off x="626422" y="1769935"/>
            <a:ext cx="6249259" cy="2118977"/>
          </a:xfrm>
        </p:spPr>
        <p:txBody>
          <a:bodyPr>
            <a:normAutofit/>
          </a:bodyPr>
          <a:lstStyle/>
          <a:p>
            <a:r>
              <a:rPr lang="en-US" sz="1100" b="1" dirty="0">
                <a:latin typeface="+mj-lt"/>
              </a:rPr>
              <a:t>In addition to the market analysis, clients and coaches can go on </a:t>
            </a:r>
            <a:r>
              <a:rPr lang="en-US" sz="1100" b="1" dirty="0" err="1">
                <a:latin typeface="+mj-lt"/>
              </a:rPr>
              <a:t>CareerSuite</a:t>
            </a:r>
            <a:r>
              <a:rPr lang="en-US" sz="1100" b="1" dirty="0">
                <a:latin typeface="+mj-lt"/>
              </a:rPr>
              <a:t> </a:t>
            </a:r>
          </a:p>
          <a:p>
            <a:r>
              <a:rPr lang="en-US" sz="1100" b="1" dirty="0">
                <a:latin typeface="+mj-lt"/>
              </a:rPr>
              <a:t>to explore other options</a:t>
            </a:r>
          </a:p>
        </p:txBody>
      </p:sp>
      <p:sp>
        <p:nvSpPr>
          <p:cNvPr id="7" name="Text Placeholder 6">
            <a:extLst>
              <a:ext uri="{FF2B5EF4-FFF2-40B4-BE49-F238E27FC236}">
                <a16:creationId xmlns:a16="http://schemas.microsoft.com/office/drawing/2014/main" id="{45CF7560-1074-DBBF-D0CF-F1C194FD133D}"/>
              </a:ext>
            </a:extLst>
          </p:cNvPr>
          <p:cNvSpPr>
            <a:spLocks noGrp="1"/>
          </p:cNvSpPr>
          <p:nvPr>
            <p:ph type="body" sz="quarter" idx="21"/>
          </p:nvPr>
        </p:nvSpPr>
        <p:spPr>
          <a:xfrm>
            <a:off x="591058" y="2464468"/>
            <a:ext cx="4170022" cy="2118977"/>
          </a:xfrm>
        </p:spPr>
        <p:txBody>
          <a:bodyPr/>
          <a:lstStyle/>
          <a:p>
            <a:pPr marL="171450" indent="-171450">
              <a:buClr>
                <a:schemeClr val="accent5"/>
              </a:buClr>
              <a:buSzPct val="100000"/>
              <a:buFont typeface="Arial" panose="020B0604020202020204" pitchFamily="34" charset="0"/>
              <a:buChar char="•"/>
            </a:pPr>
            <a:r>
              <a:rPr lang="en-US" sz="1000" dirty="0"/>
              <a:t>Job Analysis – For any job (either their current, or other jobs they want to consider), they will be able to see information on the projected outlook (likely as a whole or by region), along with number of job postings, salary levels, employers hiring, and top skills for the job (see prior slides 8 and 9 for some of the data, as well as the skills data to the right).</a:t>
            </a:r>
          </a:p>
        </p:txBody>
      </p:sp>
      <p:pic>
        <p:nvPicPr>
          <p:cNvPr id="3" name="Picture 2" descr="A screenshot of a graph&#10;&#10;AI-generated content may be incorrect.">
            <a:extLst>
              <a:ext uri="{FF2B5EF4-FFF2-40B4-BE49-F238E27FC236}">
                <a16:creationId xmlns:a16="http://schemas.microsoft.com/office/drawing/2014/main" id="{5FBFE7F6-E426-D32B-1316-9190672F1E07}"/>
              </a:ext>
            </a:extLst>
          </p:cNvPr>
          <p:cNvPicPr>
            <a:picLocks noChangeAspect="1"/>
          </p:cNvPicPr>
          <p:nvPr/>
        </p:nvPicPr>
        <p:blipFill>
          <a:blip r:embed="rId3"/>
          <a:stretch>
            <a:fillRect/>
          </a:stretch>
        </p:blipFill>
        <p:spPr>
          <a:xfrm>
            <a:off x="5417897" y="1075402"/>
            <a:ext cx="3286586" cy="3445666"/>
          </a:xfrm>
          <a:prstGeom prst="rect">
            <a:avLst/>
          </a:prstGeom>
        </p:spPr>
      </p:pic>
    </p:spTree>
    <p:extLst>
      <p:ext uri="{BB962C8B-B14F-4D97-AF65-F5344CB8AC3E}">
        <p14:creationId xmlns:p14="http://schemas.microsoft.com/office/powerpoint/2010/main" val="834344325"/>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7" grpId="0" uiExpand="1"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A41D4B-3740-2477-65DD-6FA5CEF9ECDC}"/>
            </a:ext>
          </a:extLst>
        </p:cNvPr>
        <p:cNvGrpSpPr/>
        <p:nvPr/>
      </p:nvGrpSpPr>
      <p:grpSpPr>
        <a:xfrm>
          <a:off x="0" y="0"/>
          <a:ext cx="0" cy="0"/>
          <a:chOff x="0" y="0"/>
          <a:chExt cx="0" cy="0"/>
        </a:xfrm>
      </p:grpSpPr>
      <p:sp>
        <p:nvSpPr>
          <p:cNvPr id="13" name="Text Placeholder 12">
            <a:extLst>
              <a:ext uri="{FF2B5EF4-FFF2-40B4-BE49-F238E27FC236}">
                <a16:creationId xmlns:a16="http://schemas.microsoft.com/office/drawing/2014/main" id="{3C30B3F3-918B-CF5F-40D2-329CCDE2D06B}"/>
              </a:ext>
            </a:extLst>
          </p:cNvPr>
          <p:cNvSpPr>
            <a:spLocks noGrp="1"/>
          </p:cNvSpPr>
          <p:nvPr>
            <p:ph type="body" sz="quarter" idx="11"/>
          </p:nvPr>
        </p:nvSpPr>
        <p:spPr>
          <a:xfrm>
            <a:off x="626424" y="1075402"/>
            <a:ext cx="3945575" cy="342900"/>
          </a:xfrm>
        </p:spPr>
        <p:txBody>
          <a:bodyPr/>
          <a:lstStyle/>
          <a:p>
            <a:r>
              <a:rPr lang="en-US" dirty="0">
                <a:solidFill>
                  <a:srgbClr val="0E2440"/>
                </a:solidFill>
              </a:rPr>
              <a:t>Additional </a:t>
            </a:r>
            <a:r>
              <a:rPr lang="en-US" dirty="0" err="1">
                <a:solidFill>
                  <a:srgbClr val="0E2440"/>
                </a:solidFill>
              </a:rPr>
              <a:t>CareerSuite</a:t>
            </a:r>
            <a:r>
              <a:rPr lang="en-US" dirty="0">
                <a:solidFill>
                  <a:srgbClr val="0E2440"/>
                </a:solidFill>
              </a:rPr>
              <a:t> Tools	</a:t>
            </a:r>
            <a:endParaRPr lang="en-US" dirty="0"/>
          </a:p>
        </p:txBody>
      </p:sp>
      <p:sp>
        <p:nvSpPr>
          <p:cNvPr id="4" name="Text Placeholder 3">
            <a:extLst>
              <a:ext uri="{FF2B5EF4-FFF2-40B4-BE49-F238E27FC236}">
                <a16:creationId xmlns:a16="http://schemas.microsoft.com/office/drawing/2014/main" id="{F4C8FC99-0EEF-FED5-6EA2-EEE4B59A7B7A}"/>
              </a:ext>
            </a:extLst>
          </p:cNvPr>
          <p:cNvSpPr>
            <a:spLocks noGrp="1"/>
          </p:cNvSpPr>
          <p:nvPr>
            <p:ph type="body" sz="quarter" idx="20"/>
          </p:nvPr>
        </p:nvSpPr>
        <p:spPr>
          <a:xfrm>
            <a:off x="626423" y="1769935"/>
            <a:ext cx="2287600" cy="2118977"/>
          </a:xfrm>
        </p:spPr>
        <p:txBody>
          <a:bodyPr>
            <a:normAutofit/>
          </a:bodyPr>
          <a:lstStyle/>
          <a:p>
            <a:r>
              <a:rPr lang="en-US" sz="1100" b="1" dirty="0">
                <a:latin typeface="+mj-lt"/>
              </a:rPr>
              <a:t>In addition to the market analysis, clients and coaches can go on </a:t>
            </a:r>
            <a:r>
              <a:rPr lang="en-US" sz="1100" b="1" dirty="0" err="1">
                <a:latin typeface="+mj-lt"/>
              </a:rPr>
              <a:t>CareerSuite</a:t>
            </a:r>
            <a:r>
              <a:rPr lang="en-US" sz="1100" b="1" dirty="0">
                <a:latin typeface="+mj-lt"/>
              </a:rPr>
              <a:t> </a:t>
            </a:r>
          </a:p>
          <a:p>
            <a:r>
              <a:rPr lang="en-US" sz="1100" b="1" dirty="0">
                <a:latin typeface="+mj-lt"/>
              </a:rPr>
              <a:t>to explore other options</a:t>
            </a:r>
          </a:p>
        </p:txBody>
      </p:sp>
      <p:sp>
        <p:nvSpPr>
          <p:cNvPr id="7" name="Text Placeholder 6">
            <a:extLst>
              <a:ext uri="{FF2B5EF4-FFF2-40B4-BE49-F238E27FC236}">
                <a16:creationId xmlns:a16="http://schemas.microsoft.com/office/drawing/2014/main" id="{29AB5064-3A22-0669-C202-4B46D7231BE5}"/>
              </a:ext>
            </a:extLst>
          </p:cNvPr>
          <p:cNvSpPr>
            <a:spLocks noGrp="1"/>
          </p:cNvSpPr>
          <p:nvPr>
            <p:ph type="body" sz="quarter" idx="21"/>
          </p:nvPr>
        </p:nvSpPr>
        <p:spPr>
          <a:xfrm>
            <a:off x="591058" y="2464468"/>
            <a:ext cx="2081804" cy="2118977"/>
          </a:xfrm>
        </p:spPr>
        <p:txBody>
          <a:bodyPr/>
          <a:lstStyle/>
          <a:p>
            <a:pPr marL="171450" indent="-171450">
              <a:buClr>
                <a:schemeClr val="accent5"/>
              </a:buClr>
              <a:buSzPct val="100000"/>
              <a:buFont typeface="Arial" panose="020B0604020202020204" pitchFamily="34" charset="0"/>
              <a:buChar char="•"/>
            </a:pPr>
            <a:r>
              <a:rPr lang="en-US" sz="1000" dirty="0"/>
              <a:t>They will also be able to see Next Step Jobs and a similar tool for Feeder Jobs</a:t>
            </a:r>
          </a:p>
        </p:txBody>
      </p:sp>
      <p:pic>
        <p:nvPicPr>
          <p:cNvPr id="5" name="Picture 4" descr="A diagram of customer service&#10;&#10;AI-generated content may be incorrect.">
            <a:extLst>
              <a:ext uri="{FF2B5EF4-FFF2-40B4-BE49-F238E27FC236}">
                <a16:creationId xmlns:a16="http://schemas.microsoft.com/office/drawing/2014/main" id="{B966A983-B080-FD46-B0B3-D80CA2DAD0FF}"/>
              </a:ext>
            </a:extLst>
          </p:cNvPr>
          <p:cNvPicPr>
            <a:picLocks noChangeAspect="1"/>
          </p:cNvPicPr>
          <p:nvPr/>
        </p:nvPicPr>
        <p:blipFill>
          <a:blip r:embed="rId3"/>
          <a:stretch>
            <a:fillRect/>
          </a:stretch>
        </p:blipFill>
        <p:spPr>
          <a:xfrm>
            <a:off x="3202697" y="1015712"/>
            <a:ext cx="5659950" cy="3730878"/>
          </a:xfrm>
          <a:prstGeom prst="rect">
            <a:avLst/>
          </a:prstGeom>
        </p:spPr>
      </p:pic>
    </p:spTree>
    <p:extLst>
      <p:ext uri="{BB962C8B-B14F-4D97-AF65-F5344CB8AC3E}">
        <p14:creationId xmlns:p14="http://schemas.microsoft.com/office/powerpoint/2010/main" val="1265779129"/>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7" grpId="0" uiExpand="1"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77104D-5227-98C0-E442-16764DD6D6EF}"/>
            </a:ext>
          </a:extLst>
        </p:cNvPr>
        <p:cNvGrpSpPr/>
        <p:nvPr/>
      </p:nvGrpSpPr>
      <p:grpSpPr>
        <a:xfrm>
          <a:off x="0" y="0"/>
          <a:ext cx="0" cy="0"/>
          <a:chOff x="0" y="0"/>
          <a:chExt cx="0" cy="0"/>
        </a:xfrm>
      </p:grpSpPr>
      <p:sp>
        <p:nvSpPr>
          <p:cNvPr id="13" name="Text Placeholder 12">
            <a:extLst>
              <a:ext uri="{FF2B5EF4-FFF2-40B4-BE49-F238E27FC236}">
                <a16:creationId xmlns:a16="http://schemas.microsoft.com/office/drawing/2014/main" id="{6BCB90FC-6F92-B360-549A-0603CC6F053E}"/>
              </a:ext>
            </a:extLst>
          </p:cNvPr>
          <p:cNvSpPr>
            <a:spLocks noGrp="1"/>
          </p:cNvSpPr>
          <p:nvPr>
            <p:ph type="body" sz="quarter" idx="11"/>
          </p:nvPr>
        </p:nvSpPr>
        <p:spPr>
          <a:xfrm>
            <a:off x="626424" y="1075402"/>
            <a:ext cx="3945575" cy="342900"/>
          </a:xfrm>
        </p:spPr>
        <p:txBody>
          <a:bodyPr/>
          <a:lstStyle/>
          <a:p>
            <a:r>
              <a:rPr lang="en-US" dirty="0">
                <a:solidFill>
                  <a:srgbClr val="0E2440"/>
                </a:solidFill>
              </a:rPr>
              <a:t>Additional </a:t>
            </a:r>
            <a:r>
              <a:rPr lang="en-US" dirty="0" err="1">
                <a:solidFill>
                  <a:srgbClr val="0E2440"/>
                </a:solidFill>
              </a:rPr>
              <a:t>CareerSuite</a:t>
            </a:r>
            <a:r>
              <a:rPr lang="en-US" dirty="0">
                <a:solidFill>
                  <a:srgbClr val="0E2440"/>
                </a:solidFill>
              </a:rPr>
              <a:t> Tools	</a:t>
            </a:r>
            <a:endParaRPr lang="en-US" dirty="0"/>
          </a:p>
        </p:txBody>
      </p:sp>
      <p:sp>
        <p:nvSpPr>
          <p:cNvPr id="4" name="Text Placeholder 3">
            <a:extLst>
              <a:ext uri="{FF2B5EF4-FFF2-40B4-BE49-F238E27FC236}">
                <a16:creationId xmlns:a16="http://schemas.microsoft.com/office/drawing/2014/main" id="{B3DD540A-3740-D3C8-EF57-AA9F4401F7F2}"/>
              </a:ext>
            </a:extLst>
          </p:cNvPr>
          <p:cNvSpPr>
            <a:spLocks noGrp="1"/>
          </p:cNvSpPr>
          <p:nvPr>
            <p:ph type="body" sz="quarter" idx="20"/>
          </p:nvPr>
        </p:nvSpPr>
        <p:spPr>
          <a:xfrm>
            <a:off x="626423" y="1769935"/>
            <a:ext cx="2287600" cy="2118977"/>
          </a:xfrm>
        </p:spPr>
        <p:txBody>
          <a:bodyPr>
            <a:normAutofit/>
          </a:bodyPr>
          <a:lstStyle/>
          <a:p>
            <a:r>
              <a:rPr lang="en-US" sz="1100" b="1" dirty="0">
                <a:latin typeface="+mj-lt"/>
              </a:rPr>
              <a:t>In addition to the market analysis, clients and coaches can go on </a:t>
            </a:r>
            <a:r>
              <a:rPr lang="en-US" sz="1100" b="1" dirty="0" err="1">
                <a:latin typeface="+mj-lt"/>
              </a:rPr>
              <a:t>CareerSuite</a:t>
            </a:r>
            <a:r>
              <a:rPr lang="en-US" sz="1100" b="1" dirty="0">
                <a:latin typeface="+mj-lt"/>
              </a:rPr>
              <a:t> </a:t>
            </a:r>
          </a:p>
          <a:p>
            <a:r>
              <a:rPr lang="en-US" sz="1100" b="1" dirty="0">
                <a:latin typeface="+mj-lt"/>
              </a:rPr>
              <a:t>to explore other options</a:t>
            </a:r>
          </a:p>
        </p:txBody>
      </p:sp>
      <p:sp>
        <p:nvSpPr>
          <p:cNvPr id="7" name="Text Placeholder 6">
            <a:extLst>
              <a:ext uri="{FF2B5EF4-FFF2-40B4-BE49-F238E27FC236}">
                <a16:creationId xmlns:a16="http://schemas.microsoft.com/office/drawing/2014/main" id="{C79B110E-ECD4-0B64-51CD-719D4D2B9256}"/>
              </a:ext>
            </a:extLst>
          </p:cNvPr>
          <p:cNvSpPr>
            <a:spLocks noGrp="1"/>
          </p:cNvSpPr>
          <p:nvPr>
            <p:ph type="body" sz="quarter" idx="21"/>
          </p:nvPr>
        </p:nvSpPr>
        <p:spPr>
          <a:xfrm>
            <a:off x="591058" y="2464468"/>
            <a:ext cx="2081804" cy="2118977"/>
          </a:xfrm>
        </p:spPr>
        <p:txBody>
          <a:bodyPr/>
          <a:lstStyle/>
          <a:p>
            <a:pPr marL="171450" indent="-171450">
              <a:buClr>
                <a:schemeClr val="accent5"/>
              </a:buClr>
              <a:buSzPct val="100000"/>
              <a:buFont typeface="Arial" panose="020B0604020202020204" pitchFamily="34" charset="0"/>
              <a:buChar char="•"/>
            </a:pPr>
            <a:r>
              <a:rPr lang="en-US" sz="1000" dirty="0"/>
              <a:t>They will also be able to see Next Step Jobs and </a:t>
            </a:r>
            <a:r>
              <a:rPr lang="en-US" sz="1000"/>
              <a:t>a similar tool for Feeder Jobs</a:t>
            </a:r>
            <a:endParaRPr lang="en-US" sz="1000" dirty="0"/>
          </a:p>
        </p:txBody>
      </p:sp>
      <p:pic>
        <p:nvPicPr>
          <p:cNvPr id="3" name="Picture 2" descr="A screenshot of a computer&#10;&#10;AI-generated content may be incorrect.">
            <a:extLst>
              <a:ext uri="{FF2B5EF4-FFF2-40B4-BE49-F238E27FC236}">
                <a16:creationId xmlns:a16="http://schemas.microsoft.com/office/drawing/2014/main" id="{15DF884C-7399-F3A7-456E-ACEA5B948D7F}"/>
              </a:ext>
            </a:extLst>
          </p:cNvPr>
          <p:cNvPicPr>
            <a:picLocks noChangeAspect="1"/>
          </p:cNvPicPr>
          <p:nvPr/>
        </p:nvPicPr>
        <p:blipFill>
          <a:blip r:embed="rId3"/>
          <a:stretch>
            <a:fillRect/>
          </a:stretch>
        </p:blipFill>
        <p:spPr>
          <a:xfrm>
            <a:off x="3403162" y="1496950"/>
            <a:ext cx="5149780" cy="2883630"/>
          </a:xfrm>
          <a:prstGeom prst="rect">
            <a:avLst/>
          </a:prstGeom>
        </p:spPr>
      </p:pic>
    </p:spTree>
    <p:extLst>
      <p:ext uri="{BB962C8B-B14F-4D97-AF65-F5344CB8AC3E}">
        <p14:creationId xmlns:p14="http://schemas.microsoft.com/office/powerpoint/2010/main" val="586318969"/>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7" grpId="0" uiExpand="1"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54D5F6-DA47-EA6C-DE3D-E5DB3EBBA6F0}"/>
            </a:ext>
          </a:extLst>
        </p:cNvPr>
        <p:cNvGrpSpPr/>
        <p:nvPr/>
      </p:nvGrpSpPr>
      <p:grpSpPr>
        <a:xfrm>
          <a:off x="0" y="0"/>
          <a:ext cx="0" cy="0"/>
          <a:chOff x="0" y="0"/>
          <a:chExt cx="0" cy="0"/>
        </a:xfrm>
      </p:grpSpPr>
      <p:sp>
        <p:nvSpPr>
          <p:cNvPr id="13" name="Text Placeholder 12">
            <a:extLst>
              <a:ext uri="{FF2B5EF4-FFF2-40B4-BE49-F238E27FC236}">
                <a16:creationId xmlns:a16="http://schemas.microsoft.com/office/drawing/2014/main" id="{5F8D9FF0-25C0-DA71-72D5-CBF6C732AF8B}"/>
              </a:ext>
            </a:extLst>
          </p:cNvPr>
          <p:cNvSpPr>
            <a:spLocks noGrp="1"/>
          </p:cNvSpPr>
          <p:nvPr>
            <p:ph type="body" sz="quarter" idx="11"/>
          </p:nvPr>
        </p:nvSpPr>
        <p:spPr>
          <a:xfrm>
            <a:off x="626424" y="1075402"/>
            <a:ext cx="3945575" cy="342900"/>
          </a:xfrm>
        </p:spPr>
        <p:txBody>
          <a:bodyPr/>
          <a:lstStyle/>
          <a:p>
            <a:r>
              <a:rPr lang="en-US" dirty="0">
                <a:solidFill>
                  <a:srgbClr val="0E2440"/>
                </a:solidFill>
              </a:rPr>
              <a:t>Additional </a:t>
            </a:r>
            <a:r>
              <a:rPr lang="en-US" dirty="0" err="1">
                <a:solidFill>
                  <a:srgbClr val="0E2440"/>
                </a:solidFill>
              </a:rPr>
              <a:t>CareerSuite</a:t>
            </a:r>
            <a:r>
              <a:rPr lang="en-US" dirty="0">
                <a:solidFill>
                  <a:srgbClr val="0E2440"/>
                </a:solidFill>
              </a:rPr>
              <a:t> Tools	</a:t>
            </a:r>
            <a:endParaRPr lang="en-US" dirty="0"/>
          </a:p>
        </p:txBody>
      </p:sp>
      <p:sp>
        <p:nvSpPr>
          <p:cNvPr id="4" name="Text Placeholder 3">
            <a:extLst>
              <a:ext uri="{FF2B5EF4-FFF2-40B4-BE49-F238E27FC236}">
                <a16:creationId xmlns:a16="http://schemas.microsoft.com/office/drawing/2014/main" id="{D5F5FFF8-F8B2-8BF1-D3A7-74D2E03226A9}"/>
              </a:ext>
            </a:extLst>
          </p:cNvPr>
          <p:cNvSpPr>
            <a:spLocks noGrp="1"/>
          </p:cNvSpPr>
          <p:nvPr>
            <p:ph type="body" sz="quarter" idx="20"/>
          </p:nvPr>
        </p:nvSpPr>
        <p:spPr>
          <a:xfrm>
            <a:off x="626423" y="1769935"/>
            <a:ext cx="2287600" cy="2118977"/>
          </a:xfrm>
        </p:spPr>
        <p:txBody>
          <a:bodyPr>
            <a:normAutofit/>
          </a:bodyPr>
          <a:lstStyle/>
          <a:p>
            <a:r>
              <a:rPr lang="en-US" sz="1100" b="1" dirty="0">
                <a:latin typeface="+mj-lt"/>
              </a:rPr>
              <a:t>In addition to the market analysis, clients and coaches can go on </a:t>
            </a:r>
            <a:r>
              <a:rPr lang="en-US" sz="1100" b="1" dirty="0" err="1">
                <a:latin typeface="+mj-lt"/>
              </a:rPr>
              <a:t>CareerSuite</a:t>
            </a:r>
            <a:r>
              <a:rPr lang="en-US" sz="1100" b="1" dirty="0">
                <a:latin typeface="+mj-lt"/>
              </a:rPr>
              <a:t> </a:t>
            </a:r>
          </a:p>
          <a:p>
            <a:r>
              <a:rPr lang="en-US" sz="1100" b="1" dirty="0">
                <a:latin typeface="+mj-lt"/>
              </a:rPr>
              <a:t>to explore other options</a:t>
            </a:r>
          </a:p>
        </p:txBody>
      </p:sp>
      <p:sp>
        <p:nvSpPr>
          <p:cNvPr id="7" name="Text Placeholder 6">
            <a:extLst>
              <a:ext uri="{FF2B5EF4-FFF2-40B4-BE49-F238E27FC236}">
                <a16:creationId xmlns:a16="http://schemas.microsoft.com/office/drawing/2014/main" id="{C17E6E21-8A9B-EB08-28FD-14212A33884F}"/>
              </a:ext>
            </a:extLst>
          </p:cNvPr>
          <p:cNvSpPr>
            <a:spLocks noGrp="1"/>
          </p:cNvSpPr>
          <p:nvPr>
            <p:ph type="body" sz="quarter" idx="21"/>
          </p:nvPr>
        </p:nvSpPr>
        <p:spPr>
          <a:xfrm>
            <a:off x="591058" y="2464468"/>
            <a:ext cx="2081804" cy="2118977"/>
          </a:xfrm>
        </p:spPr>
        <p:txBody>
          <a:bodyPr/>
          <a:lstStyle/>
          <a:p>
            <a:pPr marL="171450" indent="-171450">
              <a:buClr>
                <a:schemeClr val="accent5"/>
              </a:buClr>
              <a:buSzPct val="100000"/>
              <a:buFont typeface="Arial" panose="020B0604020202020204" pitchFamily="34" charset="0"/>
              <a:buChar char="•"/>
            </a:pPr>
            <a:r>
              <a:rPr lang="en-US" sz="1000" dirty="0"/>
              <a:t>And what skills are growing and lagging.</a:t>
            </a:r>
          </a:p>
        </p:txBody>
      </p:sp>
      <p:pic>
        <p:nvPicPr>
          <p:cNvPr id="5" name="Picture 4" descr="A screenshot of a screen&#10;&#10;AI-generated content may be incorrect.">
            <a:extLst>
              <a:ext uri="{FF2B5EF4-FFF2-40B4-BE49-F238E27FC236}">
                <a16:creationId xmlns:a16="http://schemas.microsoft.com/office/drawing/2014/main" id="{D5F67FD3-54CE-70F1-24B2-917803C17CAE}"/>
              </a:ext>
            </a:extLst>
          </p:cNvPr>
          <p:cNvPicPr>
            <a:picLocks noChangeAspect="1"/>
          </p:cNvPicPr>
          <p:nvPr/>
        </p:nvPicPr>
        <p:blipFill>
          <a:blip r:embed="rId3"/>
          <a:stretch>
            <a:fillRect/>
          </a:stretch>
        </p:blipFill>
        <p:spPr>
          <a:xfrm>
            <a:off x="3009482" y="1461009"/>
            <a:ext cx="5893358" cy="2892425"/>
          </a:xfrm>
          <a:prstGeom prst="rect">
            <a:avLst/>
          </a:prstGeom>
        </p:spPr>
      </p:pic>
    </p:spTree>
    <p:extLst>
      <p:ext uri="{BB962C8B-B14F-4D97-AF65-F5344CB8AC3E}">
        <p14:creationId xmlns:p14="http://schemas.microsoft.com/office/powerpoint/2010/main" val="2072924034"/>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7" grpId="0" uiExpand="1"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203D7E-1552-46D1-95CB-530051C8E3B7}"/>
            </a:ext>
          </a:extLst>
        </p:cNvPr>
        <p:cNvGrpSpPr/>
        <p:nvPr/>
      </p:nvGrpSpPr>
      <p:grpSpPr>
        <a:xfrm>
          <a:off x="0" y="0"/>
          <a:ext cx="0" cy="0"/>
          <a:chOff x="0" y="0"/>
          <a:chExt cx="0" cy="0"/>
        </a:xfrm>
      </p:grpSpPr>
      <p:sp>
        <p:nvSpPr>
          <p:cNvPr id="13" name="Text Placeholder 12">
            <a:extLst>
              <a:ext uri="{FF2B5EF4-FFF2-40B4-BE49-F238E27FC236}">
                <a16:creationId xmlns:a16="http://schemas.microsoft.com/office/drawing/2014/main" id="{27B3B634-A4BB-1327-8F17-A1286809E6B8}"/>
              </a:ext>
            </a:extLst>
          </p:cNvPr>
          <p:cNvSpPr>
            <a:spLocks noGrp="1"/>
          </p:cNvSpPr>
          <p:nvPr>
            <p:ph type="body" sz="quarter" idx="11"/>
          </p:nvPr>
        </p:nvSpPr>
        <p:spPr>
          <a:xfrm>
            <a:off x="626424" y="1075402"/>
            <a:ext cx="3945575" cy="342900"/>
          </a:xfrm>
        </p:spPr>
        <p:txBody>
          <a:bodyPr/>
          <a:lstStyle/>
          <a:p>
            <a:r>
              <a:rPr lang="en-US" dirty="0">
                <a:solidFill>
                  <a:srgbClr val="0E2440"/>
                </a:solidFill>
              </a:rPr>
              <a:t>Additional </a:t>
            </a:r>
            <a:r>
              <a:rPr lang="en-US" dirty="0" err="1">
                <a:solidFill>
                  <a:srgbClr val="0E2440"/>
                </a:solidFill>
              </a:rPr>
              <a:t>CareerSuite</a:t>
            </a:r>
            <a:r>
              <a:rPr lang="en-US" dirty="0">
                <a:solidFill>
                  <a:srgbClr val="0E2440"/>
                </a:solidFill>
              </a:rPr>
              <a:t> Tools	</a:t>
            </a:r>
            <a:endParaRPr lang="en-US" dirty="0"/>
          </a:p>
        </p:txBody>
      </p:sp>
      <p:sp>
        <p:nvSpPr>
          <p:cNvPr id="4" name="Text Placeholder 3">
            <a:extLst>
              <a:ext uri="{FF2B5EF4-FFF2-40B4-BE49-F238E27FC236}">
                <a16:creationId xmlns:a16="http://schemas.microsoft.com/office/drawing/2014/main" id="{4627E8BF-EA53-36BC-0AED-7F1ABDD3EB0D}"/>
              </a:ext>
            </a:extLst>
          </p:cNvPr>
          <p:cNvSpPr>
            <a:spLocks noGrp="1"/>
          </p:cNvSpPr>
          <p:nvPr>
            <p:ph type="body" sz="quarter" idx="20"/>
          </p:nvPr>
        </p:nvSpPr>
        <p:spPr>
          <a:xfrm>
            <a:off x="626422" y="1769935"/>
            <a:ext cx="6249259" cy="2118977"/>
          </a:xfrm>
        </p:spPr>
        <p:txBody>
          <a:bodyPr>
            <a:normAutofit/>
          </a:bodyPr>
          <a:lstStyle/>
          <a:p>
            <a:r>
              <a:rPr lang="en-US" sz="1100" b="1" dirty="0">
                <a:latin typeface="+mj-lt"/>
              </a:rPr>
              <a:t>We will modify the Career Transition Skills Matcher</a:t>
            </a:r>
          </a:p>
        </p:txBody>
      </p:sp>
      <p:sp>
        <p:nvSpPr>
          <p:cNvPr id="7" name="Text Placeholder 6">
            <a:extLst>
              <a:ext uri="{FF2B5EF4-FFF2-40B4-BE49-F238E27FC236}">
                <a16:creationId xmlns:a16="http://schemas.microsoft.com/office/drawing/2014/main" id="{0D22FD10-DFF8-22D5-29EE-DEDB673D6862}"/>
              </a:ext>
            </a:extLst>
          </p:cNvPr>
          <p:cNvSpPr>
            <a:spLocks noGrp="1"/>
          </p:cNvSpPr>
          <p:nvPr>
            <p:ph type="body" sz="quarter" idx="21"/>
          </p:nvPr>
        </p:nvSpPr>
        <p:spPr>
          <a:xfrm>
            <a:off x="591058" y="2464468"/>
            <a:ext cx="4170022" cy="2118977"/>
          </a:xfrm>
        </p:spPr>
        <p:txBody>
          <a:bodyPr/>
          <a:lstStyle/>
          <a:p>
            <a:pPr marL="171450" indent="-171450">
              <a:buClr>
                <a:schemeClr val="accent5"/>
              </a:buClr>
              <a:buSzPct val="100000"/>
              <a:buFont typeface="Arial" panose="020B0604020202020204" pitchFamily="34" charset="0"/>
              <a:buChar char="•"/>
            </a:pPr>
            <a:r>
              <a:rPr lang="en-US" sz="1000" dirty="0"/>
              <a:t>Job Analysis – For any job (either their current, or other jobs they want to consider), they will be able to see information on the projected outlook (likely as a whole or by region), along with number of job postings, salary levels, employers hiring, and top skills for the job (see prior slides 8 and 9 for some of the data, as well as the skills data to the right).</a:t>
            </a:r>
          </a:p>
        </p:txBody>
      </p:sp>
      <p:pic>
        <p:nvPicPr>
          <p:cNvPr id="5" name="Picture 4" descr="A screenshot of a web page&#10;&#10;AI-generated content may be incorrect.">
            <a:extLst>
              <a:ext uri="{FF2B5EF4-FFF2-40B4-BE49-F238E27FC236}">
                <a16:creationId xmlns:a16="http://schemas.microsoft.com/office/drawing/2014/main" id="{C708F767-932B-B743-EBDB-49E8B967A202}"/>
              </a:ext>
            </a:extLst>
          </p:cNvPr>
          <p:cNvPicPr>
            <a:picLocks noChangeAspect="1"/>
          </p:cNvPicPr>
          <p:nvPr/>
        </p:nvPicPr>
        <p:blipFill>
          <a:blip r:embed="rId3"/>
          <a:stretch>
            <a:fillRect/>
          </a:stretch>
        </p:blipFill>
        <p:spPr>
          <a:xfrm>
            <a:off x="4625073" y="202077"/>
            <a:ext cx="4134322" cy="4224048"/>
          </a:xfrm>
          <a:prstGeom prst="rect">
            <a:avLst/>
          </a:prstGeom>
        </p:spPr>
      </p:pic>
    </p:spTree>
    <p:extLst>
      <p:ext uri="{BB962C8B-B14F-4D97-AF65-F5344CB8AC3E}">
        <p14:creationId xmlns:p14="http://schemas.microsoft.com/office/powerpoint/2010/main" val="1790896276"/>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7" grpId="0" uiExpand="1"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C3A221-7EC3-BCBB-144C-090E0AD79EAE}"/>
            </a:ext>
          </a:extLst>
        </p:cNvPr>
        <p:cNvGrpSpPr/>
        <p:nvPr/>
      </p:nvGrpSpPr>
      <p:grpSpPr>
        <a:xfrm>
          <a:off x="0" y="0"/>
          <a:ext cx="0" cy="0"/>
          <a:chOff x="0" y="0"/>
          <a:chExt cx="0" cy="0"/>
        </a:xfrm>
      </p:grpSpPr>
      <p:sp>
        <p:nvSpPr>
          <p:cNvPr id="13" name="Text Placeholder 12">
            <a:extLst>
              <a:ext uri="{FF2B5EF4-FFF2-40B4-BE49-F238E27FC236}">
                <a16:creationId xmlns:a16="http://schemas.microsoft.com/office/drawing/2014/main" id="{AB005D24-6320-173C-15ED-27D153046AC5}"/>
              </a:ext>
            </a:extLst>
          </p:cNvPr>
          <p:cNvSpPr>
            <a:spLocks noGrp="1"/>
          </p:cNvSpPr>
          <p:nvPr>
            <p:ph type="body" sz="quarter" idx="11"/>
          </p:nvPr>
        </p:nvSpPr>
        <p:spPr>
          <a:xfrm>
            <a:off x="626424" y="1075402"/>
            <a:ext cx="3945575" cy="342900"/>
          </a:xfrm>
        </p:spPr>
        <p:txBody>
          <a:bodyPr/>
          <a:lstStyle/>
          <a:p>
            <a:r>
              <a:rPr lang="en-US" dirty="0">
                <a:solidFill>
                  <a:srgbClr val="0E2440"/>
                </a:solidFill>
              </a:rPr>
              <a:t>Additional </a:t>
            </a:r>
            <a:r>
              <a:rPr lang="en-US" dirty="0" err="1">
                <a:solidFill>
                  <a:srgbClr val="0E2440"/>
                </a:solidFill>
              </a:rPr>
              <a:t>CareerSuite</a:t>
            </a:r>
            <a:r>
              <a:rPr lang="en-US" dirty="0">
                <a:solidFill>
                  <a:srgbClr val="0E2440"/>
                </a:solidFill>
              </a:rPr>
              <a:t> Tools	</a:t>
            </a:r>
            <a:endParaRPr lang="en-US" dirty="0"/>
          </a:p>
        </p:txBody>
      </p:sp>
      <p:sp>
        <p:nvSpPr>
          <p:cNvPr id="4" name="Text Placeholder 3">
            <a:extLst>
              <a:ext uri="{FF2B5EF4-FFF2-40B4-BE49-F238E27FC236}">
                <a16:creationId xmlns:a16="http://schemas.microsoft.com/office/drawing/2014/main" id="{BA3F0023-5BDB-4581-61E8-F86200D33BA2}"/>
              </a:ext>
            </a:extLst>
          </p:cNvPr>
          <p:cNvSpPr>
            <a:spLocks noGrp="1"/>
          </p:cNvSpPr>
          <p:nvPr>
            <p:ph type="body" sz="quarter" idx="20"/>
          </p:nvPr>
        </p:nvSpPr>
        <p:spPr>
          <a:xfrm>
            <a:off x="626422" y="1769935"/>
            <a:ext cx="6249259" cy="2118977"/>
          </a:xfrm>
        </p:spPr>
        <p:txBody>
          <a:bodyPr>
            <a:normAutofit/>
          </a:bodyPr>
          <a:lstStyle/>
          <a:p>
            <a:r>
              <a:rPr lang="en-US" sz="1100" b="1" dirty="0">
                <a:latin typeface="+mj-lt"/>
              </a:rPr>
              <a:t>In addition to the market analysis, clients and coaches can go on </a:t>
            </a:r>
            <a:r>
              <a:rPr lang="en-US" sz="1100" b="1" dirty="0" err="1">
                <a:latin typeface="+mj-lt"/>
              </a:rPr>
              <a:t>CareerSuite</a:t>
            </a:r>
            <a:r>
              <a:rPr lang="en-US" sz="1100" b="1" dirty="0">
                <a:latin typeface="+mj-lt"/>
              </a:rPr>
              <a:t> </a:t>
            </a:r>
          </a:p>
          <a:p>
            <a:r>
              <a:rPr lang="en-US" sz="1100" b="1" dirty="0">
                <a:latin typeface="+mj-lt"/>
              </a:rPr>
              <a:t>to explore other options</a:t>
            </a:r>
          </a:p>
        </p:txBody>
      </p:sp>
      <p:sp>
        <p:nvSpPr>
          <p:cNvPr id="7" name="Text Placeholder 6">
            <a:extLst>
              <a:ext uri="{FF2B5EF4-FFF2-40B4-BE49-F238E27FC236}">
                <a16:creationId xmlns:a16="http://schemas.microsoft.com/office/drawing/2014/main" id="{8182FE41-BEA2-E076-B5E1-3AFD28877670}"/>
              </a:ext>
            </a:extLst>
          </p:cNvPr>
          <p:cNvSpPr>
            <a:spLocks noGrp="1"/>
          </p:cNvSpPr>
          <p:nvPr>
            <p:ph type="body" sz="quarter" idx="21"/>
          </p:nvPr>
        </p:nvSpPr>
        <p:spPr>
          <a:xfrm>
            <a:off x="591058" y="2464468"/>
            <a:ext cx="4170022" cy="2118977"/>
          </a:xfrm>
        </p:spPr>
        <p:txBody>
          <a:bodyPr/>
          <a:lstStyle/>
          <a:p>
            <a:pPr marL="171450" indent="-171450">
              <a:buClr>
                <a:schemeClr val="accent5"/>
              </a:buClr>
              <a:buSzPct val="100000"/>
              <a:buFont typeface="Arial" panose="020B0604020202020204" pitchFamily="34" charset="0"/>
              <a:buChar char="•"/>
            </a:pPr>
            <a:r>
              <a:rPr lang="en-US" sz="1000" dirty="0"/>
              <a:t>Job Analysis – For any job (either their current, or other jobs they want to consider), they will be able to see information on the projected outlook (likely as a whole or by region), along with number of job postings, salary levels, employers hiring, and top skills for the job (see prior slides 8 and 9 for some of the data, as well as the skills data to the right).</a:t>
            </a:r>
          </a:p>
        </p:txBody>
      </p:sp>
      <p:pic>
        <p:nvPicPr>
          <p:cNvPr id="5" name="Picture 4" descr="A screenshot of a chat&#10;&#10;AI-generated content may be incorrect.">
            <a:extLst>
              <a:ext uri="{FF2B5EF4-FFF2-40B4-BE49-F238E27FC236}">
                <a16:creationId xmlns:a16="http://schemas.microsoft.com/office/drawing/2014/main" id="{C0E73A16-C9A1-7C6C-5E07-FAA48A4920CC}"/>
              </a:ext>
            </a:extLst>
          </p:cNvPr>
          <p:cNvPicPr>
            <a:picLocks noChangeAspect="1"/>
          </p:cNvPicPr>
          <p:nvPr/>
        </p:nvPicPr>
        <p:blipFill>
          <a:blip r:embed="rId3"/>
          <a:stretch>
            <a:fillRect/>
          </a:stretch>
        </p:blipFill>
        <p:spPr>
          <a:xfrm>
            <a:off x="60623" y="115696"/>
            <a:ext cx="9144000" cy="4780757"/>
          </a:xfrm>
          <a:prstGeom prst="rect">
            <a:avLst/>
          </a:prstGeom>
        </p:spPr>
      </p:pic>
    </p:spTree>
    <p:extLst>
      <p:ext uri="{BB962C8B-B14F-4D97-AF65-F5344CB8AC3E}">
        <p14:creationId xmlns:p14="http://schemas.microsoft.com/office/powerpoint/2010/main" val="3059997685"/>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7" grpId="0" uiExpand="1"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902F14-317C-273F-6215-C85CBF0F7F74}"/>
            </a:ext>
          </a:extLst>
        </p:cNvPr>
        <p:cNvGrpSpPr/>
        <p:nvPr/>
      </p:nvGrpSpPr>
      <p:grpSpPr>
        <a:xfrm>
          <a:off x="0" y="0"/>
          <a:ext cx="0" cy="0"/>
          <a:chOff x="0" y="0"/>
          <a:chExt cx="0" cy="0"/>
        </a:xfrm>
      </p:grpSpPr>
      <p:sp>
        <p:nvSpPr>
          <p:cNvPr id="13" name="Text Placeholder 12">
            <a:extLst>
              <a:ext uri="{FF2B5EF4-FFF2-40B4-BE49-F238E27FC236}">
                <a16:creationId xmlns:a16="http://schemas.microsoft.com/office/drawing/2014/main" id="{E2F5C368-2A74-A4C5-2F1B-C709DBA92D25}"/>
              </a:ext>
            </a:extLst>
          </p:cNvPr>
          <p:cNvSpPr>
            <a:spLocks noGrp="1"/>
          </p:cNvSpPr>
          <p:nvPr>
            <p:ph type="body" sz="quarter" idx="11"/>
          </p:nvPr>
        </p:nvSpPr>
        <p:spPr>
          <a:xfrm>
            <a:off x="626424" y="1075402"/>
            <a:ext cx="3945575" cy="342900"/>
          </a:xfrm>
        </p:spPr>
        <p:txBody>
          <a:bodyPr/>
          <a:lstStyle/>
          <a:p>
            <a:r>
              <a:rPr lang="en-US" dirty="0">
                <a:solidFill>
                  <a:srgbClr val="0E2440"/>
                </a:solidFill>
              </a:rPr>
              <a:t>Info on each position	</a:t>
            </a:r>
            <a:endParaRPr lang="en-US" dirty="0"/>
          </a:p>
        </p:txBody>
      </p:sp>
      <p:sp>
        <p:nvSpPr>
          <p:cNvPr id="4" name="Text Placeholder 3">
            <a:extLst>
              <a:ext uri="{FF2B5EF4-FFF2-40B4-BE49-F238E27FC236}">
                <a16:creationId xmlns:a16="http://schemas.microsoft.com/office/drawing/2014/main" id="{626B6905-5691-21D7-30B3-93BB0D7D6BC9}"/>
              </a:ext>
            </a:extLst>
          </p:cNvPr>
          <p:cNvSpPr>
            <a:spLocks noGrp="1"/>
          </p:cNvSpPr>
          <p:nvPr>
            <p:ph type="body" sz="quarter" idx="20"/>
          </p:nvPr>
        </p:nvSpPr>
        <p:spPr>
          <a:xfrm>
            <a:off x="626422" y="1769935"/>
            <a:ext cx="6249259" cy="2118977"/>
          </a:xfrm>
        </p:spPr>
        <p:txBody>
          <a:bodyPr>
            <a:normAutofit/>
          </a:bodyPr>
          <a:lstStyle/>
          <a:p>
            <a:r>
              <a:rPr lang="en-US" sz="1100" b="1" dirty="0">
                <a:latin typeface="+mj-lt"/>
              </a:rPr>
              <a:t>In addition to the market analysis, clients and coaches can go on </a:t>
            </a:r>
            <a:r>
              <a:rPr lang="en-US" sz="1100" b="1" dirty="0" err="1">
                <a:latin typeface="+mj-lt"/>
              </a:rPr>
              <a:t>CareerSuite</a:t>
            </a:r>
            <a:r>
              <a:rPr lang="en-US" sz="1100" b="1" dirty="0">
                <a:latin typeface="+mj-lt"/>
              </a:rPr>
              <a:t> </a:t>
            </a:r>
          </a:p>
          <a:p>
            <a:r>
              <a:rPr lang="en-US" sz="1100" b="1" dirty="0">
                <a:latin typeface="+mj-lt"/>
              </a:rPr>
              <a:t>to explore other options</a:t>
            </a:r>
          </a:p>
        </p:txBody>
      </p:sp>
      <p:sp>
        <p:nvSpPr>
          <p:cNvPr id="7" name="Text Placeholder 6">
            <a:extLst>
              <a:ext uri="{FF2B5EF4-FFF2-40B4-BE49-F238E27FC236}">
                <a16:creationId xmlns:a16="http://schemas.microsoft.com/office/drawing/2014/main" id="{E6F812DB-B003-25CA-273D-C9155F90B2F3}"/>
              </a:ext>
            </a:extLst>
          </p:cNvPr>
          <p:cNvSpPr>
            <a:spLocks noGrp="1"/>
          </p:cNvSpPr>
          <p:nvPr>
            <p:ph type="body" sz="quarter" idx="21"/>
          </p:nvPr>
        </p:nvSpPr>
        <p:spPr>
          <a:xfrm>
            <a:off x="591058" y="2464468"/>
            <a:ext cx="4170022" cy="2118977"/>
          </a:xfrm>
        </p:spPr>
        <p:txBody>
          <a:bodyPr/>
          <a:lstStyle/>
          <a:p>
            <a:pPr marL="171450" indent="-171450">
              <a:buClr>
                <a:schemeClr val="accent5"/>
              </a:buClr>
              <a:buSzPct val="100000"/>
              <a:buFont typeface="Arial" panose="020B0604020202020204" pitchFamily="34" charset="0"/>
              <a:buChar char="•"/>
            </a:pPr>
            <a:r>
              <a:rPr lang="en-US" sz="1000" dirty="0"/>
              <a:t>Job Analysis – For any job (either their current, or other jobs they want to consider), they will be able to see information on the projected outlook (likely as a whole or by region), along with number of job postings, salary levels, employers hiring, and top skills for the job (see prior slides 8 and 9 for some of the data, as well as the skills data to the right).</a:t>
            </a:r>
          </a:p>
          <a:p>
            <a:pPr marL="171450" indent="-171450">
              <a:buClr>
                <a:schemeClr val="accent5"/>
              </a:buClr>
              <a:buSzPct val="100000"/>
              <a:buFont typeface="Arial" panose="020B0604020202020204" pitchFamily="34" charset="0"/>
              <a:buChar char="•"/>
            </a:pPr>
            <a:r>
              <a:rPr lang="en-US" sz="1000" dirty="0"/>
              <a:t>They will be able to favorite/save each role they are interested in, so that they can create a shortlist.</a:t>
            </a:r>
          </a:p>
          <a:p>
            <a:pPr>
              <a:buClr>
                <a:schemeClr val="accent5"/>
              </a:buClr>
              <a:buSzPct val="100000"/>
            </a:pPr>
            <a:endParaRPr lang="en-US" sz="1000" dirty="0"/>
          </a:p>
        </p:txBody>
      </p:sp>
    </p:spTree>
    <p:extLst>
      <p:ext uri="{BB962C8B-B14F-4D97-AF65-F5344CB8AC3E}">
        <p14:creationId xmlns:p14="http://schemas.microsoft.com/office/powerpoint/2010/main" val="3363128012"/>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7" grpId="0" uiExpand="1"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8E0027-A493-6BB2-9835-EE7F67A97CE4}"/>
            </a:ext>
          </a:extLst>
        </p:cNvPr>
        <p:cNvGrpSpPr/>
        <p:nvPr/>
      </p:nvGrpSpPr>
      <p:grpSpPr>
        <a:xfrm>
          <a:off x="0" y="0"/>
          <a:ext cx="0" cy="0"/>
          <a:chOff x="0" y="0"/>
          <a:chExt cx="0" cy="0"/>
        </a:xfrm>
      </p:grpSpPr>
      <p:sp>
        <p:nvSpPr>
          <p:cNvPr id="13" name="Text Placeholder 12">
            <a:extLst>
              <a:ext uri="{FF2B5EF4-FFF2-40B4-BE49-F238E27FC236}">
                <a16:creationId xmlns:a16="http://schemas.microsoft.com/office/drawing/2014/main" id="{D6F95D7F-67BC-9AE8-5699-37A73F1131E4}"/>
              </a:ext>
            </a:extLst>
          </p:cNvPr>
          <p:cNvSpPr>
            <a:spLocks noGrp="1"/>
          </p:cNvSpPr>
          <p:nvPr>
            <p:ph type="body" sz="quarter" idx="11"/>
          </p:nvPr>
        </p:nvSpPr>
        <p:spPr>
          <a:xfrm>
            <a:off x="626424" y="1075402"/>
            <a:ext cx="3945575" cy="342900"/>
          </a:xfrm>
        </p:spPr>
        <p:txBody>
          <a:bodyPr/>
          <a:lstStyle/>
          <a:p>
            <a:r>
              <a:rPr lang="en-US" dirty="0">
                <a:solidFill>
                  <a:srgbClr val="0E2440"/>
                </a:solidFill>
              </a:rPr>
              <a:t>Need for upskilling?	</a:t>
            </a:r>
            <a:endParaRPr lang="en-US" dirty="0"/>
          </a:p>
        </p:txBody>
      </p:sp>
      <p:sp>
        <p:nvSpPr>
          <p:cNvPr id="4" name="Text Placeholder 3">
            <a:extLst>
              <a:ext uri="{FF2B5EF4-FFF2-40B4-BE49-F238E27FC236}">
                <a16:creationId xmlns:a16="http://schemas.microsoft.com/office/drawing/2014/main" id="{95CB902D-6A00-A6B7-7222-8EAF850DEB7E}"/>
              </a:ext>
            </a:extLst>
          </p:cNvPr>
          <p:cNvSpPr>
            <a:spLocks noGrp="1"/>
          </p:cNvSpPr>
          <p:nvPr>
            <p:ph type="body" sz="quarter" idx="20"/>
          </p:nvPr>
        </p:nvSpPr>
        <p:spPr>
          <a:xfrm>
            <a:off x="626422" y="1769935"/>
            <a:ext cx="6249259" cy="2118977"/>
          </a:xfrm>
        </p:spPr>
        <p:txBody>
          <a:bodyPr>
            <a:normAutofit/>
          </a:bodyPr>
          <a:lstStyle/>
          <a:p>
            <a:r>
              <a:rPr lang="en-US" sz="1100" b="1" dirty="0">
                <a:latin typeface="+mj-lt"/>
              </a:rPr>
              <a:t>For roles where there is a need for upskilling, we will map to suggested courses.</a:t>
            </a:r>
          </a:p>
        </p:txBody>
      </p:sp>
      <p:pic>
        <p:nvPicPr>
          <p:cNvPr id="3" name="Picture 2" descr="A screenshot of a computer&#10;&#10;AI-generated content may be incorrect.">
            <a:extLst>
              <a:ext uri="{FF2B5EF4-FFF2-40B4-BE49-F238E27FC236}">
                <a16:creationId xmlns:a16="http://schemas.microsoft.com/office/drawing/2014/main" id="{E01FC75A-88EE-4241-3A9F-FB8583E64FD1}"/>
              </a:ext>
            </a:extLst>
          </p:cNvPr>
          <p:cNvPicPr>
            <a:picLocks noChangeAspect="1"/>
          </p:cNvPicPr>
          <p:nvPr/>
        </p:nvPicPr>
        <p:blipFill>
          <a:blip r:embed="rId3"/>
          <a:stretch>
            <a:fillRect/>
          </a:stretch>
        </p:blipFill>
        <p:spPr>
          <a:xfrm>
            <a:off x="0" y="2097932"/>
            <a:ext cx="9144000" cy="2948202"/>
          </a:xfrm>
          <a:prstGeom prst="rect">
            <a:avLst/>
          </a:prstGeom>
        </p:spPr>
      </p:pic>
    </p:spTree>
    <p:extLst>
      <p:ext uri="{BB962C8B-B14F-4D97-AF65-F5344CB8AC3E}">
        <p14:creationId xmlns:p14="http://schemas.microsoft.com/office/powerpoint/2010/main" val="2191715827"/>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theme/theme1.xml><?xml version="1.0" encoding="utf-8"?>
<a:theme xmlns:a="http://schemas.openxmlformats.org/drawingml/2006/main" name="master">
  <a:themeElements>
    <a:clrScheme name="CGC">
      <a:dk1>
        <a:srgbClr val="0E2440"/>
      </a:dk1>
      <a:lt1>
        <a:srgbClr val="FBFAF0"/>
      </a:lt1>
      <a:dk2>
        <a:srgbClr val="000000"/>
      </a:dk2>
      <a:lt2>
        <a:srgbClr val="FFFFFF"/>
      </a:lt2>
      <a:accent1>
        <a:srgbClr val="0044FF"/>
      </a:accent1>
      <a:accent2>
        <a:srgbClr val="730A39"/>
      </a:accent2>
      <a:accent3>
        <a:srgbClr val="E6E595"/>
      </a:accent3>
      <a:accent4>
        <a:srgbClr val="F6ECE1"/>
      </a:accent4>
      <a:accent5>
        <a:srgbClr val="0E2440"/>
      </a:accent5>
      <a:accent6>
        <a:srgbClr val="0E2440"/>
      </a:accent6>
      <a:hlink>
        <a:srgbClr val="0044FF"/>
      </a:hlink>
      <a:folHlink>
        <a:srgbClr val="0044FF"/>
      </a:folHlink>
    </a:clrScheme>
    <a:fontScheme name="25_BoldColor_ISO">
      <a:majorFont>
        <a:latin typeface="Barlow Condensed Bold"/>
        <a:ea typeface="Barlow Condensed Bold"/>
        <a:cs typeface="Barlow Condensed Bold"/>
      </a:majorFont>
      <a:minorFont>
        <a:latin typeface="Druk Medium"/>
        <a:ea typeface="Druk Medium"/>
        <a:cs typeface="Druk Medium"/>
      </a:minorFont>
    </a:fontScheme>
    <a:fmtScheme name="25_BoldColor_IS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20000"/>
          </a:lnSpc>
          <a:spcBef>
            <a:spcPts val="0"/>
          </a:spcBef>
          <a:spcAft>
            <a:spcPts val="0"/>
          </a:spcAft>
          <a:buClrTx/>
          <a:buSzTx/>
          <a:buFontTx/>
          <a:buNone/>
          <a:tabLst/>
          <a:defRPr kumimoji="0" sz="3000" b="0" i="0" u="none" strike="noStrike" cap="all" spc="0" normalizeH="0" baseline="0">
            <a:ln>
              <a:noFill/>
            </a:ln>
            <a:solidFill>
              <a:srgbClr val="FFFFFF"/>
            </a:solidFill>
            <a:effectLst/>
            <a:uFillTx/>
            <a:latin typeface="Proxima Nova Extrabold"/>
            <a:ea typeface="Proxima Nova Extrabold"/>
            <a:cs typeface="Proxima Nova Extrabold"/>
            <a:sym typeface="Proxima Nova Extrabold"/>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584200" rtl="0" fontAlgn="auto" latinLnBrk="0" hangingPunct="0">
          <a:lnSpc>
            <a:spcPct val="100000"/>
          </a:lnSpc>
          <a:spcBef>
            <a:spcPts val="2400"/>
          </a:spcBef>
          <a:spcAft>
            <a:spcPts val="0"/>
          </a:spcAft>
          <a:buClrTx/>
          <a:buSzTx/>
          <a:buFontTx/>
          <a:buNone/>
          <a:tabLst/>
          <a:defRPr kumimoji="0" sz="3000" b="0" i="0" u="none" strike="noStrike" cap="none" spc="0" normalizeH="0" baseline="0">
            <a:ln>
              <a:noFill/>
            </a:ln>
            <a:solidFill>
              <a:srgbClr val="53585F"/>
            </a:solidFill>
            <a:effectLst/>
            <a:uFillTx/>
            <a:latin typeface="Lora Regular"/>
            <a:ea typeface="Lora Regular"/>
            <a:cs typeface="Lora Regular"/>
            <a:sym typeface="Lora Regular"/>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2_master">
  <a:themeElements>
    <a:clrScheme name="CGC">
      <a:dk1>
        <a:srgbClr val="0E2440"/>
      </a:dk1>
      <a:lt1>
        <a:srgbClr val="FBFAF0"/>
      </a:lt1>
      <a:dk2>
        <a:srgbClr val="000000"/>
      </a:dk2>
      <a:lt2>
        <a:srgbClr val="FFFFFF"/>
      </a:lt2>
      <a:accent1>
        <a:srgbClr val="0044FF"/>
      </a:accent1>
      <a:accent2>
        <a:srgbClr val="730A39"/>
      </a:accent2>
      <a:accent3>
        <a:srgbClr val="E6E595"/>
      </a:accent3>
      <a:accent4>
        <a:srgbClr val="F6ECE1"/>
      </a:accent4>
      <a:accent5>
        <a:srgbClr val="0E2440"/>
      </a:accent5>
      <a:accent6>
        <a:srgbClr val="0E2440"/>
      </a:accent6>
      <a:hlink>
        <a:srgbClr val="0044FF"/>
      </a:hlink>
      <a:folHlink>
        <a:srgbClr val="0044FF"/>
      </a:folHlink>
    </a:clrScheme>
    <a:fontScheme name="25_BoldColor_ISO">
      <a:majorFont>
        <a:latin typeface="Barlow Condensed Bold"/>
        <a:ea typeface="Barlow Condensed Bold"/>
        <a:cs typeface="Barlow Condensed Bold"/>
      </a:majorFont>
      <a:minorFont>
        <a:latin typeface="Druk Medium"/>
        <a:ea typeface="Druk Medium"/>
        <a:cs typeface="Druk Medium"/>
      </a:minorFont>
    </a:fontScheme>
    <a:fmtScheme name="25_BoldColor_IS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20000"/>
          </a:lnSpc>
          <a:spcBef>
            <a:spcPts val="0"/>
          </a:spcBef>
          <a:spcAft>
            <a:spcPts val="0"/>
          </a:spcAft>
          <a:buClrTx/>
          <a:buSzTx/>
          <a:buFontTx/>
          <a:buNone/>
          <a:tabLst/>
          <a:defRPr kumimoji="0" sz="3000" b="0" i="0" u="none" strike="noStrike" cap="all" spc="0" normalizeH="0" baseline="0">
            <a:ln>
              <a:noFill/>
            </a:ln>
            <a:solidFill>
              <a:srgbClr val="FFFFFF"/>
            </a:solidFill>
            <a:effectLst/>
            <a:uFillTx/>
            <a:latin typeface="Proxima Nova Extrabold"/>
            <a:ea typeface="Proxima Nova Extrabold"/>
            <a:cs typeface="Proxima Nova Extrabold"/>
            <a:sym typeface="Proxima Nova Extrabold"/>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584200" rtl="0" fontAlgn="auto" latinLnBrk="0" hangingPunct="0">
          <a:lnSpc>
            <a:spcPct val="100000"/>
          </a:lnSpc>
          <a:spcBef>
            <a:spcPts val="2400"/>
          </a:spcBef>
          <a:spcAft>
            <a:spcPts val="0"/>
          </a:spcAft>
          <a:buClrTx/>
          <a:buSzTx/>
          <a:buFontTx/>
          <a:buNone/>
          <a:tabLst/>
          <a:defRPr kumimoji="0" sz="3000" b="0" i="0" u="none" strike="noStrike" cap="none" spc="0" normalizeH="0" baseline="0">
            <a:ln>
              <a:noFill/>
            </a:ln>
            <a:solidFill>
              <a:srgbClr val="53585F"/>
            </a:solidFill>
            <a:effectLst/>
            <a:uFillTx/>
            <a:latin typeface="Lora Regular"/>
            <a:ea typeface="Lora Regular"/>
            <a:cs typeface="Lora Regular"/>
            <a:sym typeface="Lora Regular"/>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3.xml><?xml version="1.0" encoding="utf-8"?>
<a:theme xmlns:a="http://schemas.openxmlformats.org/drawingml/2006/main" name="3_master">
  <a:themeElements>
    <a:clrScheme name="CGC">
      <a:dk1>
        <a:srgbClr val="0E2440"/>
      </a:dk1>
      <a:lt1>
        <a:srgbClr val="FBFAF0"/>
      </a:lt1>
      <a:dk2>
        <a:srgbClr val="000000"/>
      </a:dk2>
      <a:lt2>
        <a:srgbClr val="FFFFFF"/>
      </a:lt2>
      <a:accent1>
        <a:srgbClr val="0044FF"/>
      </a:accent1>
      <a:accent2>
        <a:srgbClr val="730A39"/>
      </a:accent2>
      <a:accent3>
        <a:srgbClr val="E6E595"/>
      </a:accent3>
      <a:accent4>
        <a:srgbClr val="F6ECE1"/>
      </a:accent4>
      <a:accent5>
        <a:srgbClr val="0E2440"/>
      </a:accent5>
      <a:accent6>
        <a:srgbClr val="0E2440"/>
      </a:accent6>
      <a:hlink>
        <a:srgbClr val="0044FF"/>
      </a:hlink>
      <a:folHlink>
        <a:srgbClr val="0044FF"/>
      </a:folHlink>
    </a:clrScheme>
    <a:fontScheme name="25_BoldColor_ISO">
      <a:majorFont>
        <a:latin typeface="Barlow Condensed Bold"/>
        <a:ea typeface="Barlow Condensed Bold"/>
        <a:cs typeface="Barlow Condensed Bold"/>
      </a:majorFont>
      <a:minorFont>
        <a:latin typeface="Druk Medium"/>
        <a:ea typeface="Druk Medium"/>
        <a:cs typeface="Druk Medium"/>
      </a:minorFont>
    </a:fontScheme>
    <a:fmtScheme name="25_BoldColor_IS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20000"/>
          </a:lnSpc>
          <a:spcBef>
            <a:spcPts val="0"/>
          </a:spcBef>
          <a:spcAft>
            <a:spcPts val="0"/>
          </a:spcAft>
          <a:buClrTx/>
          <a:buSzTx/>
          <a:buFontTx/>
          <a:buNone/>
          <a:tabLst/>
          <a:defRPr kumimoji="0" sz="3000" b="0" i="0" u="none" strike="noStrike" cap="all" spc="0" normalizeH="0" baseline="0">
            <a:ln>
              <a:noFill/>
            </a:ln>
            <a:solidFill>
              <a:srgbClr val="FFFFFF"/>
            </a:solidFill>
            <a:effectLst/>
            <a:uFillTx/>
            <a:latin typeface="Proxima Nova Extrabold"/>
            <a:ea typeface="Proxima Nova Extrabold"/>
            <a:cs typeface="Proxima Nova Extrabold"/>
            <a:sym typeface="Proxima Nova Extrabold"/>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584200" rtl="0" fontAlgn="auto" latinLnBrk="0" hangingPunct="0">
          <a:lnSpc>
            <a:spcPct val="100000"/>
          </a:lnSpc>
          <a:spcBef>
            <a:spcPts val="2400"/>
          </a:spcBef>
          <a:spcAft>
            <a:spcPts val="0"/>
          </a:spcAft>
          <a:buClrTx/>
          <a:buSzTx/>
          <a:buFontTx/>
          <a:buNone/>
          <a:tabLst/>
          <a:defRPr kumimoji="0" sz="3000" b="0" i="0" u="none" strike="noStrike" cap="none" spc="0" normalizeH="0" baseline="0">
            <a:ln>
              <a:noFill/>
            </a:ln>
            <a:solidFill>
              <a:srgbClr val="53585F"/>
            </a:solidFill>
            <a:effectLst/>
            <a:uFillTx/>
            <a:latin typeface="Lora Regular"/>
            <a:ea typeface="Lora Regular"/>
            <a:cs typeface="Lora Regular"/>
            <a:sym typeface="Lora Regular"/>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4.xml><?xml version="1.0" encoding="utf-8"?>
<a:theme xmlns:a="http://schemas.openxmlformats.org/drawingml/2006/main" name="1_Office Theme">
  <a:themeElements>
    <a:clrScheme name="CGC Color Palette">
      <a:dk1>
        <a:srgbClr val="202020"/>
      </a:dk1>
      <a:lt1>
        <a:srgbClr val="F8F8F8"/>
      </a:lt1>
      <a:dk2>
        <a:srgbClr val="113D66"/>
      </a:dk2>
      <a:lt2>
        <a:srgbClr val="EADDCA"/>
      </a:lt2>
      <a:accent1>
        <a:srgbClr val="113D66"/>
      </a:accent1>
      <a:accent2>
        <a:srgbClr val="404040"/>
      </a:accent2>
      <a:accent3>
        <a:srgbClr val="F8F8F8"/>
      </a:accent3>
      <a:accent4>
        <a:srgbClr val="3093F3"/>
      </a:accent4>
      <a:accent5>
        <a:srgbClr val="900C3F"/>
      </a:accent5>
      <a:accent6>
        <a:srgbClr val="FFC000"/>
      </a:accent6>
      <a:hlink>
        <a:srgbClr val="0052D6"/>
      </a:hlink>
      <a:folHlink>
        <a:srgbClr val="0045B5"/>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2_Office Theme">
  <a:themeElements>
    <a:clrScheme name="CGC Color Palette">
      <a:dk1>
        <a:srgbClr val="202020"/>
      </a:dk1>
      <a:lt1>
        <a:srgbClr val="F8F8F8"/>
      </a:lt1>
      <a:dk2>
        <a:srgbClr val="113D66"/>
      </a:dk2>
      <a:lt2>
        <a:srgbClr val="EADDCA"/>
      </a:lt2>
      <a:accent1>
        <a:srgbClr val="113D66"/>
      </a:accent1>
      <a:accent2>
        <a:srgbClr val="404040"/>
      </a:accent2>
      <a:accent3>
        <a:srgbClr val="F8F8F8"/>
      </a:accent3>
      <a:accent4>
        <a:srgbClr val="3093F3"/>
      </a:accent4>
      <a:accent5>
        <a:srgbClr val="900C3F"/>
      </a:accent5>
      <a:accent6>
        <a:srgbClr val="FFC000"/>
      </a:accent6>
      <a:hlink>
        <a:srgbClr val="0052D6"/>
      </a:hlink>
      <a:folHlink>
        <a:srgbClr val="0045B5"/>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6.xml><?xml version="1.0" encoding="utf-8"?>
<a:theme xmlns:a="http://schemas.openxmlformats.org/drawingml/2006/main" name="25_BoldColor_ISO">
  <a:themeElements>
    <a:clrScheme name="25_BoldColor_ISO">
      <a:dk1>
        <a:srgbClr val="000000"/>
      </a:dk1>
      <a:lt1>
        <a:srgbClr val="FFFFFF"/>
      </a:lt1>
      <a:dk2>
        <a:srgbClr val="5E5E5E"/>
      </a:dk2>
      <a:lt2>
        <a:srgbClr val="D6D5D5"/>
      </a:lt2>
      <a:accent1>
        <a:srgbClr val="01BFF4"/>
      </a:accent1>
      <a:accent2>
        <a:srgbClr val="43E9CB"/>
      </a:accent2>
      <a:accent3>
        <a:srgbClr val="BC80FF"/>
      </a:accent3>
      <a:accent4>
        <a:srgbClr val="FFC618"/>
      </a:accent4>
      <a:accent5>
        <a:srgbClr val="FF4000"/>
      </a:accent5>
      <a:accent6>
        <a:srgbClr val="FF87BB"/>
      </a:accent6>
      <a:hlink>
        <a:srgbClr val="0000FF"/>
      </a:hlink>
      <a:folHlink>
        <a:srgbClr val="FF00FF"/>
      </a:folHlink>
    </a:clrScheme>
    <a:fontScheme name="25_BoldColor_ISO">
      <a:majorFont>
        <a:latin typeface="Barlow Condensed Bold"/>
        <a:ea typeface="Barlow Condensed Bold"/>
        <a:cs typeface="Barlow Condensed Bold"/>
      </a:majorFont>
      <a:minorFont>
        <a:latin typeface="Druk Medium"/>
        <a:ea typeface="Druk Medium"/>
        <a:cs typeface="Druk Medium"/>
      </a:minorFont>
    </a:fontScheme>
    <a:fmtScheme name="25_BoldColor_IS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20000"/>
          </a:lnSpc>
          <a:spcBef>
            <a:spcPts val="0"/>
          </a:spcBef>
          <a:spcAft>
            <a:spcPts val="0"/>
          </a:spcAft>
          <a:buClrTx/>
          <a:buSzTx/>
          <a:buFontTx/>
          <a:buNone/>
          <a:tabLst/>
          <a:defRPr kumimoji="0" sz="3000" b="0" i="0" u="none" strike="noStrike" cap="all" spc="0" normalizeH="0" baseline="0">
            <a:ln>
              <a:noFill/>
            </a:ln>
            <a:solidFill>
              <a:srgbClr val="FFFFFF"/>
            </a:solidFill>
            <a:effectLst/>
            <a:uFillTx/>
            <a:latin typeface="Proxima Nova Extrabold"/>
            <a:ea typeface="Proxima Nova Extrabold"/>
            <a:cs typeface="Proxima Nova Extrabold"/>
            <a:sym typeface="Proxima Nova Extrabold"/>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584200" rtl="0" fontAlgn="auto" latinLnBrk="0" hangingPunct="0">
          <a:lnSpc>
            <a:spcPct val="100000"/>
          </a:lnSpc>
          <a:spcBef>
            <a:spcPts val="2400"/>
          </a:spcBef>
          <a:spcAft>
            <a:spcPts val="0"/>
          </a:spcAft>
          <a:buClrTx/>
          <a:buSzTx/>
          <a:buFontTx/>
          <a:buNone/>
          <a:tabLst/>
          <a:defRPr kumimoji="0" sz="3000" b="0" i="0" u="none" strike="noStrike" cap="none" spc="0" normalizeH="0" baseline="0">
            <a:ln>
              <a:noFill/>
            </a:ln>
            <a:solidFill>
              <a:srgbClr val="53585F"/>
            </a:solidFill>
            <a:effectLst/>
            <a:uFillTx/>
            <a:latin typeface="Lora Regular"/>
            <a:ea typeface="Lora Regular"/>
            <a:cs typeface="Lora Regular"/>
            <a:sym typeface="Lora Regular"/>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58d8f15c-b662-4203-9d4c-44619c744153">
      <Terms xmlns="http://schemas.microsoft.com/office/infopath/2007/PartnerControls"/>
    </lcf76f155ced4ddcb4097134ff3c332f>
    <TaxCatchAll xmlns="a276a5b9-29d5-41cd-bd76-34a19a82a40a"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CAC7E515B3D48A4897937B742A101ED5" ma:contentTypeVersion="15" ma:contentTypeDescription="Create a new document." ma:contentTypeScope="" ma:versionID="b7e4579e20610b2dc03e422b3254a216">
  <xsd:schema xmlns:xsd="http://www.w3.org/2001/XMLSchema" xmlns:xs="http://www.w3.org/2001/XMLSchema" xmlns:p="http://schemas.microsoft.com/office/2006/metadata/properties" xmlns:ns2="58d8f15c-b662-4203-9d4c-44619c744153" xmlns:ns3="a276a5b9-29d5-41cd-bd76-34a19a82a40a" targetNamespace="http://schemas.microsoft.com/office/2006/metadata/properties" ma:root="true" ma:fieldsID="7495af06c9f8cfada578893b37853601" ns2:_="" ns3:_="">
    <xsd:import namespace="58d8f15c-b662-4203-9d4c-44619c744153"/>
    <xsd:import namespace="a276a5b9-29d5-41cd-bd76-34a19a82a40a"/>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3:SharedWithUsers" minOccurs="0"/>
                <xsd:element ref="ns3:SharedWithDetail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2:MediaLengthInSecond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8d8f15c-b662-4203-9d4c-44619c74415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8f0a7a37-193a-49d7-a3bd-34c0bc5dc3da" ma:termSetId="09814cd3-568e-fe90-9814-8d621ff8fb84" ma:anchorId="fba54fb3-c3e1-fe81-a776-ca4b69148c4d" ma:open="true" ma:isKeyword="false">
      <xsd:complexType>
        <xsd:sequence>
          <xsd:element ref="pc:Terms" minOccurs="0" maxOccurs="1"/>
        </xsd:sequence>
      </xsd:complexType>
    </xsd:element>
    <xsd:element name="MediaServiceDateTaken" ma:index="17" nillable="true" ma:displayName="MediaServiceDateTaken" ma:hidden="true" ma:indexed="true" ma:internalName="MediaServiceDateTaken"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LengthInSeconds" ma:index="21" nillable="true" ma:displayName="MediaLengthInSeconds" ma:hidden="true" ma:internalName="MediaLengthInSeconds" ma:readOnly="true">
      <xsd:simpleType>
        <xsd:restriction base="dms:Unknown"/>
      </xsd:simpleType>
    </xsd:element>
    <xsd:element name="MediaServiceBillingMetadata" ma:index="22"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276a5b9-29d5-41cd-bd76-34a19a82a40a"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16" nillable="true" ma:displayName="Taxonomy Catch All Column" ma:hidden="true" ma:list="{e7f6c52c-58b5-4fa4-beed-fa253ab4c422}" ma:internalName="TaxCatchAll" ma:showField="CatchAllData" ma:web="a276a5b9-29d5-41cd-bd76-34a19a82a40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921AEB0-2FD4-4FEB-8B7A-5EF35C3977BC}">
  <ds:schemaRefs>
    <ds:schemaRef ds:uri="http://schemas.microsoft.com/sharepoint/v3/contenttype/forms"/>
  </ds:schemaRefs>
</ds:datastoreItem>
</file>

<file path=customXml/itemProps2.xml><?xml version="1.0" encoding="utf-8"?>
<ds:datastoreItem xmlns:ds="http://schemas.openxmlformats.org/officeDocument/2006/customXml" ds:itemID="{5752FBEF-B43F-4025-A960-20DFFDF3D66C}">
  <ds:schemaRefs>
    <ds:schemaRef ds:uri="58d8f15c-b662-4203-9d4c-44619c744153"/>
    <ds:schemaRef ds:uri="http://schemas.microsoft.com/office/infopath/2007/PartnerControls"/>
    <ds:schemaRef ds:uri="http://purl.org/dc/terms/"/>
    <ds:schemaRef ds:uri="http://schemas.openxmlformats.org/package/2006/metadata/core-properties"/>
    <ds:schemaRef ds:uri="a276a5b9-29d5-41cd-bd76-34a19a82a40a"/>
    <ds:schemaRef ds:uri="http://schemas.microsoft.com/office/2006/metadata/properties"/>
    <ds:schemaRef ds:uri="http://schemas.microsoft.com/office/2006/documentManagement/types"/>
    <ds:schemaRef ds:uri="http://purl.org/dc/dcmitype/"/>
    <ds:schemaRef ds:uri="http://www.w3.org/XML/1998/namespace"/>
    <ds:schemaRef ds:uri="http://purl.org/dc/elements/1.1/"/>
  </ds:schemaRefs>
</ds:datastoreItem>
</file>

<file path=customXml/itemProps3.xml><?xml version="1.0" encoding="utf-8"?>
<ds:datastoreItem xmlns:ds="http://schemas.openxmlformats.org/officeDocument/2006/customXml" ds:itemID="{503E665E-57F1-4066-B25F-D3584D8A4500}">
  <ds:schemaRefs>
    <ds:schemaRef ds:uri="58d8f15c-b662-4203-9d4c-44619c744153"/>
    <ds:schemaRef ds:uri="a276a5b9-29d5-41cd-bd76-34a19a82a40a"/>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
  <TotalTime>2768</TotalTime>
  <Words>2448</Words>
  <Application>Microsoft Office PowerPoint</Application>
  <PresentationFormat>On-screen Show (16:9)</PresentationFormat>
  <Paragraphs>187</Paragraphs>
  <Slides>19</Slides>
  <Notes>16</Notes>
  <HiddenSlides>0</HiddenSlides>
  <MMClips>0</MMClips>
  <ScaleCrop>false</ScaleCrop>
  <HeadingPairs>
    <vt:vector size="6" baseType="variant">
      <vt:variant>
        <vt:lpstr>Fonts Used</vt:lpstr>
      </vt:variant>
      <vt:variant>
        <vt:i4>16</vt:i4>
      </vt:variant>
      <vt:variant>
        <vt:lpstr>Theme</vt:lpstr>
      </vt:variant>
      <vt:variant>
        <vt:i4>5</vt:i4>
      </vt:variant>
      <vt:variant>
        <vt:lpstr>Slide Titles</vt:lpstr>
      </vt:variant>
      <vt:variant>
        <vt:i4>19</vt:i4>
      </vt:variant>
    </vt:vector>
  </HeadingPairs>
  <TitlesOfParts>
    <vt:vector size="40" baseType="lpstr">
      <vt:lpstr>Aptos</vt:lpstr>
      <vt:lpstr>Arial</vt:lpstr>
      <vt:lpstr>Barlow Condensed</vt:lpstr>
      <vt:lpstr>Barlow Condensed Bold</vt:lpstr>
      <vt:lpstr>Calibri</vt:lpstr>
      <vt:lpstr>Helvetica Neue</vt:lpstr>
      <vt:lpstr>Lora</vt:lpstr>
      <vt:lpstr>Lora Medium Italic</vt:lpstr>
      <vt:lpstr>Lora Regular</vt:lpstr>
      <vt:lpstr>Lora Regular Regular</vt:lpstr>
      <vt:lpstr>Lora SemiBold</vt:lpstr>
      <vt:lpstr>Proxima Nova Extrabold</vt:lpstr>
      <vt:lpstr>Roboto</vt:lpstr>
      <vt:lpstr>Roboto Black</vt:lpstr>
      <vt:lpstr>Segoe UI Emoji</vt:lpstr>
      <vt:lpstr>Symbol</vt:lpstr>
      <vt:lpstr>master</vt:lpstr>
      <vt:lpstr>2_master</vt:lpstr>
      <vt:lpstr>3_master</vt:lpstr>
      <vt:lpstr>1_Office Theme</vt:lpstr>
      <vt:lpstr>2_Office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Angela Castaldi</dc:creator>
  <cp:lastModifiedBy>Julie Katz</cp:lastModifiedBy>
  <cp:revision>2</cp:revision>
  <dcterms:modified xsi:type="dcterms:W3CDTF">2025-12-19T14:19:08Z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ec655256-13e9-4c0b-ba73-c54361842301_Enabled">
    <vt:lpwstr>true</vt:lpwstr>
  </property>
  <property fmtid="{D5CDD505-2E9C-101B-9397-08002B2CF9AE}" pid="3" name="MSIP_Label_ec655256-13e9-4c0b-ba73-c54361842301_SetDate">
    <vt:lpwstr>2025-06-09T18:44:42Z</vt:lpwstr>
  </property>
  <property fmtid="{D5CDD505-2E9C-101B-9397-08002B2CF9AE}" pid="4" name="MSIP_Label_ec655256-13e9-4c0b-ba73-c54361842301_Method">
    <vt:lpwstr>Privileged</vt:lpwstr>
  </property>
  <property fmtid="{D5CDD505-2E9C-101B-9397-08002B2CF9AE}" pid="5" name="MSIP_Label_ec655256-13e9-4c0b-ba73-c54361842301_Name">
    <vt:lpwstr>Public</vt:lpwstr>
  </property>
  <property fmtid="{D5CDD505-2E9C-101B-9397-08002B2CF9AE}" pid="6" name="MSIP_Label_ec655256-13e9-4c0b-ba73-c54361842301_SiteId">
    <vt:lpwstr>edf442f5-b994-4c86-a131-b42b03a16c95</vt:lpwstr>
  </property>
  <property fmtid="{D5CDD505-2E9C-101B-9397-08002B2CF9AE}" pid="7" name="MSIP_Label_ec655256-13e9-4c0b-ba73-c54361842301_ActionId">
    <vt:lpwstr>28925913-b34f-4f4c-85ce-027e351f15f9</vt:lpwstr>
  </property>
  <property fmtid="{D5CDD505-2E9C-101B-9397-08002B2CF9AE}" pid="8" name="MSIP_Label_ec655256-13e9-4c0b-ba73-c54361842301_ContentBits">
    <vt:lpwstr>0</vt:lpwstr>
  </property>
  <property fmtid="{D5CDD505-2E9C-101B-9397-08002B2CF9AE}" pid="9" name="MSIP_Label_ec655256-13e9-4c0b-ba73-c54361842301_Tag">
    <vt:lpwstr>50, 0, 1, 1</vt:lpwstr>
  </property>
  <property fmtid="{D5CDD505-2E9C-101B-9397-08002B2CF9AE}" pid="10" name="ContentTypeId">
    <vt:lpwstr>0x010100CAC7E515B3D48A4897937B742A101ED5</vt:lpwstr>
  </property>
  <property fmtid="{D5CDD505-2E9C-101B-9397-08002B2CF9AE}" pid="11" name="MediaServiceImageTags">
    <vt:lpwstr/>
  </property>
</Properties>
</file>